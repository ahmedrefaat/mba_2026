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4"/>
  </p:sldMasterIdLst>
  <p:notesMasterIdLst>
    <p:notesMasterId r:id="rId8"/>
  </p:notesMasterIdLst>
  <p:handoutMasterIdLst>
    <p:handoutMasterId r:id="rId9"/>
  </p:handoutMasterIdLst>
  <p:sldIdLst>
    <p:sldId id="376" r:id="rId5"/>
    <p:sldId id="374" r:id="rId6"/>
    <p:sldId id="375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056" autoAdjust="0"/>
  </p:normalViewPr>
  <p:slideViewPr>
    <p:cSldViewPr snapToGrid="0">
      <p:cViewPr>
        <p:scale>
          <a:sx n="200" d="100"/>
          <a:sy n="200" d="100"/>
        </p:scale>
        <p:origin x="2160" y="139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17.05.2026</a:t>
            </a:fld>
            <a:endParaRPr lang="de-DE" dirty="0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‹#›</a:t>
            </a:fld>
            <a:endParaRPr lang="de-DE" dirty="0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17.05.2026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701C665-C272-490E-8A21-0107CBA54E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291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E701C665-C272-490E-8A21-0107CBA54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Grp="1" noChangeAspect="1"/>
          </p:cNvSpPr>
          <p:nvPr>
            <p:ph type="dgm" sz="quarter" idx="23" hasCustomPrompt="1"/>
          </p:nvPr>
        </p:nvSpPr>
        <p:spPr>
          <a:xfrm>
            <a:off x="9947294" y="572400"/>
            <a:ext cx="1672306" cy="57240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8B21A6-8453-43A9-BD65-C40990DB6E0F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EF5BEF2A-9A1E-4EAC-B0F5-2DDB471F4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no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 dirty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 err="1"/>
              <a:t>Divider</a:t>
            </a:r>
            <a:r>
              <a:rPr lang="de-DE" noProof="0" dirty="0"/>
              <a:t>.</a:t>
            </a:r>
            <a:br>
              <a:rPr lang="de-DE" noProof="0" dirty="0"/>
            </a:br>
            <a:r>
              <a:rPr lang="de-DE" noProof="0" dirty="0" err="1"/>
              <a:t>Coloured</a:t>
            </a:r>
            <a:r>
              <a:rPr lang="de-DE" noProof="0" dirty="0"/>
              <a:t> Area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Picture on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right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EE7053F-DB9B-44B2-AD0F-3AB1F6CB5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568A48D-FC8F-4A69-A7C6-8F5625DC62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3978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568A48D-FC8F-4A69-A7C6-8F5625DC6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04" userDrawn="1">
          <p15:clr>
            <a:srgbClr val="FBAE40"/>
          </p15:clr>
        </p15:guide>
        <p15:guide id="12" pos="3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5D995C9-90CA-4EE8-9DD8-83F674139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02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5D995C9-90CA-4EE8-9DD8-83F674139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>
          <p15:clr>
            <a:srgbClr val="FBAE40"/>
          </p15:clr>
        </p15:guide>
        <p15:guide id="2" pos="2712">
          <p15:clr>
            <a:srgbClr val="FBAE40"/>
          </p15:clr>
        </p15:guide>
        <p15:guide id="3" pos="5118">
          <p15:clr>
            <a:srgbClr val="FBAE40"/>
          </p15:clr>
        </p15:guide>
        <p15:guide id="4" pos="4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A87CDE6-4D31-464C-B238-7EB6F6DBD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81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A87CDE6-4D31-464C-B238-7EB6F6DBD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111">
          <p15:clr>
            <a:srgbClr val="FBAE40"/>
          </p15:clr>
        </p15:guide>
        <p15:guide id="3" pos="3771">
          <p15:clr>
            <a:srgbClr val="FBAE40"/>
          </p15:clr>
        </p15:guide>
        <p15:guide id="4" pos="3915">
          <p15:clr>
            <a:srgbClr val="FBAE40"/>
          </p15:clr>
        </p15:guide>
        <p15:guide id="5" pos="5576">
          <p15:clr>
            <a:srgbClr val="FBAE40"/>
          </p15:clr>
        </p15:guide>
        <p15:guide id="6" pos="57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5645238-9DEC-4A72-9BA1-F517092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1CCC0F5-E43D-4616-B7C4-E058ADB68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9873D050-8C41-4684-9B1D-81971AB5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7C54160-9C46-4866-882D-50B5C096B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562CC6E-EDA2-4F9E-A09B-A2E54AB18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8D39B1E-A015-4084-940D-8BBABCAAC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31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F2FD9A65-9362-4228-B368-164FA84D1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E3B85CB-7648-45C2-8AA4-9F501EFD0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8ECEF4E8-D1ED-4741-8EA5-2F059DE1A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58C59CFA-1435-478E-96A7-9D9FDB54C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1DD4F3-1611-4813-B014-B6F6B1F774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85183DF9-0121-47E6-9B72-30EF7AB86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10578" y="-30637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Key Note </a:t>
            </a:r>
            <a:r>
              <a:rPr lang="de-DE" noProof="0" dirty="0" err="1"/>
              <a:t>slide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without</a:t>
            </a:r>
            <a:r>
              <a:rPr lang="de-DE" noProof="0" dirty="0"/>
              <a:t> Picture. </a:t>
            </a:r>
            <a:br>
              <a:rPr lang="de-DE" noProof="0" dirty="0"/>
            </a:br>
            <a:r>
              <a:rPr lang="de-DE" noProof="0" dirty="0"/>
              <a:t>(Short!) Text </a:t>
            </a:r>
            <a:r>
              <a:rPr lang="de-DE" noProof="0" dirty="0" err="1"/>
              <a:t>can</a:t>
            </a:r>
            <a:r>
              <a:rPr lang="de-DE" noProof="0" dirty="0"/>
              <a:t> </a:t>
            </a:r>
            <a:r>
              <a:rPr lang="de-DE" noProof="0" dirty="0" err="1"/>
              <a:t>be</a:t>
            </a:r>
            <a:r>
              <a:rPr lang="de-DE" noProof="0" dirty="0"/>
              <a:t> </a:t>
            </a:r>
            <a:r>
              <a:rPr lang="de-DE" noProof="0" dirty="0" err="1"/>
              <a:t>moved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715857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44" imgH="344" progId="TCLayout.ActiveDocument.1">
                  <p:embed/>
                </p:oleObj>
              </mc:Choice>
              <mc:Fallback>
                <p:oleObj name="think-cell Folie" r:id="rId23" imgW="344" imgH="344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9EE4F16-695E-4248-98E9-D0E744B1D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</a:t>
            </a:r>
            <a:r>
              <a:rPr lang="de-DE" noProof="0" dirty="0" err="1"/>
              <a:t>Uppercase</a:t>
            </a:r>
            <a:r>
              <a:rPr lang="de-DE" noProof="0" dirty="0"/>
              <a:t>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itenzahlAU1">
            <a:extLst>
              <a:ext uri="{FF2B5EF4-FFF2-40B4-BE49-F238E27FC236}">
                <a16:creationId xmlns:a16="http://schemas.microsoft.com/office/drawing/2014/main" id="{2222059C-550C-4186-A024-687BF66686BC}"/>
              </a:ext>
            </a:extLst>
          </p:cNvPr>
          <p:cNvSpPr/>
          <p:nvPr userDrawn="1"/>
        </p:nvSpPr>
        <p:spPr>
          <a:xfrm>
            <a:off x="11338527" y="6638189"/>
            <a:ext cx="3751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fld id="{13EADCD7-5958-46D5-9257-6B99F6E48D58}" type="slidenum">
              <a:rPr lang="en-GB" sz="100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lvl="0" algn="r" rtl="0"/>
              <a:t>‹#›</a:t>
            </a:fld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 -</a:t>
            </a:r>
          </a:p>
        </p:txBody>
      </p:sp>
      <p:sp>
        <p:nvSpPr>
          <p:cNvPr id="12" name="FußzeileAU1">
            <a:extLst>
              <a:ext uri="{FF2B5EF4-FFF2-40B4-BE49-F238E27FC236}">
                <a16:creationId xmlns:a16="http://schemas.microsoft.com/office/drawing/2014/main" id="{90D422AA-106A-4F31-9838-F8E0F4532E2E}"/>
              </a:ext>
            </a:extLst>
          </p:cNvPr>
          <p:cNvSpPr txBox="1">
            <a:spLocks/>
          </p:cNvSpPr>
          <p:nvPr userDrawn="1"/>
        </p:nvSpPr>
        <p:spPr>
          <a:xfrm>
            <a:off x="488947" y="6638179"/>
            <a:ext cx="137217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Department | Date | Author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D42D1FA-E8D9-4B13-727E-AB675C7190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9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CA73B1-D9DD-8162-2E62-16A2582D8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078"/>
            <a:ext cx="12192000" cy="302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6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98B8D2-FD5B-6E2C-4840-8BBA1B57C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" y="0"/>
            <a:ext cx="12155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47D363-9905-CB1D-1973-50E2D8D92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344"/>
            <a:ext cx="12192000" cy="578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09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5AacNlGr/BAk+qbGNWLSuAEAAAAAAADAAAAAAADAAAAAwADAAEA////////BQAAAAMAEAALsVVz8sidlEaBfcgboYEM9A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+DAIMAAAAFX2lkABAAAAAEkBpw2Uav8ECT6psY1YtK4ANEYXRhABsAAAAETGlua2VkU2hhcGVEYXRhAAUAAAAAAAJOYW1lABkAAABMaW5rZWRTaGFwZXNEYXRhUHJvcGVydHkAEFZlcnNpb24AAQAAAAlMYXN0V3JpdGUA9dA6Cp0BAAAAAQD/////xgDGAAAABV9pZAAQAAAABLFVc/LInZRGgX3IG6GBDPQDRGF0YQBTAAAACFByZXNlbnRhdGlvblNjYW5uZWRGb3JMaW5rZWRTaGFwZXMAAAJOdW1iZXJGb3JtYXRTZXBhcmF0b3JNb2RlAAoAAABBdXRvbWF0aWMAAAJOYW1lACQAAABMaW5rZWRTaGFwZVByZXNlbnRhdGlvblNldHRpbmdzRGF0YQAQVmVyc2lvbgAAAAAACUxhc3RXcml0ZQD90DoKn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s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EEAAAAAAAFAAAAAwAFAAAAAQADAAEBAwAAAAMA////////JQAGTGlua2VkU2hhcGVQcmVzZW50YXRpb25TZXR0aW5nc0RhdGFfMAQAAAAB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095899201485542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lank.potx" id="{2231633F-E8D4-4FCC-82C8-617614FD1B97}" vid="{CFFB0CC7-EC40-4C2E-B195-8DD6CFC3D350}"/>
    </a:ext>
  </a:extLst>
</a:theme>
</file>

<file path=ppt/theme/theme2.xml><?xml version="1.0" encoding="utf-8"?>
<a:theme xmlns:a="http://schemas.openxmlformats.org/drawingml/2006/main" name="Office">
  <a:themeElements>
    <a:clrScheme name="BMW Group 20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F0233C9957A3D4FBD28A718B6CA45C6" ma:contentTypeVersion="13" ma:contentTypeDescription="Ein neues Dokument erstellen." ma:contentTypeScope="" ma:versionID="e1ef771b5905d527d6fcef7a12f16036">
  <xsd:schema xmlns:xsd="http://www.w3.org/2001/XMLSchema" xmlns:xs="http://www.w3.org/2001/XMLSchema" xmlns:p="http://schemas.microsoft.com/office/2006/metadata/properties" xmlns:ns2="4f5f643f-9094-4562-bff3-67c8784a5768" xmlns:ns3="d021c7ec-a5e5-4e8a-bca2-ff51728e8a63" targetNamespace="http://schemas.microsoft.com/office/2006/metadata/properties" ma:root="true" ma:fieldsID="504fecc9607a6be1d0202464e05f97ac" ns2:_="" ns3:_="">
    <xsd:import namespace="4f5f643f-9094-4562-bff3-67c8784a5768"/>
    <xsd:import namespace="d021c7ec-a5e5-4e8a-bca2-ff51728e8a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5f643f-9094-4562-bff3-67c8784a57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f96b8e5b-1f52-4d89-9d30-0680d0269b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21c7ec-a5e5-4e8a-bca2-ff51728e8a6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c3559cf-eecd-4c66-8086-1616ad560e70}" ma:internalName="TaxCatchAll" ma:showField="CatchAllData" ma:web="d021c7ec-a5e5-4e8a-bca2-ff51728e8a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021c7ec-a5e5-4e8a-bca2-ff51728e8a63" xsi:nil="true"/>
    <lcf76f155ced4ddcb4097134ff3c332f xmlns="4f5f643f-9094-4562-bff3-67c8784a576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227B58-E91F-4276-B9F8-E385097CCB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5f643f-9094-4562-bff3-67c8784a5768"/>
    <ds:schemaRef ds:uri="d021c7ec-a5e5-4e8a-bca2-ff51728e8a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CFCD65-5E41-44CF-873A-DAEC5C00A6EC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d021c7ec-a5e5-4e8a-bca2-ff51728e8a63"/>
    <ds:schemaRef ds:uri="http://schemas.microsoft.com/office/2006/documentManagement/types"/>
    <ds:schemaRef ds:uri="4f5f643f-9094-4562-bff3-67c8784a576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F058727-59DB-4643-ABA9-B264DCEFDF6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BMW Group Condensed</vt:lpstr>
      <vt:lpstr>BMWGroupTN Condensed</vt:lpstr>
      <vt:lpstr>Wingdings</vt:lpstr>
      <vt:lpstr>BMW Group</vt:lpstr>
      <vt:lpstr>think-cell Folie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Ahmed, DE-870</dc:creator>
  <cp:lastModifiedBy>Mohamed Ahmed, DE-870</cp:lastModifiedBy>
  <cp:revision>2</cp:revision>
  <dcterms:created xsi:type="dcterms:W3CDTF">2026-05-17T02:59:04Z</dcterms:created>
  <dcterms:modified xsi:type="dcterms:W3CDTF">2026-05-17T06:33:33Z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0x0101000F0233C9957A3D4FBD28A718B6CA45C6</vt:lpwstr>
  </property>
  <property fmtid="{D5CDD505-2E9C-101B-9397-08002B2CF9AE}" pid="3" name="MSIP_Label_e6935750-240b-48e4-a615-66942a738439_Enabled">
    <vt:lpwstr>true</vt:lpwstr>
  </property>
  <property fmtid="{D5CDD505-2E9C-101B-9397-08002B2CF9AE}" pid="4" name="MSIP_Label_e6935750-240b-48e4-a615-66942a738439_SetDate">
    <vt:lpwstr>2025-08-04T07:35:46Z</vt:lpwstr>
  </property>
  <property fmtid="{D5CDD505-2E9C-101B-9397-08002B2CF9AE}" pid="5" name="MSIP_Label_e6935750-240b-48e4-a615-66942a738439_Method">
    <vt:lpwstr>Standard</vt:lpwstr>
  </property>
  <property fmtid="{D5CDD505-2E9C-101B-9397-08002B2CF9AE}" pid="6" name="MSIP_Label_e6935750-240b-48e4-a615-66942a738439_Name">
    <vt:lpwstr>e6935750-240b-48e4-a615-66942a738439</vt:lpwstr>
  </property>
  <property fmtid="{D5CDD505-2E9C-101B-9397-08002B2CF9AE}" pid="7" name="MSIP_Label_e6935750-240b-48e4-a615-66942a738439_SiteId">
    <vt:lpwstr>ce849bab-cc1c-465b-b62e-18f07c9ac198</vt:lpwstr>
  </property>
  <property fmtid="{D5CDD505-2E9C-101B-9397-08002B2CF9AE}" pid="8" name="MSIP_Label_e6935750-240b-48e4-a615-66942a738439_ActionId">
    <vt:lpwstr>825cc886-d864-4ebd-8fa8-13049a8131e7</vt:lpwstr>
  </property>
  <property fmtid="{D5CDD505-2E9C-101B-9397-08002B2CF9AE}" pid="9" name="MSIP_Label_e6935750-240b-48e4-a615-66942a738439_ContentBits">
    <vt:lpwstr>2</vt:lpwstr>
  </property>
  <property fmtid="{D5CDD505-2E9C-101B-9397-08002B2CF9AE}" pid="10" name="MSIP_Label_e6935750-240b-48e4-a615-66942a738439_Tag">
    <vt:lpwstr>10, 3, 0, 1</vt:lpwstr>
  </property>
  <property fmtid="{D5CDD505-2E9C-101B-9397-08002B2CF9AE}" pid="11" name="ClassificationContentMarkingFooterLocations">
    <vt:lpwstr>BMW Group 2021:4</vt:lpwstr>
  </property>
  <property fmtid="{D5CDD505-2E9C-101B-9397-08002B2CF9AE}" pid="12" name="ClassificationContentMarkingFooterText">
    <vt:lpwstr>CONFIDENTIAL</vt:lpwstr>
  </property>
  <property fmtid="{D5CDD505-2E9C-101B-9397-08002B2CF9AE}" pid="13" name="MediaServiceImageTags">
    <vt:lpwstr/>
  </property>
</Properties>
</file>