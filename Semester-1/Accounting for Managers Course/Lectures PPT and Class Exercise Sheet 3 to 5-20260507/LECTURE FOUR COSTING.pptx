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71" r:id="rId1"/>
    <p:sldMasterId id="2147484663" r:id="rId2"/>
  </p:sldMasterIdLst>
  <p:notesMasterIdLst>
    <p:notesMasterId r:id="rId59"/>
  </p:notesMasterIdLst>
  <p:handoutMasterIdLst>
    <p:handoutMasterId r:id="rId60"/>
  </p:handoutMasterIdLst>
  <p:sldIdLst>
    <p:sldId id="401" r:id="rId3"/>
    <p:sldId id="586" r:id="rId4"/>
    <p:sldId id="585" r:id="rId5"/>
    <p:sldId id="653" r:id="rId6"/>
    <p:sldId id="260" r:id="rId7"/>
    <p:sldId id="405" r:id="rId8"/>
    <p:sldId id="406" r:id="rId9"/>
    <p:sldId id="407" r:id="rId10"/>
    <p:sldId id="408" r:id="rId11"/>
    <p:sldId id="409" r:id="rId12"/>
    <p:sldId id="410" r:id="rId13"/>
    <p:sldId id="411" r:id="rId14"/>
    <p:sldId id="488" r:id="rId15"/>
    <p:sldId id="412" r:id="rId16"/>
    <p:sldId id="282" r:id="rId17"/>
    <p:sldId id="283" r:id="rId18"/>
    <p:sldId id="414" r:id="rId19"/>
    <p:sldId id="416" r:id="rId20"/>
    <p:sldId id="417" r:id="rId21"/>
    <p:sldId id="418" r:id="rId22"/>
    <p:sldId id="420" r:id="rId23"/>
    <p:sldId id="421" r:id="rId24"/>
    <p:sldId id="422" r:id="rId25"/>
    <p:sldId id="423" r:id="rId26"/>
    <p:sldId id="424" r:id="rId27"/>
    <p:sldId id="425" r:id="rId28"/>
    <p:sldId id="434" r:id="rId29"/>
    <p:sldId id="435" r:id="rId30"/>
    <p:sldId id="447" r:id="rId31"/>
    <p:sldId id="433" r:id="rId32"/>
    <p:sldId id="476" r:id="rId33"/>
    <p:sldId id="448" r:id="rId34"/>
    <p:sldId id="449" r:id="rId35"/>
    <p:sldId id="450" r:id="rId36"/>
    <p:sldId id="654" r:id="rId37"/>
    <p:sldId id="451" r:id="rId38"/>
    <p:sldId id="455" r:id="rId39"/>
    <p:sldId id="419" r:id="rId40"/>
    <p:sldId id="655" r:id="rId41"/>
    <p:sldId id="454" r:id="rId42"/>
    <p:sldId id="456" r:id="rId43"/>
    <p:sldId id="457" r:id="rId44"/>
    <p:sldId id="656" r:id="rId45"/>
    <p:sldId id="427" r:id="rId46"/>
    <p:sldId id="458" r:id="rId47"/>
    <p:sldId id="461" r:id="rId48"/>
    <p:sldId id="462" r:id="rId49"/>
    <p:sldId id="463" r:id="rId50"/>
    <p:sldId id="464" r:id="rId51"/>
    <p:sldId id="465" r:id="rId52"/>
    <p:sldId id="470" r:id="rId53"/>
    <p:sldId id="471" r:id="rId54"/>
    <p:sldId id="477" r:id="rId55"/>
    <p:sldId id="472" r:id="rId56"/>
    <p:sldId id="473" r:id="rId57"/>
    <p:sldId id="474" r:id="rId58"/>
  </p:sldIdLst>
  <p:sldSz cx="9144000" cy="6858000" type="screen4x3"/>
  <p:notesSz cx="6858000" cy="9144000"/>
  <p:custDataLst>
    <p:tags r:id="rId61"/>
  </p:custDataLst>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0"/>
        <a:cs typeface="MS PGothic" charset="0"/>
      </a:defRPr>
    </a:lvl1pPr>
    <a:lvl2pPr marL="457200" algn="l" rtl="0" eaLnBrk="0" fontAlgn="base" hangingPunct="0">
      <a:spcBef>
        <a:spcPct val="0"/>
      </a:spcBef>
      <a:spcAft>
        <a:spcPct val="0"/>
      </a:spcAft>
      <a:defRPr kern="1200">
        <a:solidFill>
          <a:schemeClr val="tx1"/>
        </a:solidFill>
        <a:latin typeface="Arial" charset="0"/>
        <a:ea typeface="ＭＳ Ｐゴシック" charset="0"/>
        <a:cs typeface="MS PGothic" charset="0"/>
      </a:defRPr>
    </a:lvl2pPr>
    <a:lvl3pPr marL="914400" algn="l" rtl="0" eaLnBrk="0" fontAlgn="base" hangingPunct="0">
      <a:spcBef>
        <a:spcPct val="0"/>
      </a:spcBef>
      <a:spcAft>
        <a:spcPct val="0"/>
      </a:spcAft>
      <a:defRPr kern="1200">
        <a:solidFill>
          <a:schemeClr val="tx1"/>
        </a:solidFill>
        <a:latin typeface="Arial" charset="0"/>
        <a:ea typeface="ＭＳ Ｐゴシック" charset="0"/>
        <a:cs typeface="MS PGothic" charset="0"/>
      </a:defRPr>
    </a:lvl3pPr>
    <a:lvl4pPr marL="1371600" algn="l" rtl="0" eaLnBrk="0" fontAlgn="base" hangingPunct="0">
      <a:spcBef>
        <a:spcPct val="0"/>
      </a:spcBef>
      <a:spcAft>
        <a:spcPct val="0"/>
      </a:spcAft>
      <a:defRPr kern="1200">
        <a:solidFill>
          <a:schemeClr val="tx1"/>
        </a:solidFill>
        <a:latin typeface="Arial" charset="0"/>
        <a:ea typeface="ＭＳ Ｐゴシック" charset="0"/>
        <a:cs typeface="MS PGothic" charset="0"/>
      </a:defRPr>
    </a:lvl4pPr>
    <a:lvl5pPr marL="1828800" algn="l" rtl="0" eaLnBrk="0" fontAlgn="base" hangingPunct="0">
      <a:spcBef>
        <a:spcPct val="0"/>
      </a:spcBef>
      <a:spcAft>
        <a:spcPct val="0"/>
      </a:spcAft>
      <a:defRPr kern="1200">
        <a:solidFill>
          <a:schemeClr val="tx1"/>
        </a:solidFill>
        <a:latin typeface="Arial" charset="0"/>
        <a:ea typeface="ＭＳ Ｐゴシック" charset="0"/>
        <a:cs typeface="MS PGothic" charset="0"/>
      </a:defRPr>
    </a:lvl5pPr>
    <a:lvl6pPr marL="2286000" algn="l" defTabSz="457200" rtl="0" eaLnBrk="1" latinLnBrk="0" hangingPunct="1">
      <a:defRPr kern="1200">
        <a:solidFill>
          <a:schemeClr val="tx1"/>
        </a:solidFill>
        <a:latin typeface="Arial" charset="0"/>
        <a:ea typeface="ＭＳ Ｐゴシック" charset="0"/>
        <a:cs typeface="MS PGothic" charset="0"/>
      </a:defRPr>
    </a:lvl6pPr>
    <a:lvl7pPr marL="2743200" algn="l" defTabSz="457200" rtl="0" eaLnBrk="1" latinLnBrk="0" hangingPunct="1">
      <a:defRPr kern="1200">
        <a:solidFill>
          <a:schemeClr val="tx1"/>
        </a:solidFill>
        <a:latin typeface="Arial" charset="0"/>
        <a:ea typeface="ＭＳ Ｐゴシック" charset="0"/>
        <a:cs typeface="MS PGothic" charset="0"/>
      </a:defRPr>
    </a:lvl7pPr>
    <a:lvl8pPr marL="3200400" algn="l" defTabSz="457200" rtl="0" eaLnBrk="1" latinLnBrk="0" hangingPunct="1">
      <a:defRPr kern="1200">
        <a:solidFill>
          <a:schemeClr val="tx1"/>
        </a:solidFill>
        <a:latin typeface="Arial" charset="0"/>
        <a:ea typeface="ＭＳ Ｐゴシック" charset="0"/>
        <a:cs typeface="MS PGothic" charset="0"/>
      </a:defRPr>
    </a:lvl8pPr>
    <a:lvl9pPr marL="3657600" algn="l" defTabSz="457200" rtl="0" eaLnBrk="1" latinLnBrk="0" hangingPunct="1">
      <a:defRPr kern="1200">
        <a:solidFill>
          <a:schemeClr val="tx1"/>
        </a:solidFill>
        <a:latin typeface="Arial" charset="0"/>
        <a:ea typeface="ＭＳ Ｐゴシック" charset="0"/>
        <a:cs typeface="MS PGothic" charset="0"/>
      </a:defRPr>
    </a:lvl9pPr>
  </p:defaultTextStyle>
  <p:extLst>
    <p:ext uri="{521415D9-36F7-43E2-AB2F-B90AF26B5E84}">
      <p14:sectionLst xmlns:p14="http://schemas.microsoft.com/office/powerpoint/2010/main">
        <p14:section name="Main Content" id="{B53C3740-E4D0-408F-B844-FBDB6ECAA50C}">
          <p14:sldIdLst>
            <p14:sldId id="401"/>
            <p14:sldId id="586"/>
            <p14:sldId id="585"/>
            <p14:sldId id="653"/>
            <p14:sldId id="260"/>
            <p14:sldId id="405"/>
            <p14:sldId id="406"/>
            <p14:sldId id="407"/>
            <p14:sldId id="408"/>
            <p14:sldId id="409"/>
            <p14:sldId id="410"/>
            <p14:sldId id="411"/>
            <p14:sldId id="488"/>
            <p14:sldId id="412"/>
            <p14:sldId id="282"/>
            <p14:sldId id="283"/>
            <p14:sldId id="414"/>
            <p14:sldId id="416"/>
            <p14:sldId id="417"/>
            <p14:sldId id="418"/>
            <p14:sldId id="420"/>
            <p14:sldId id="421"/>
            <p14:sldId id="422"/>
            <p14:sldId id="423"/>
            <p14:sldId id="424"/>
            <p14:sldId id="425"/>
            <p14:sldId id="434"/>
            <p14:sldId id="435"/>
            <p14:sldId id="447"/>
            <p14:sldId id="433"/>
            <p14:sldId id="476"/>
            <p14:sldId id="448"/>
            <p14:sldId id="449"/>
            <p14:sldId id="450"/>
            <p14:sldId id="654"/>
            <p14:sldId id="451"/>
            <p14:sldId id="455"/>
            <p14:sldId id="419"/>
            <p14:sldId id="655"/>
            <p14:sldId id="454"/>
            <p14:sldId id="456"/>
            <p14:sldId id="457"/>
            <p14:sldId id="656"/>
            <p14:sldId id="427"/>
            <p14:sldId id="458"/>
            <p14:sldId id="461"/>
            <p14:sldId id="462"/>
            <p14:sldId id="463"/>
            <p14:sldId id="464"/>
            <p14:sldId id="465"/>
            <p14:sldId id="470"/>
            <p14:sldId id="471"/>
            <p14:sldId id="477"/>
            <p14:sldId id="472"/>
            <p14:sldId id="473"/>
            <p14:sldId id="474"/>
          </p14:sldIdLst>
        </p14:section>
        <p14:section name="Appendix: Image Descriptions for Unsighted Students" id="{EF5AB982-F9B9-4305-BA24-2355D6D0E24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ADE4"/>
    <a:srgbClr val="1C6293"/>
    <a:srgbClr val="008000"/>
    <a:srgbClr val="B8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32" autoAdjust="0"/>
    <p:restoredTop sz="93812" autoAdjust="0"/>
  </p:normalViewPr>
  <p:slideViewPr>
    <p:cSldViewPr>
      <p:cViewPr varScale="1">
        <p:scale>
          <a:sx n="64" d="100"/>
          <a:sy n="64" d="100"/>
        </p:scale>
        <p:origin x="825" y="39"/>
      </p:cViewPr>
      <p:guideLst>
        <p:guide orient="horz" pos="2160"/>
        <p:guide pos="2880"/>
      </p:guideLst>
    </p:cSldViewPr>
  </p:slideViewPr>
  <p:outlineViewPr>
    <p:cViewPr>
      <p:scale>
        <a:sx n="33" d="100"/>
        <a:sy n="33" d="100"/>
      </p:scale>
      <p:origin x="0" y="-720"/>
    </p:cViewPr>
  </p:outlineViewPr>
  <p:notesTextViewPr>
    <p:cViewPr>
      <p:scale>
        <a:sx n="100" d="100"/>
        <a:sy n="100" d="100"/>
      </p:scale>
      <p:origin x="0" y="0"/>
    </p:cViewPr>
  </p:notesTextViewPr>
  <p:sorterViewPr>
    <p:cViewPr>
      <p:scale>
        <a:sx n="66" d="100"/>
        <a:sy n="66" d="100"/>
      </p:scale>
      <p:origin x="0" y="4576"/>
    </p:cViewPr>
  </p:sorterViewPr>
  <p:notesViewPr>
    <p:cSldViewPr>
      <p:cViewPr varScale="1">
        <p:scale>
          <a:sx n="85" d="100"/>
          <a:sy n="85" d="100"/>
        </p:scale>
        <p:origin x="380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microsoft.com/office/2016/11/relationships/changesInfo" Target="changesInfos/changesInfo1.xml"/><Relationship Id="rId5" Type="http://schemas.openxmlformats.org/officeDocument/2006/relationships/slide" Target="slides/slide3.xml"/><Relationship Id="rId61" Type="http://schemas.openxmlformats.org/officeDocument/2006/relationships/tags" Target="tags/tag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handoutMaster" Target="handoutMasters/handoutMaster1.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a Ramadan" userId="c0ecf777-ba1c-427e-9e8a-21cf1c8cb74e" providerId="ADAL" clId="{A62C7648-6038-43EF-9526-7AC95784EFEB}"/>
    <pc:docChg chg="custSel addSld delSld modSld modSection">
      <pc:chgData name="Maha Ramadan" userId="c0ecf777-ba1c-427e-9e8a-21cf1c8cb74e" providerId="ADAL" clId="{A62C7648-6038-43EF-9526-7AC95784EFEB}" dt="2026-04-18T14:42:51.626" v="103" actId="20577"/>
      <pc:docMkLst>
        <pc:docMk/>
      </pc:docMkLst>
      <pc:sldChg chg="del">
        <pc:chgData name="Maha Ramadan" userId="c0ecf777-ba1c-427e-9e8a-21cf1c8cb74e" providerId="ADAL" clId="{A62C7648-6038-43EF-9526-7AC95784EFEB}" dt="2026-04-18T13:50:14.522" v="75" actId="47"/>
        <pc:sldMkLst>
          <pc:docMk/>
          <pc:sldMk cId="0" sldId="266"/>
        </pc:sldMkLst>
      </pc:sldChg>
      <pc:sldChg chg="del">
        <pc:chgData name="Maha Ramadan" userId="c0ecf777-ba1c-427e-9e8a-21cf1c8cb74e" providerId="ADAL" clId="{A62C7648-6038-43EF-9526-7AC95784EFEB}" dt="2026-04-18T13:50:14.522" v="75" actId="47"/>
        <pc:sldMkLst>
          <pc:docMk/>
          <pc:sldMk cId="0" sldId="267"/>
        </pc:sldMkLst>
      </pc:sldChg>
      <pc:sldChg chg="del">
        <pc:chgData name="Maha Ramadan" userId="c0ecf777-ba1c-427e-9e8a-21cf1c8cb74e" providerId="ADAL" clId="{A62C7648-6038-43EF-9526-7AC95784EFEB}" dt="2026-04-18T13:50:14.522" v="75" actId="47"/>
        <pc:sldMkLst>
          <pc:docMk/>
          <pc:sldMk cId="0" sldId="268"/>
        </pc:sldMkLst>
      </pc:sldChg>
      <pc:sldChg chg="del">
        <pc:chgData name="Maha Ramadan" userId="c0ecf777-ba1c-427e-9e8a-21cf1c8cb74e" providerId="ADAL" clId="{A62C7648-6038-43EF-9526-7AC95784EFEB}" dt="2026-04-18T13:50:14.522" v="75" actId="47"/>
        <pc:sldMkLst>
          <pc:docMk/>
          <pc:sldMk cId="0" sldId="269"/>
        </pc:sldMkLst>
      </pc:sldChg>
      <pc:sldChg chg="del">
        <pc:chgData name="Maha Ramadan" userId="c0ecf777-ba1c-427e-9e8a-21cf1c8cb74e" providerId="ADAL" clId="{A62C7648-6038-43EF-9526-7AC95784EFEB}" dt="2026-04-18T13:50:14.522" v="75" actId="47"/>
        <pc:sldMkLst>
          <pc:docMk/>
          <pc:sldMk cId="3516452781" sldId="301"/>
        </pc:sldMkLst>
      </pc:sldChg>
      <pc:sldChg chg="del">
        <pc:chgData name="Maha Ramadan" userId="c0ecf777-ba1c-427e-9e8a-21cf1c8cb74e" providerId="ADAL" clId="{A62C7648-6038-43EF-9526-7AC95784EFEB}" dt="2026-04-18T13:50:14.522" v="75" actId="47"/>
        <pc:sldMkLst>
          <pc:docMk/>
          <pc:sldMk cId="433850917" sldId="307"/>
        </pc:sldMkLst>
      </pc:sldChg>
      <pc:sldChg chg="modSp mod">
        <pc:chgData name="Maha Ramadan" userId="c0ecf777-ba1c-427e-9e8a-21cf1c8cb74e" providerId="ADAL" clId="{A62C7648-6038-43EF-9526-7AC95784EFEB}" dt="2026-04-18T14:42:51.626" v="103" actId="20577"/>
        <pc:sldMkLst>
          <pc:docMk/>
          <pc:sldMk cId="0" sldId="401"/>
        </pc:sldMkLst>
        <pc:spChg chg="mod">
          <ac:chgData name="Maha Ramadan" userId="c0ecf777-ba1c-427e-9e8a-21cf1c8cb74e" providerId="ADAL" clId="{A62C7648-6038-43EF-9526-7AC95784EFEB}" dt="2026-04-18T14:42:51.626" v="103" actId="20577"/>
          <ac:spMkLst>
            <pc:docMk/>
            <pc:sldMk cId="0" sldId="401"/>
            <ac:spMk id="3074" creationId="{00000000-0000-0000-0000-000000000000}"/>
          </ac:spMkLst>
        </pc:spChg>
      </pc:sldChg>
      <pc:sldChg chg="del">
        <pc:chgData name="Maha Ramadan" userId="c0ecf777-ba1c-427e-9e8a-21cf1c8cb74e" providerId="ADAL" clId="{A62C7648-6038-43EF-9526-7AC95784EFEB}" dt="2026-04-18T13:49:26.508" v="74" actId="47"/>
        <pc:sldMkLst>
          <pc:docMk/>
          <pc:sldMk cId="0" sldId="404"/>
        </pc:sldMkLst>
      </pc:sldChg>
      <pc:sldChg chg="del">
        <pc:chgData name="Maha Ramadan" userId="c0ecf777-ba1c-427e-9e8a-21cf1c8cb74e" providerId="ADAL" clId="{A62C7648-6038-43EF-9526-7AC95784EFEB}" dt="2026-04-18T13:50:14.522" v="75" actId="47"/>
        <pc:sldMkLst>
          <pc:docMk/>
          <pc:sldMk cId="3279095429" sldId="518"/>
        </pc:sldMkLst>
      </pc:sldChg>
      <pc:sldChg chg="del">
        <pc:chgData name="Maha Ramadan" userId="c0ecf777-ba1c-427e-9e8a-21cf1c8cb74e" providerId="ADAL" clId="{A62C7648-6038-43EF-9526-7AC95784EFEB}" dt="2026-04-18T13:50:14.522" v="75" actId="47"/>
        <pc:sldMkLst>
          <pc:docMk/>
          <pc:sldMk cId="2165652242" sldId="519"/>
        </pc:sldMkLst>
      </pc:sldChg>
      <pc:sldChg chg="del">
        <pc:chgData name="Maha Ramadan" userId="c0ecf777-ba1c-427e-9e8a-21cf1c8cb74e" providerId="ADAL" clId="{A62C7648-6038-43EF-9526-7AC95784EFEB}" dt="2026-04-18T13:50:14.522" v="75" actId="47"/>
        <pc:sldMkLst>
          <pc:docMk/>
          <pc:sldMk cId="3261273167" sldId="526"/>
        </pc:sldMkLst>
      </pc:sldChg>
      <pc:sldChg chg="del">
        <pc:chgData name="Maha Ramadan" userId="c0ecf777-ba1c-427e-9e8a-21cf1c8cb74e" providerId="ADAL" clId="{A62C7648-6038-43EF-9526-7AC95784EFEB}" dt="2026-04-18T13:50:14.522" v="75" actId="47"/>
        <pc:sldMkLst>
          <pc:docMk/>
          <pc:sldMk cId="1083077944" sldId="527"/>
        </pc:sldMkLst>
      </pc:sldChg>
      <pc:sldChg chg="del">
        <pc:chgData name="Maha Ramadan" userId="c0ecf777-ba1c-427e-9e8a-21cf1c8cb74e" providerId="ADAL" clId="{A62C7648-6038-43EF-9526-7AC95784EFEB}" dt="2026-04-18T13:50:14.522" v="75" actId="47"/>
        <pc:sldMkLst>
          <pc:docMk/>
          <pc:sldMk cId="4002255078" sldId="541"/>
        </pc:sldMkLst>
      </pc:sldChg>
      <pc:sldChg chg="del">
        <pc:chgData name="Maha Ramadan" userId="c0ecf777-ba1c-427e-9e8a-21cf1c8cb74e" providerId="ADAL" clId="{A62C7648-6038-43EF-9526-7AC95784EFEB}" dt="2026-04-18T13:50:14.522" v="75" actId="47"/>
        <pc:sldMkLst>
          <pc:docMk/>
          <pc:sldMk cId="1171869425" sldId="542"/>
        </pc:sldMkLst>
      </pc:sldChg>
      <pc:sldChg chg="del">
        <pc:chgData name="Maha Ramadan" userId="c0ecf777-ba1c-427e-9e8a-21cf1c8cb74e" providerId="ADAL" clId="{A62C7648-6038-43EF-9526-7AC95784EFEB}" dt="2026-04-18T13:50:14.522" v="75" actId="47"/>
        <pc:sldMkLst>
          <pc:docMk/>
          <pc:sldMk cId="2258963472" sldId="543"/>
        </pc:sldMkLst>
      </pc:sldChg>
      <pc:sldChg chg="del">
        <pc:chgData name="Maha Ramadan" userId="c0ecf777-ba1c-427e-9e8a-21cf1c8cb74e" providerId="ADAL" clId="{A62C7648-6038-43EF-9526-7AC95784EFEB}" dt="2026-04-18T13:50:17.354" v="76" actId="47"/>
        <pc:sldMkLst>
          <pc:docMk/>
          <pc:sldMk cId="0" sldId="1116"/>
        </pc:sldMkLst>
      </pc:sldChg>
      <pc:sldChg chg="del">
        <pc:chgData name="Maha Ramadan" userId="c0ecf777-ba1c-427e-9e8a-21cf1c8cb74e" providerId="ADAL" clId="{A62C7648-6038-43EF-9526-7AC95784EFEB}" dt="2026-04-18T13:50:14.522" v="75" actId="47"/>
        <pc:sldMkLst>
          <pc:docMk/>
          <pc:sldMk cId="1870381709" sldId="1188"/>
        </pc:sldMkLst>
      </pc:sldChg>
      <pc:sldMasterChg chg="delSldLayout">
        <pc:chgData name="Maha Ramadan" userId="c0ecf777-ba1c-427e-9e8a-21cf1c8cb74e" providerId="ADAL" clId="{A62C7648-6038-43EF-9526-7AC95784EFEB}" dt="2026-04-18T13:50:14.522" v="75" actId="47"/>
        <pc:sldMasterMkLst>
          <pc:docMk/>
          <pc:sldMasterMk cId="0" sldId="2147484371"/>
        </pc:sldMasterMkLst>
        <pc:sldLayoutChg chg="del">
          <pc:chgData name="Maha Ramadan" userId="c0ecf777-ba1c-427e-9e8a-21cf1c8cb74e" providerId="ADAL" clId="{A62C7648-6038-43EF-9526-7AC95784EFEB}" dt="2026-04-18T13:50:14.522" v="75" actId="47"/>
          <pc:sldLayoutMkLst>
            <pc:docMk/>
            <pc:sldMasterMk cId="0" sldId="2147484371"/>
            <pc:sldLayoutMk cId="3667520656" sldId="2147484660"/>
          </pc:sldLayoutMkLst>
        </pc:sldLayoutChg>
        <pc:sldLayoutChg chg="del">
          <pc:chgData name="Maha Ramadan" userId="c0ecf777-ba1c-427e-9e8a-21cf1c8cb74e" providerId="ADAL" clId="{A62C7648-6038-43EF-9526-7AC95784EFEB}" dt="2026-04-18T13:50:14.522" v="75" actId="47"/>
          <pc:sldLayoutMkLst>
            <pc:docMk/>
            <pc:sldMasterMk cId="0" sldId="2147484371"/>
            <pc:sldLayoutMk cId="3626744555" sldId="2147484661"/>
          </pc:sldLayoutMkLst>
        </pc:sldLayoutChg>
        <pc:sldLayoutChg chg="del">
          <pc:chgData name="Maha Ramadan" userId="c0ecf777-ba1c-427e-9e8a-21cf1c8cb74e" providerId="ADAL" clId="{A62C7648-6038-43EF-9526-7AC95784EFEB}" dt="2026-04-18T13:50:14.522" v="75" actId="47"/>
          <pc:sldLayoutMkLst>
            <pc:docMk/>
            <pc:sldMasterMk cId="0" sldId="2147484371"/>
            <pc:sldLayoutMk cId="3713553327" sldId="2147484662"/>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p:cNvSpPr txBox="1"/>
          <p:nvPr/>
        </p:nvSpPr>
        <p:spPr>
          <a:xfrm>
            <a:off x="3733800" y="0"/>
            <a:ext cx="3124200" cy="246063"/>
          </a:xfrm>
          <a:prstGeom prst="rect">
            <a:avLst/>
          </a:prstGeom>
          <a:noFill/>
        </p:spPr>
        <p:txBody>
          <a:bodyPr>
            <a:spAutoFit/>
          </a:bodyPr>
          <a:lstStyle>
            <a:lvl1pPr>
              <a:defRPr>
                <a:solidFill>
                  <a:schemeClr val="tx1"/>
                </a:solidFill>
                <a:latin typeface="Arial" charset="0"/>
                <a:ea typeface="ＭＳ Ｐゴシック" charset="0"/>
                <a:cs typeface="MS PGothic" charset="0"/>
              </a:defRPr>
            </a:lvl1pPr>
            <a:lvl2pPr marL="742950" indent="-285750">
              <a:defRPr>
                <a:solidFill>
                  <a:schemeClr val="tx1"/>
                </a:solidFill>
                <a:latin typeface="Arial" charset="0"/>
                <a:ea typeface="MS PGothic" charset="0"/>
                <a:cs typeface="MS PGothic" charset="0"/>
              </a:defRPr>
            </a:lvl2pPr>
            <a:lvl3pPr marL="1143000" indent="-228600">
              <a:defRPr>
                <a:solidFill>
                  <a:schemeClr val="tx1"/>
                </a:solidFill>
                <a:latin typeface="Arial" charset="0"/>
                <a:ea typeface="MS PGothic" charset="0"/>
                <a:cs typeface="MS PGothic" charset="0"/>
              </a:defRPr>
            </a:lvl3pPr>
            <a:lvl4pPr marL="1600200" indent="-228600">
              <a:defRPr>
                <a:solidFill>
                  <a:schemeClr val="tx1"/>
                </a:solidFill>
                <a:latin typeface="Arial" charset="0"/>
                <a:ea typeface="MS PGothic" charset="0"/>
                <a:cs typeface="MS PGothic" charset="0"/>
              </a:defRPr>
            </a:lvl4pPr>
            <a:lvl5pPr marL="2057400" indent="-2286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pPr algn="r" eaLnBrk="1" hangingPunct="1"/>
            <a:r>
              <a:rPr lang="en-US" sz="1000"/>
              <a:t>2A-</a:t>
            </a:r>
            <a:fld id="{48F1AC41-446C-6042-89B7-036C73A900A9}" type="slidenum">
              <a:rPr lang="en-US" sz="1000"/>
              <a:pPr algn="r" eaLnBrk="1" hangingPunct="1"/>
              <a:t>‹#›</a:t>
            </a:fld>
            <a:endParaRPr lang="en-US" sz="1000"/>
          </a:p>
        </p:txBody>
      </p:sp>
    </p:spTree>
    <p:extLst>
      <p:ext uri="{BB962C8B-B14F-4D97-AF65-F5344CB8AC3E}">
        <p14:creationId xmlns:p14="http://schemas.microsoft.com/office/powerpoint/2010/main" val="3791125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Box 7"/>
          <p:cNvSpPr txBox="1"/>
          <p:nvPr/>
        </p:nvSpPr>
        <p:spPr>
          <a:xfrm>
            <a:off x="6019800" y="0"/>
            <a:ext cx="838200" cy="261938"/>
          </a:xfrm>
          <a:prstGeom prst="rect">
            <a:avLst/>
          </a:prstGeom>
          <a:noFill/>
        </p:spPr>
        <p:txBody>
          <a:bodyPr>
            <a:spAutoFit/>
          </a:bodyPr>
          <a:lstStyle>
            <a:lvl1pPr>
              <a:defRPr>
                <a:solidFill>
                  <a:schemeClr val="tx1"/>
                </a:solidFill>
                <a:latin typeface="Arial" charset="0"/>
                <a:ea typeface="ＭＳ Ｐゴシック" charset="0"/>
                <a:cs typeface="MS PGothic" charset="0"/>
              </a:defRPr>
            </a:lvl1pPr>
            <a:lvl2pPr marL="742950" indent="-285750">
              <a:defRPr>
                <a:solidFill>
                  <a:schemeClr val="tx1"/>
                </a:solidFill>
                <a:latin typeface="Arial" charset="0"/>
                <a:ea typeface="MS PGothic" charset="0"/>
                <a:cs typeface="MS PGothic" charset="0"/>
              </a:defRPr>
            </a:lvl2pPr>
            <a:lvl3pPr marL="1143000" indent="-228600">
              <a:defRPr>
                <a:solidFill>
                  <a:schemeClr val="tx1"/>
                </a:solidFill>
                <a:latin typeface="Arial" charset="0"/>
                <a:ea typeface="MS PGothic" charset="0"/>
                <a:cs typeface="MS PGothic" charset="0"/>
              </a:defRPr>
            </a:lvl3pPr>
            <a:lvl4pPr marL="1600200" indent="-228600">
              <a:defRPr>
                <a:solidFill>
                  <a:schemeClr val="tx1"/>
                </a:solidFill>
                <a:latin typeface="Arial" charset="0"/>
                <a:ea typeface="MS PGothic" charset="0"/>
                <a:cs typeface="MS PGothic" charset="0"/>
              </a:defRPr>
            </a:lvl4pPr>
            <a:lvl5pPr marL="2057400" indent="-2286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pPr algn="r" eaLnBrk="1" hangingPunct="1"/>
            <a:r>
              <a:rPr lang="en-US" sz="1100"/>
              <a:t>2A-</a:t>
            </a:r>
            <a:fld id="{E1CA2CE4-E8B1-E843-912C-C28AF0CA117D}" type="slidenum">
              <a:rPr lang="en-US" sz="1100"/>
              <a:pPr algn="r" eaLnBrk="1" hangingPunct="1"/>
              <a:t>‹#›</a:t>
            </a:fld>
            <a:endParaRPr lang="en-US" sz="1100"/>
          </a:p>
        </p:txBody>
      </p:sp>
    </p:spTree>
    <p:extLst>
      <p:ext uri="{BB962C8B-B14F-4D97-AF65-F5344CB8AC3E}">
        <p14:creationId xmlns:p14="http://schemas.microsoft.com/office/powerpoint/2010/main" val="32594903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charset="0"/>
        <a:cs typeface="MS PGothic" charset="0"/>
      </a:defRPr>
    </a:lvl1pPr>
    <a:lvl2pPr marL="457200" algn="l"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2pPr>
    <a:lvl3pPr marL="914400" algn="l"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3pPr>
    <a:lvl4pPr marL="1371600" algn="l"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4pPr>
    <a:lvl5pPr marL="1828800" algn="l" rtl="0" eaLnBrk="0" fontAlgn="base" hangingPunct="0">
      <a:spcBef>
        <a:spcPct val="30000"/>
      </a:spcBef>
      <a:spcAft>
        <a:spcPct val="0"/>
      </a:spcAft>
      <a:defRPr sz="1200" kern="1200">
        <a:solidFill>
          <a:schemeClr val="tx1"/>
        </a:solidFill>
        <a:latin typeface="+mn-lt"/>
        <a:ea typeface="MS PGothic" pitchFamily="34" charset="-128"/>
        <a:cs typeface="MS PGothic"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noRot="1" noChangeAspect="1" noChangeArrowheads="1" noTextEdit="1"/>
          </p:cNvSpPr>
          <p:nvPr>
            <p:ph type="sldImg"/>
          </p:nvPr>
        </p:nvSpPr>
        <p:spPr bwMode="auto">
          <a:xfrm>
            <a:off x="1144588" y="685800"/>
            <a:ext cx="4570412" cy="3427413"/>
          </a:xfrm>
          <a:solidFill>
            <a:srgbClr val="FFFFFF"/>
          </a:solidFill>
          <a:ln>
            <a:solidFill>
              <a:srgbClr val="000000"/>
            </a:solidFill>
            <a:miter lim="800000"/>
            <a:headEnd/>
            <a:tailEnd/>
          </a:ln>
          <a:extLst>
            <a:ext uri="{FAA26D3D-D897-4be2-8F04-BA451C77F1D7}">
              <ma14:placeholderFlag xmlns:ma14="http://schemas.microsoft.com/office/mac/drawingml/2011/main" xmlns="" val="1"/>
            </a:ext>
          </a:extLst>
        </p:spPr>
      </p:sp>
      <p:sp>
        <p:nvSpPr>
          <p:cNvPr id="16386" name="Rectangle 3"/>
          <p:cNvSpPr>
            <a:spLocks noGrp="1" noChangeArrowheads="1"/>
          </p:cNvSpPr>
          <p:nvPr>
            <p:ph type="body" idx="1"/>
          </p:nvPr>
        </p:nvSpPr>
        <p:spPr bwMode="auto">
          <a:solidFill>
            <a:srgbClr val="FFFFFF"/>
          </a:solidFill>
          <a:extLs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lIns="90416" tIns="45208" rIns="90416" bIns="45208" numCol="1" anchor="t" anchorCtr="0" compatLnSpc="1">
            <a:prstTxWarp prst="textNoShape">
              <a:avLst/>
            </a:prstTxWarp>
          </a:bodyPr>
          <a:lstStyle/>
          <a:p>
            <a:endParaRPr lang="en-US">
              <a:latin typeface="Calibri" charset="0"/>
            </a:endParaRPr>
          </a:p>
        </p:txBody>
      </p:sp>
    </p:spTree>
    <p:extLst>
      <p:ext uri="{BB962C8B-B14F-4D97-AF65-F5344CB8AC3E}">
        <p14:creationId xmlns:p14="http://schemas.microsoft.com/office/powerpoint/2010/main" val="2951096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DC51814-3B91-4036-94D2-3977634EE214}" type="slidenum">
              <a:rPr lang="en-US" smtClean="0"/>
              <a:t>3</a:t>
            </a:fld>
            <a:endParaRPr lang="en-US" dirty="0"/>
          </a:p>
        </p:txBody>
      </p:sp>
    </p:spTree>
    <p:extLst>
      <p:ext uri="{BB962C8B-B14F-4D97-AF65-F5344CB8AC3E}">
        <p14:creationId xmlns:p14="http://schemas.microsoft.com/office/powerpoint/2010/main" val="26079179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p:txBody>
          <a:bodyPr/>
          <a:lstStyle/>
          <a:p>
            <a:pPr>
              <a:defRPr/>
            </a:pPr>
            <a:fld id="{E7F4BA56-68BB-464D-BF1C-400C60A01107}" type="slidenum">
              <a:rPr lang="en-US" smtClean="0"/>
              <a:pPr>
                <a:defRPr/>
              </a:pPr>
              <a:t>4</a:t>
            </a:fld>
            <a:endParaRPr lang="en-US" dirty="0"/>
          </a:p>
        </p:txBody>
      </p:sp>
      <p:sp>
        <p:nvSpPr>
          <p:cNvPr id="50178" name="Rectangle 2"/>
          <p:cNvSpPr>
            <a:spLocks noGrp="1" noRot="1" noChangeAspect="1" noChangeArrowheads="1" noTextEdit="1"/>
          </p:cNvSpPr>
          <p:nvPr>
            <p:ph type="sldImg"/>
          </p:nvPr>
        </p:nvSpPr>
        <p:spPr>
          <a:ln/>
        </p:spPr>
      </p:sp>
      <p:sp>
        <p:nvSpPr>
          <p:cNvPr id="720899" name="Rectangle 3"/>
          <p:cNvSpPr>
            <a:spLocks noGrp="1" noChangeArrowheads="1"/>
          </p:cNvSpPr>
          <p:nvPr>
            <p:ph type="body" idx="1"/>
          </p:nvPr>
        </p:nvSpPr>
        <p:spPr/>
        <p:txBody>
          <a:bodyPr/>
          <a:lstStyle/>
          <a:p>
            <a:pPr>
              <a:spcBef>
                <a:spcPct val="50000"/>
              </a:spcBef>
              <a:defRPr/>
            </a:pPr>
            <a:r>
              <a:rPr lang="en-US" dirty="0">
                <a:solidFill>
                  <a:srgbClr val="FFFFFF"/>
                </a:solidFill>
                <a:effectLst>
                  <a:outerShdw blurRad="38100" dist="38100" dir="2700000" algn="tl">
                    <a:srgbClr val="000000"/>
                  </a:outerShdw>
                </a:effectLst>
              </a:rPr>
              <a:t>Direct costs are physically traced to a cost object. Indirect costs are allocated using a cost-allocation base.</a:t>
            </a:r>
          </a:p>
          <a:p>
            <a:pPr>
              <a:spcBef>
                <a:spcPct val="50000"/>
              </a:spcBef>
              <a:defRPr/>
            </a:pPr>
            <a:endParaRPr lang="en-US" dirty="0">
              <a:solidFill>
                <a:srgbClr val="FFFFFF"/>
              </a:solidFill>
              <a:effectLst>
                <a:outerShdw blurRad="38100" dist="38100" dir="2700000" algn="tl">
                  <a:srgbClr val="000000"/>
                </a:outerShdw>
              </a:effectLst>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C51814-3B91-4036-94D2-3977634EE21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973326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24578" name="Rectangle 5"/>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atin typeface="Calibri" charset="0"/>
            </a:endParaRPr>
          </a:p>
        </p:txBody>
      </p:sp>
    </p:spTree>
    <p:extLst>
      <p:ext uri="{BB962C8B-B14F-4D97-AF65-F5344CB8AC3E}">
        <p14:creationId xmlns:p14="http://schemas.microsoft.com/office/powerpoint/2010/main" val="2592272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26626" name="Rectangle 5"/>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atin typeface="Calibri" charset="0"/>
            </a:endParaRPr>
          </a:p>
        </p:txBody>
      </p:sp>
    </p:spTree>
    <p:extLst>
      <p:ext uri="{BB962C8B-B14F-4D97-AF65-F5344CB8AC3E}">
        <p14:creationId xmlns:p14="http://schemas.microsoft.com/office/powerpoint/2010/main" val="11230688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28674" name="Rectangle 5"/>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atin typeface="Calibri" charset="0"/>
            </a:endParaRPr>
          </a:p>
        </p:txBody>
      </p:sp>
    </p:spTree>
    <p:extLst>
      <p:ext uri="{BB962C8B-B14F-4D97-AF65-F5344CB8AC3E}">
        <p14:creationId xmlns:p14="http://schemas.microsoft.com/office/powerpoint/2010/main" val="1590047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0722" name="Rectangle 5"/>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atin typeface="Calibri" charset="0"/>
            </a:endParaRPr>
          </a:p>
        </p:txBody>
      </p:sp>
    </p:spTree>
    <p:extLst>
      <p:ext uri="{BB962C8B-B14F-4D97-AF65-F5344CB8AC3E}">
        <p14:creationId xmlns:p14="http://schemas.microsoft.com/office/powerpoint/2010/main" val="37895293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2770" name="Rectangle 5"/>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atin typeface="Calibri" charset="0"/>
            </a:endParaRPr>
          </a:p>
        </p:txBody>
      </p:sp>
    </p:spTree>
    <p:extLst>
      <p:ext uri="{BB962C8B-B14F-4D97-AF65-F5344CB8AC3E}">
        <p14:creationId xmlns:p14="http://schemas.microsoft.com/office/powerpoint/2010/main" val="35471633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4818" name="Rectangle 5"/>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atin typeface="Calibri" charset="0"/>
            </a:endParaRPr>
          </a:p>
        </p:txBody>
      </p:sp>
    </p:spTree>
    <p:extLst>
      <p:ext uri="{BB962C8B-B14F-4D97-AF65-F5344CB8AC3E}">
        <p14:creationId xmlns:p14="http://schemas.microsoft.com/office/powerpoint/2010/main" val="2820815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turn now to overhead costs. Unlike direct materials and direct labor, actual overhead costs are not traced directly to individual jobs. Still, each job’s total cost must include estimated overhead costs. The accounting for overhead costs follows the four-step process shown in this slide. Overhead accounting requires managers to first estimate what total overhead costs will be for the coming period. We cannot wait until the end of a period to allocate overhead to jobs, because managers’ decisions require up-to-date costs. This estimated overhead cost, even if it is not exactly precise, is needed to estimate a job’s total costs before its completion. Such estimated costs are useful for managers in many decisions, including setting prices and identifying costs that are out of control. At the end of the year, the company adjusts its estimated overhead to the actual amount of overhead incurred for that year, and then considers whether to change its predetermined overhead rate for the next year. </a:t>
            </a:r>
            <a:endParaRPr lang="en-US" altLang="en-US" dirty="0"/>
          </a:p>
        </p:txBody>
      </p:sp>
    </p:spTree>
    <p:extLst>
      <p:ext uri="{BB962C8B-B14F-4D97-AF65-F5344CB8AC3E}">
        <p14:creationId xmlns:p14="http://schemas.microsoft.com/office/powerpoint/2010/main" val="38555476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36866" name="Rectangle 5"/>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atin typeface="Calibri" charset="0"/>
            </a:endParaRPr>
          </a:p>
        </p:txBody>
      </p:sp>
    </p:spTree>
    <p:extLst>
      <p:ext uri="{BB962C8B-B14F-4D97-AF65-F5344CB8AC3E}">
        <p14:creationId xmlns:p14="http://schemas.microsoft.com/office/powerpoint/2010/main" val="24791387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$1000,000/ 100,000DL </a:t>
            </a:r>
            <a:r>
              <a:rPr lang="en-US" dirty="0" err="1"/>
              <a:t>hrs</a:t>
            </a:r>
            <a:r>
              <a:rPr lang="en-US" dirty="0"/>
              <a:t>= $10/</a:t>
            </a:r>
            <a:r>
              <a:rPr lang="en-US" dirty="0" err="1"/>
              <a:t>Dlhrs</a:t>
            </a:r>
            <a:endParaRPr lang="en-US" dirty="0"/>
          </a:p>
          <a:p>
            <a:r>
              <a:rPr lang="en-US" dirty="0"/>
              <a:t>DM……</a:t>
            </a:r>
          </a:p>
          <a:p>
            <a:r>
              <a:rPr lang="en-US" dirty="0"/>
              <a:t>DLC  50X$20/</a:t>
            </a:r>
            <a:r>
              <a:rPr lang="en-US" dirty="0" err="1"/>
              <a:t>hr</a:t>
            </a:r>
            <a:r>
              <a:rPr lang="en-US" dirty="0"/>
              <a:t> =1000</a:t>
            </a:r>
          </a:p>
          <a:p>
            <a:r>
              <a:rPr lang="en-US" dirty="0"/>
              <a:t>Oh   50 x 10   500</a:t>
            </a:r>
          </a:p>
        </p:txBody>
      </p:sp>
    </p:spTree>
    <p:extLst>
      <p:ext uri="{BB962C8B-B14F-4D97-AF65-F5344CB8AC3E}">
        <p14:creationId xmlns:p14="http://schemas.microsoft.com/office/powerpoint/2010/main" val="34782657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xmlns="">
                <a:solidFill>
                  <a:srgbClr val="FFFFFF"/>
                </a:solidFill>
              </a14:hiddenFill>
            </a:ext>
            <a:ext uri="{FAA26D3D-D897-4be2-8F04-BA451C77F1D7}">
              <ma14:placeholderFlag xmlns:ma14="http://schemas.microsoft.com/office/mac/drawingml/2011/main" xmlns="" val="1"/>
            </a:ext>
          </a:extLst>
        </p:spPr>
      </p:sp>
      <p:sp>
        <p:nvSpPr>
          <p:cNvPr id="40962" name="Rectangle 5"/>
          <p:cNvSpPr>
            <a:spLocks noGrp="1" noChangeArrowheads="1"/>
          </p:cNvSpPr>
          <p:nvPr>
            <p:ph type="body" idx="1"/>
          </p:nvPr>
        </p:nvSpPr>
        <p:spPr bwMode="auto">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wrap="square" numCol="1" anchor="t" anchorCtr="0" compatLnSpc="1">
            <a:prstTxWarp prst="textNoShape">
              <a:avLst/>
            </a:prstTxWarp>
          </a:bodyPr>
          <a:lstStyle/>
          <a:p>
            <a:endParaRPr lang="en-US">
              <a:latin typeface="Calibri" charset="0"/>
            </a:endParaRPr>
          </a:p>
        </p:txBody>
      </p:sp>
    </p:spTree>
    <p:extLst>
      <p:ext uri="{BB962C8B-B14F-4D97-AF65-F5344CB8AC3E}">
        <p14:creationId xmlns:p14="http://schemas.microsoft.com/office/powerpoint/2010/main" val="6134423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POHR=760000/20000=$38/</a:t>
            </a:r>
            <a:r>
              <a:rPr lang="en-US" dirty="0" err="1"/>
              <a:t>DLh</a:t>
            </a:r>
            <a:endParaRPr lang="en-US" dirty="0"/>
          </a:p>
          <a:p>
            <a:r>
              <a:rPr lang="en-US" dirty="0"/>
              <a:t>DM= 200</a:t>
            </a:r>
          </a:p>
          <a:p>
            <a:r>
              <a:rPr lang="en-US" dirty="0"/>
              <a:t>DL=150</a:t>
            </a:r>
          </a:p>
          <a:p>
            <a:r>
              <a:rPr lang="en-US"/>
              <a:t>Applied OH= 38 x10=380</a:t>
            </a:r>
            <a:endParaRPr lang="en-US" dirty="0"/>
          </a:p>
        </p:txBody>
      </p:sp>
    </p:spTree>
    <p:extLst>
      <p:ext uri="{BB962C8B-B14F-4D97-AF65-F5344CB8AC3E}">
        <p14:creationId xmlns:p14="http://schemas.microsoft.com/office/powerpoint/2010/main" val="178010968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endParaRPr lang="en-US" dirty="0"/>
          </a:p>
          <a:p>
            <a:r>
              <a:rPr lang="en-US" dirty="0"/>
              <a:t>Sales                                                                                                          1000,0000</a:t>
            </a:r>
          </a:p>
          <a:p>
            <a:endParaRPr lang="en-US" dirty="0"/>
          </a:p>
          <a:p>
            <a:r>
              <a:rPr lang="en-US" dirty="0"/>
              <a:t>Beginning Finished inventory   100,000  given</a:t>
            </a:r>
          </a:p>
          <a:p>
            <a:r>
              <a:rPr lang="en-US" dirty="0"/>
              <a:t>+ Cost of goods </a:t>
            </a:r>
            <a:r>
              <a:rPr lang="en-US" u="sng" dirty="0"/>
              <a:t>manufactured   200,000      { DM 50,000+ DL50000 + Allocated OH100,000}                    &gt;actual  by 5000</a:t>
            </a:r>
          </a:p>
          <a:p>
            <a:r>
              <a:rPr lang="en-US" dirty="0"/>
              <a:t>Cost of goods available for sale   300,000</a:t>
            </a:r>
          </a:p>
          <a:p>
            <a:pPr marL="171450" indent="-171450">
              <a:buFontTx/>
              <a:buChar char="-"/>
            </a:pPr>
            <a:r>
              <a:rPr lang="en-US" dirty="0"/>
              <a:t>Ending inv                               (  50,000)</a:t>
            </a:r>
          </a:p>
          <a:p>
            <a:pPr marL="171450" indent="-171450">
              <a:buFontTx/>
              <a:buChar char="-"/>
            </a:pPr>
            <a:r>
              <a:rPr lang="en-US" dirty="0" err="1"/>
              <a:t>CoGS</a:t>
            </a:r>
            <a:r>
              <a:rPr lang="en-US" dirty="0"/>
              <a:t>                                        250,000      </a:t>
            </a:r>
          </a:p>
          <a:p>
            <a:endParaRPr lang="en-US" dirty="0"/>
          </a:p>
          <a:p>
            <a:endParaRPr lang="en-US" dirty="0"/>
          </a:p>
          <a:p>
            <a:r>
              <a:rPr lang="en-US" dirty="0"/>
              <a:t>Actual OH 100,000</a:t>
            </a:r>
          </a:p>
          <a:p>
            <a:r>
              <a:rPr lang="en-US" dirty="0"/>
              <a:t>Sales    1000,000</a:t>
            </a:r>
          </a:p>
          <a:p>
            <a:r>
              <a:rPr lang="en-US" dirty="0"/>
              <a:t>-</a:t>
            </a:r>
            <a:r>
              <a:rPr lang="en-US" dirty="0" err="1"/>
              <a:t>CoGS</a:t>
            </a:r>
            <a:r>
              <a:rPr lang="en-US" dirty="0"/>
              <a:t>    250,000               260,000</a:t>
            </a:r>
          </a:p>
          <a:p>
            <a:r>
              <a:rPr lang="en-US" dirty="0"/>
              <a:t>Gross Profit   750000      740,000</a:t>
            </a:r>
          </a:p>
          <a:p>
            <a:endParaRPr lang="en-US" dirty="0"/>
          </a:p>
          <a:p>
            <a:endParaRPr lang="en-US" dirty="0"/>
          </a:p>
          <a:p>
            <a:endParaRPr lang="en-US" dirty="0"/>
          </a:p>
          <a:p>
            <a:r>
              <a:rPr lang="en-US" dirty="0"/>
              <a:t>DM /DL / OH          </a:t>
            </a:r>
          </a:p>
        </p:txBody>
      </p:sp>
    </p:spTree>
    <p:extLst>
      <p:ext uri="{BB962C8B-B14F-4D97-AF65-F5344CB8AC3E}">
        <p14:creationId xmlns:p14="http://schemas.microsoft.com/office/powerpoint/2010/main" val="5599589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a:t>
            </a:r>
          </a:p>
          <a:p>
            <a:r>
              <a:rPr lang="en-US" dirty="0"/>
              <a:t>-COGS</a:t>
            </a:r>
          </a:p>
          <a:p>
            <a:r>
              <a:rPr lang="en-US" dirty="0"/>
              <a:t>Gross Profit</a:t>
            </a:r>
          </a:p>
        </p:txBody>
      </p:sp>
    </p:spTree>
    <p:extLst>
      <p:ext uri="{BB962C8B-B14F-4D97-AF65-F5344CB8AC3E}">
        <p14:creationId xmlns:p14="http://schemas.microsoft.com/office/powerpoint/2010/main" val="32563865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6866" name="Rectangle 5"/>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Tree>
    <p:extLst>
      <p:ext uri="{BB962C8B-B14F-4D97-AF65-F5344CB8AC3E}">
        <p14:creationId xmlns:p14="http://schemas.microsoft.com/office/powerpoint/2010/main" val="35914517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38914" name="Rectangle 5"/>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Tree>
    <p:extLst>
      <p:ext uri="{BB962C8B-B14F-4D97-AF65-F5344CB8AC3E}">
        <p14:creationId xmlns:p14="http://schemas.microsoft.com/office/powerpoint/2010/main" val="28285491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3010" name="Rectangle 5"/>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Tree>
    <p:extLst>
      <p:ext uri="{BB962C8B-B14F-4D97-AF65-F5344CB8AC3E}">
        <p14:creationId xmlns:p14="http://schemas.microsoft.com/office/powerpoint/2010/main" val="3005070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3010" name="Rectangle 5"/>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Tree>
    <p:extLst>
      <p:ext uri="{BB962C8B-B14F-4D97-AF65-F5344CB8AC3E}">
        <p14:creationId xmlns:p14="http://schemas.microsoft.com/office/powerpoint/2010/main" val="28846922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43010" name="Rectangle 5"/>
          <p:cNvSpPr>
            <a:spLocks noGrp="1" noChangeArrowheads="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wrap="square" numCol="1" anchor="t" anchorCtr="0" compatLnSpc="1">
            <a:prstTxWarp prst="textNoShape">
              <a:avLst/>
            </a:prstTxWarp>
          </a:bodyPr>
          <a:lstStyle/>
          <a:p>
            <a:endParaRPr lang="en-US">
              <a:latin typeface="Calibri" charset="0"/>
            </a:endParaRPr>
          </a:p>
        </p:txBody>
      </p:sp>
    </p:spTree>
    <p:extLst>
      <p:ext uri="{BB962C8B-B14F-4D97-AF65-F5344CB8AC3E}">
        <p14:creationId xmlns:p14="http://schemas.microsoft.com/office/powerpoint/2010/main" val="15861729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1379" name="Notes Placeholder 3"/>
          <p:cNvSpPr>
            <a:spLocks noGrp="1"/>
          </p:cNvSpPr>
          <p:nvPr/>
        </p:nvSpPr>
        <p:spPr bwMode="auto">
          <a:xfrm>
            <a:off x="685800" y="4343400"/>
            <a:ext cx="5486400" cy="411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spcBef>
                <a:spcPct val="30000"/>
              </a:spcBef>
            </a:pPr>
            <a:endParaRPr lang="en-US" sz="1200">
              <a:latin typeface="Calibri" charset="0"/>
            </a:endParaRPr>
          </a:p>
        </p:txBody>
      </p:sp>
    </p:spTree>
    <p:extLst>
      <p:ext uri="{BB962C8B-B14F-4D97-AF65-F5344CB8AC3E}">
        <p14:creationId xmlns:p14="http://schemas.microsoft.com/office/powerpoint/2010/main" val="944199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1379" name="Notes Placeholder 3"/>
          <p:cNvSpPr>
            <a:spLocks noGrp="1"/>
          </p:cNvSpPr>
          <p:nvPr/>
        </p:nvSpPr>
        <p:spPr bwMode="auto">
          <a:xfrm>
            <a:off x="685800" y="4343400"/>
            <a:ext cx="5486400" cy="411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spcBef>
                <a:spcPct val="30000"/>
              </a:spcBef>
            </a:pPr>
            <a:endParaRPr lang="en-US" sz="1200">
              <a:latin typeface="Calibri" charset="0"/>
            </a:endParaRPr>
          </a:p>
        </p:txBody>
      </p:sp>
    </p:spTree>
    <p:extLst>
      <p:ext uri="{BB962C8B-B14F-4D97-AF65-F5344CB8AC3E}">
        <p14:creationId xmlns:p14="http://schemas.microsoft.com/office/powerpoint/2010/main" val="5931659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1379" name="Notes Placeholder 3"/>
          <p:cNvSpPr>
            <a:spLocks noGrp="1"/>
          </p:cNvSpPr>
          <p:nvPr/>
        </p:nvSpPr>
        <p:spPr bwMode="auto">
          <a:xfrm>
            <a:off x="685800" y="4343400"/>
            <a:ext cx="5486400" cy="411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spcBef>
                <a:spcPct val="30000"/>
              </a:spcBef>
            </a:pPr>
            <a:endParaRPr lang="en-US" sz="1200">
              <a:latin typeface="Calibri" charset="0"/>
            </a:endParaRPr>
          </a:p>
        </p:txBody>
      </p:sp>
    </p:spTree>
    <p:extLst>
      <p:ext uri="{BB962C8B-B14F-4D97-AF65-F5344CB8AC3E}">
        <p14:creationId xmlns:p14="http://schemas.microsoft.com/office/powerpoint/2010/main" val="9690097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1379" name="Notes Placeholder 3"/>
          <p:cNvSpPr>
            <a:spLocks noGrp="1"/>
          </p:cNvSpPr>
          <p:nvPr/>
        </p:nvSpPr>
        <p:spPr bwMode="auto">
          <a:xfrm>
            <a:off x="685800" y="4343400"/>
            <a:ext cx="5486400" cy="411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spcBef>
                <a:spcPct val="30000"/>
              </a:spcBef>
            </a:pPr>
            <a:endParaRPr lang="en-US" sz="1200">
              <a:latin typeface="Calibri" charset="0"/>
            </a:endParaRPr>
          </a:p>
        </p:txBody>
      </p:sp>
    </p:spTree>
    <p:extLst>
      <p:ext uri="{BB962C8B-B14F-4D97-AF65-F5344CB8AC3E}">
        <p14:creationId xmlns:p14="http://schemas.microsoft.com/office/powerpoint/2010/main" val="17695395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1379" name="Notes Placeholder 3"/>
          <p:cNvSpPr>
            <a:spLocks noGrp="1"/>
          </p:cNvSpPr>
          <p:nvPr/>
        </p:nvSpPr>
        <p:spPr bwMode="auto">
          <a:xfrm>
            <a:off x="685800" y="4343400"/>
            <a:ext cx="5486400" cy="411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spcBef>
                <a:spcPct val="30000"/>
              </a:spcBef>
            </a:pPr>
            <a:endParaRPr lang="en-US" sz="1200">
              <a:latin typeface="Calibri" charset="0"/>
            </a:endParaRPr>
          </a:p>
        </p:txBody>
      </p:sp>
    </p:spTree>
    <p:extLst>
      <p:ext uri="{BB962C8B-B14F-4D97-AF65-F5344CB8AC3E}">
        <p14:creationId xmlns:p14="http://schemas.microsoft.com/office/powerpoint/2010/main" val="25201124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1379" name="Notes Placeholder 3"/>
          <p:cNvSpPr>
            <a:spLocks noGrp="1"/>
          </p:cNvSpPr>
          <p:nvPr/>
        </p:nvSpPr>
        <p:spPr bwMode="auto">
          <a:xfrm>
            <a:off x="685800" y="4343400"/>
            <a:ext cx="5486400" cy="411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spcBef>
                <a:spcPct val="30000"/>
              </a:spcBef>
            </a:pPr>
            <a:endParaRPr lang="en-US" sz="1200">
              <a:latin typeface="Calibri" charset="0"/>
            </a:endParaRPr>
          </a:p>
        </p:txBody>
      </p:sp>
    </p:spTree>
    <p:extLst>
      <p:ext uri="{BB962C8B-B14F-4D97-AF65-F5344CB8AC3E}">
        <p14:creationId xmlns:p14="http://schemas.microsoft.com/office/powerpoint/2010/main" val="4142355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1379" name="Notes Placeholder 3"/>
          <p:cNvSpPr>
            <a:spLocks noGrp="1"/>
          </p:cNvSpPr>
          <p:nvPr/>
        </p:nvSpPr>
        <p:spPr bwMode="auto">
          <a:xfrm>
            <a:off x="685800" y="4343400"/>
            <a:ext cx="5486400" cy="411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spcBef>
                <a:spcPct val="30000"/>
              </a:spcBef>
            </a:pPr>
            <a:endParaRPr lang="en-US" sz="1200">
              <a:latin typeface="Calibri" charset="0"/>
            </a:endParaRPr>
          </a:p>
        </p:txBody>
      </p:sp>
    </p:spTree>
    <p:extLst>
      <p:ext uri="{BB962C8B-B14F-4D97-AF65-F5344CB8AC3E}">
        <p14:creationId xmlns:p14="http://schemas.microsoft.com/office/powerpoint/2010/main" val="15391374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1379" name="Notes Placeholder 3"/>
          <p:cNvSpPr>
            <a:spLocks noGrp="1"/>
          </p:cNvSpPr>
          <p:nvPr/>
        </p:nvSpPr>
        <p:spPr bwMode="auto">
          <a:xfrm>
            <a:off x="685800" y="4343400"/>
            <a:ext cx="5486400" cy="411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spcBef>
                <a:spcPct val="30000"/>
              </a:spcBef>
            </a:pPr>
            <a:endParaRPr lang="en-US" sz="1200">
              <a:latin typeface="Calibri" charset="0"/>
            </a:endParaRPr>
          </a:p>
        </p:txBody>
      </p:sp>
    </p:spTree>
    <p:extLst>
      <p:ext uri="{BB962C8B-B14F-4D97-AF65-F5344CB8AC3E}">
        <p14:creationId xmlns:p14="http://schemas.microsoft.com/office/powerpoint/2010/main" val="8926639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101379" name="Notes Placeholder 3"/>
          <p:cNvSpPr>
            <a:spLocks noGrp="1"/>
          </p:cNvSpPr>
          <p:nvPr/>
        </p:nvSpPr>
        <p:spPr bwMode="auto">
          <a:xfrm>
            <a:off x="685800" y="4343400"/>
            <a:ext cx="5486400" cy="41148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spcBef>
                <a:spcPct val="30000"/>
              </a:spcBef>
            </a:pPr>
            <a:endParaRPr lang="en-US" sz="1200">
              <a:latin typeface="Calibri" charset="0"/>
            </a:endParaRPr>
          </a:p>
        </p:txBody>
      </p:sp>
    </p:spTree>
    <p:extLst>
      <p:ext uri="{BB962C8B-B14F-4D97-AF65-F5344CB8AC3E}">
        <p14:creationId xmlns:p14="http://schemas.microsoft.com/office/powerpoint/2010/main" val="3450747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Rectangle 3"/>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5" name="Rectangle 4"/>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 name="Rectangle 5"/>
          <p:cNvSpPr/>
          <p:nvPr userDrawn="1"/>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 name="Rectangle 6"/>
          <p:cNvSpPr/>
          <p:nvPr userDrawn="1"/>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8" name="Straight Connector 7"/>
          <p:cNvCxnSpPr/>
          <p:nvPr userDrawn="1"/>
        </p:nvCxnSpPr>
        <p:spPr>
          <a:xfrm>
            <a:off x="581025" y="2514600"/>
            <a:ext cx="82042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TextBox 7"/>
          <p:cNvSpPr txBox="1">
            <a:spLocks noChangeArrowheads="1"/>
          </p:cNvSpPr>
          <p:nvPr userDrawn="1"/>
        </p:nvSpPr>
        <p:spPr bwMode="auto">
          <a:xfrm>
            <a:off x="457200" y="5105400"/>
            <a:ext cx="4724400" cy="1077913"/>
          </a:xfrm>
          <a:prstGeom prst="rect">
            <a:avLst/>
          </a:prstGeom>
          <a:noFill/>
          <a:ln>
            <a:noFill/>
          </a:ln>
        </p:spPr>
        <p:txBody>
          <a:bodyPr>
            <a:spAutoFit/>
          </a:bodyPr>
          <a:lstStyle>
            <a:lvl1pPr>
              <a:defRPr>
                <a:solidFill>
                  <a:schemeClr val="tx1"/>
                </a:solidFill>
                <a:latin typeface="Arial" charset="0"/>
                <a:ea typeface="MS PGothic" charset="-128"/>
              </a:defRPr>
            </a:lvl1pPr>
            <a:lvl2pPr marL="742950" indent="-285750">
              <a:defRPr>
                <a:solidFill>
                  <a:schemeClr val="tx1"/>
                </a:solidFill>
                <a:latin typeface="Arial" charset="0"/>
                <a:ea typeface="MS PGothic" charset="-128"/>
              </a:defRPr>
            </a:lvl2pPr>
            <a:lvl3pPr marL="1143000" indent="-228600">
              <a:defRPr>
                <a:solidFill>
                  <a:schemeClr val="tx1"/>
                </a:solidFill>
                <a:latin typeface="Arial" charset="0"/>
                <a:ea typeface="MS PGothic" charset="-128"/>
              </a:defRPr>
            </a:lvl3pPr>
            <a:lvl4pPr marL="1600200" indent="-228600">
              <a:defRPr>
                <a:solidFill>
                  <a:schemeClr val="tx1"/>
                </a:solidFill>
                <a:latin typeface="Arial" charset="0"/>
                <a:ea typeface="MS PGothic" charset="-128"/>
              </a:defRPr>
            </a:lvl4pPr>
            <a:lvl5pPr marL="2057400" indent="-228600">
              <a:defRPr>
                <a:solidFill>
                  <a:schemeClr val="tx1"/>
                </a:solidFill>
                <a:latin typeface="Arial" charset="0"/>
                <a:ea typeface="MS PGothic" charset="-128"/>
              </a:defRPr>
            </a:lvl5pPr>
            <a:lvl6pPr marL="2514600" indent="-228600" eaLnBrk="0" fontAlgn="base" hangingPunct="0">
              <a:spcBef>
                <a:spcPct val="0"/>
              </a:spcBef>
              <a:spcAft>
                <a:spcPct val="0"/>
              </a:spcAft>
              <a:defRPr>
                <a:solidFill>
                  <a:schemeClr val="tx1"/>
                </a:solidFill>
                <a:latin typeface="Arial" charset="0"/>
                <a:ea typeface="MS PGothic" charset="-128"/>
              </a:defRPr>
            </a:lvl6pPr>
            <a:lvl7pPr marL="2971800" indent="-228600" eaLnBrk="0" fontAlgn="base" hangingPunct="0">
              <a:spcBef>
                <a:spcPct val="0"/>
              </a:spcBef>
              <a:spcAft>
                <a:spcPct val="0"/>
              </a:spcAft>
              <a:defRPr>
                <a:solidFill>
                  <a:schemeClr val="tx1"/>
                </a:solidFill>
                <a:latin typeface="Arial" charset="0"/>
                <a:ea typeface="MS PGothic" charset="-128"/>
              </a:defRPr>
            </a:lvl7pPr>
            <a:lvl8pPr marL="3429000" indent="-228600" eaLnBrk="0" fontAlgn="base" hangingPunct="0">
              <a:spcBef>
                <a:spcPct val="0"/>
              </a:spcBef>
              <a:spcAft>
                <a:spcPct val="0"/>
              </a:spcAft>
              <a:defRPr>
                <a:solidFill>
                  <a:schemeClr val="tx1"/>
                </a:solidFill>
                <a:latin typeface="Arial" charset="0"/>
                <a:ea typeface="MS PGothic" charset="-128"/>
              </a:defRPr>
            </a:lvl8pPr>
            <a:lvl9pPr marL="3886200" indent="-228600" eaLnBrk="0" fontAlgn="base" hangingPunct="0">
              <a:spcBef>
                <a:spcPct val="0"/>
              </a:spcBef>
              <a:spcAft>
                <a:spcPct val="0"/>
              </a:spcAft>
              <a:defRPr>
                <a:solidFill>
                  <a:schemeClr val="tx1"/>
                </a:solidFill>
                <a:latin typeface="Arial" charset="0"/>
                <a:ea typeface="MS PGothic" charset="-128"/>
              </a:defRPr>
            </a:lvl9pPr>
          </a:lstStyle>
          <a:p>
            <a:pPr eaLnBrk="1" hangingPunct="1">
              <a:defRPr/>
            </a:pPr>
            <a:r>
              <a:rPr lang="en-US" altLang="en-US" sz="1600" dirty="0">
                <a:solidFill>
                  <a:schemeClr val="accent1">
                    <a:lumMod val="50000"/>
                  </a:schemeClr>
                </a:solidFill>
                <a:latin typeface="Calibri" panose="020F0502020204030204" pitchFamily="34" charset="0"/>
                <a:cs typeface="+mn-cs"/>
              </a:rPr>
              <a:t>PowerPoint Authors:</a:t>
            </a:r>
          </a:p>
          <a:p>
            <a:pPr eaLnBrk="1" hangingPunct="1">
              <a:defRPr/>
            </a:pPr>
            <a:r>
              <a:rPr lang="en-US" altLang="en-US" sz="1600" dirty="0">
                <a:solidFill>
                  <a:schemeClr val="accent1">
                    <a:lumMod val="50000"/>
                  </a:schemeClr>
                </a:solidFill>
                <a:latin typeface="Calibri" panose="020F0502020204030204" pitchFamily="34" charset="0"/>
                <a:cs typeface="+mn-cs"/>
              </a:rPr>
              <a:t>	Susan Coomer Galbreath, Ph.D., CPA</a:t>
            </a:r>
          </a:p>
          <a:p>
            <a:pPr eaLnBrk="1" hangingPunct="1">
              <a:defRPr/>
            </a:pPr>
            <a:r>
              <a:rPr lang="en-US" altLang="en-US" sz="1600" dirty="0">
                <a:solidFill>
                  <a:schemeClr val="accent1">
                    <a:lumMod val="50000"/>
                  </a:schemeClr>
                </a:solidFill>
                <a:latin typeface="Calibri" panose="020F0502020204030204" pitchFamily="34" charset="0"/>
                <a:cs typeface="+mn-cs"/>
              </a:rPr>
              <a:t>	Jon A. Booker, Ph.D., CPA, CIA</a:t>
            </a:r>
          </a:p>
          <a:p>
            <a:pPr eaLnBrk="1" hangingPunct="1">
              <a:defRPr/>
            </a:pPr>
            <a:r>
              <a:rPr lang="en-US" altLang="en-US" sz="1600" dirty="0">
                <a:solidFill>
                  <a:schemeClr val="accent1">
                    <a:lumMod val="50000"/>
                  </a:schemeClr>
                </a:solidFill>
                <a:latin typeface="Calibri" panose="020F0502020204030204" pitchFamily="34" charset="0"/>
                <a:cs typeface="+mn-cs"/>
              </a:rPr>
              <a:t>	Cynthia J. Rooney, Ph.D., CPA</a:t>
            </a:r>
          </a:p>
        </p:txBody>
      </p:sp>
      <p:sp>
        <p:nvSpPr>
          <p:cNvPr id="29" name="Title 1"/>
          <p:cNvSpPr>
            <a:spLocks noGrp="1"/>
          </p:cNvSpPr>
          <p:nvPr>
            <p:ph type="ctrTitle"/>
          </p:nvPr>
        </p:nvSpPr>
        <p:spPr>
          <a:xfrm>
            <a:off x="457338" y="755374"/>
            <a:ext cx="7543800" cy="1600200"/>
          </a:xfrm>
        </p:spPr>
        <p:txBody>
          <a:bodyPr/>
          <a:lstStyle>
            <a:lvl1pPr algn="l">
              <a:lnSpc>
                <a:spcPct val="85000"/>
              </a:lnSpc>
              <a:defRPr sz="5400" spc="-50" baseline="0">
                <a:solidFill>
                  <a:schemeClr val="tx1">
                    <a:lumMod val="85000"/>
                    <a:lumOff val="15000"/>
                  </a:schemeClr>
                </a:solidFill>
                <a:latin typeface="Calibri" panose="020F0502020204030204" pitchFamily="34" charset="0"/>
              </a:defRPr>
            </a:lvl1pPr>
          </a:lstStyle>
          <a:p>
            <a:r>
              <a:rPr lang="en-US" dirty="0"/>
              <a:t>Click to edit Master title style</a:t>
            </a:r>
          </a:p>
        </p:txBody>
      </p:sp>
      <p:sp>
        <p:nvSpPr>
          <p:cNvPr id="30" name="Subtitle 2"/>
          <p:cNvSpPr>
            <a:spLocks noGrp="1"/>
          </p:cNvSpPr>
          <p:nvPr>
            <p:ph type="subTitle" idx="1"/>
          </p:nvPr>
        </p:nvSpPr>
        <p:spPr>
          <a:xfrm>
            <a:off x="457200" y="2673627"/>
            <a:ext cx="7529354" cy="1143000"/>
          </a:xfrm>
        </p:spPr>
        <p:txBody>
          <a:bodyPr lIns="91440" rIns="91440">
            <a:normAutofit/>
          </a:bodyPr>
          <a:lstStyle>
            <a:lvl1pPr marL="0" indent="0" algn="l">
              <a:buNone/>
              <a:defRPr sz="2400" cap="all" spc="200" baseline="0">
                <a:solidFill>
                  <a:schemeClr val="tx2"/>
                </a:solidFill>
                <a:latin typeface="Calibri" panose="020F0502020204030204" pitchFamily="34" charset="0"/>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12" name="Date Placeholder 3"/>
          <p:cNvSpPr>
            <a:spLocks noGrp="1"/>
          </p:cNvSpPr>
          <p:nvPr>
            <p:ph type="dt" sz="half" idx="10"/>
          </p:nvPr>
        </p:nvSpPr>
        <p:spPr/>
        <p:txBody>
          <a:bodyPr/>
          <a:lstStyle>
            <a:lvl1pPr>
              <a:defRPr>
                <a:latin typeface="Calibri" panose="020F0502020204030204" pitchFamily="34" charset="0"/>
              </a:defRPr>
            </a:lvl1pPr>
          </a:lstStyle>
          <a:p>
            <a:fld id="{73F56687-60E4-A045-BB27-F3DE90C943C4}" type="datetimeFigureOut">
              <a:rPr lang="en-US" smtClean="0"/>
              <a:pPr/>
              <a:t>4/18/2026</a:t>
            </a:fld>
            <a:endParaRPr lang="en-US"/>
          </a:p>
        </p:txBody>
      </p:sp>
      <p:sp>
        <p:nvSpPr>
          <p:cNvPr id="10" name="Content Placeholder 9"/>
          <p:cNvSpPr>
            <a:spLocks noGrp="1"/>
          </p:cNvSpPr>
          <p:nvPr>
            <p:ph sz="quarter" idx="11" hasCustomPrompt="1"/>
          </p:nvPr>
        </p:nvSpPr>
        <p:spPr>
          <a:xfrm>
            <a:off x="3124200" y="6459538"/>
            <a:ext cx="5334000" cy="365125"/>
          </a:xfrm>
        </p:spPr>
        <p:txBody>
          <a:bodyPr/>
          <a:lstStyle>
            <a:lvl1pPr>
              <a:defRPr/>
            </a:lvl1pPr>
          </a:lstStyle>
          <a:p>
            <a:pPr lvl="0"/>
            <a:r>
              <a:rPr lang="en-IN" dirty="0"/>
              <a:t>Copyright</a:t>
            </a:r>
          </a:p>
        </p:txBody>
      </p:sp>
    </p:spTree>
    <p:extLst>
      <p:ext uri="{BB962C8B-B14F-4D97-AF65-F5344CB8AC3E}">
        <p14:creationId xmlns:p14="http://schemas.microsoft.com/office/powerpoint/2010/main" val="3596810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latin typeface="Calibri" panose="020F0502020204030204"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atin typeface="Calibri" panose="020F0502020204030204" pitchFamily="34" charset="0"/>
              </a:defRPr>
            </a:lvl1pPr>
          </a:lstStyle>
          <a:p>
            <a:fld id="{DE0999FA-C2EB-D140-B11A-C80232B99DEB}" type="datetimeFigureOut">
              <a:rPr lang="en-US" smtClean="0"/>
              <a:pPr/>
              <a:t>4/18/2026</a:t>
            </a:fld>
            <a:endParaRPr lang="en-US"/>
          </a:p>
        </p:txBody>
      </p:sp>
      <p:sp>
        <p:nvSpPr>
          <p:cNvPr id="6" name="Slide Number Placeholder 5"/>
          <p:cNvSpPr>
            <a:spLocks noGrp="1"/>
          </p:cNvSpPr>
          <p:nvPr>
            <p:ph type="sldNum" sz="quarter" idx="12"/>
          </p:nvPr>
        </p:nvSpPr>
        <p:spPr/>
        <p:txBody>
          <a:bodyPr/>
          <a:lstStyle>
            <a:lvl1pPr>
              <a:defRPr>
                <a:latin typeface="Calibri" panose="020F0502020204030204" pitchFamily="34" charset="0"/>
              </a:defRPr>
            </a:lvl1pPr>
          </a:lstStyle>
          <a:p>
            <a:fld id="{D51440F3-3B39-9647-A6DD-9F351B41140B}" type="slidenum">
              <a:rPr lang="en-US" smtClean="0"/>
              <a:pPr/>
              <a:t>‹#›</a:t>
            </a:fld>
            <a:endParaRPr lang="en-US"/>
          </a:p>
        </p:txBody>
      </p:sp>
      <p:sp>
        <p:nvSpPr>
          <p:cNvPr id="8" name="Text Box 18"/>
          <p:cNvSpPr txBox="1">
            <a:spLocks noChangeArrowheads="1"/>
          </p:cNvSpPr>
          <p:nvPr userDrawn="1"/>
        </p:nvSpPr>
        <p:spPr bwMode="auto">
          <a:xfrm>
            <a:off x="3048000" y="6457950"/>
            <a:ext cx="1752600" cy="230832"/>
          </a:xfrm>
          <a:prstGeom prst="rect">
            <a:avLst/>
          </a:prstGeom>
          <a:noFill/>
          <a:ln>
            <a:noFill/>
          </a:ln>
        </p:spPr>
        <p:txBody>
          <a:bodyPr wrap="square">
            <a:spAutoFit/>
          </a:bodyPr>
          <a:lstStyle>
            <a:lvl1pPr>
              <a:defRPr>
                <a:solidFill>
                  <a:schemeClr val="tx1"/>
                </a:solidFill>
                <a:latin typeface="Arial" charset="0"/>
                <a:ea typeface="MS PGothic" charset="0"/>
                <a:cs typeface="MS PGothic" charset="0"/>
              </a:defRPr>
            </a:lvl1pPr>
            <a:lvl2pPr marL="742950" indent="-285750">
              <a:defRPr>
                <a:solidFill>
                  <a:schemeClr val="tx1"/>
                </a:solidFill>
                <a:latin typeface="Arial" charset="0"/>
                <a:ea typeface="MS PGothic" charset="0"/>
                <a:cs typeface="MS PGothic" charset="0"/>
              </a:defRPr>
            </a:lvl2pPr>
            <a:lvl3pPr marL="1143000" indent="-228600">
              <a:defRPr>
                <a:solidFill>
                  <a:schemeClr val="tx1"/>
                </a:solidFill>
                <a:latin typeface="Arial" charset="0"/>
                <a:ea typeface="MS PGothic" charset="0"/>
                <a:cs typeface="MS PGothic" charset="0"/>
              </a:defRPr>
            </a:lvl3pPr>
            <a:lvl4pPr marL="1600200" indent="-228600">
              <a:defRPr>
                <a:solidFill>
                  <a:schemeClr val="tx1"/>
                </a:solidFill>
                <a:latin typeface="Arial" charset="0"/>
                <a:ea typeface="MS PGothic" charset="0"/>
                <a:cs typeface="MS PGothic" charset="0"/>
              </a:defRPr>
            </a:lvl4pPr>
            <a:lvl5pPr marL="2057400" indent="-2286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r>
              <a:rPr lang="en-IN" sz="900" kern="1200" dirty="0">
                <a:solidFill>
                  <a:schemeClr val="bg1"/>
                </a:solidFill>
                <a:effectLst/>
                <a:latin typeface="Calibri" panose="020F0502020204030204" pitchFamily="34" charset="0"/>
                <a:ea typeface="MS PGothic" charset="0"/>
                <a:cs typeface="MS PGothic" charset="0"/>
              </a:rPr>
              <a:t>©2020 McGraw-Hill Education.</a:t>
            </a:r>
            <a:endParaRPr lang="en-US" sz="900" i="1" dirty="0">
              <a:solidFill>
                <a:schemeClr val="bg1"/>
              </a:solidFill>
              <a:latin typeface="Calibri" panose="020F0502020204030204" pitchFamily="34" charset="0"/>
              <a:ea typeface="ＭＳ Ｐゴシック" charset="0"/>
            </a:endParaRPr>
          </a:p>
        </p:txBody>
      </p:sp>
    </p:spTree>
    <p:extLst>
      <p:ext uri="{BB962C8B-B14F-4D97-AF65-F5344CB8AC3E}">
        <p14:creationId xmlns:p14="http://schemas.microsoft.com/office/powerpoint/2010/main" val="2880485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latin typeface="Calibri" panose="020F0502020204030204" pitchFamily="34" charset="0"/>
              </a:defRPr>
            </a:lvl1pPr>
          </a:lstStyle>
          <a:p>
            <a:r>
              <a:rPr lang="en-US" dirty="0"/>
              <a:t>Click to edit Master title style</a:t>
            </a:r>
          </a:p>
        </p:txBody>
      </p:sp>
      <p:sp>
        <p:nvSpPr>
          <p:cNvPr id="3" name="Content Placeholder 2"/>
          <p:cNvSpPr>
            <a:spLocks noGrp="1"/>
          </p:cNvSpPr>
          <p:nvPr>
            <p:ph idx="1"/>
          </p:nvPr>
        </p:nvSpPr>
        <p:spPr>
          <a:xfrm>
            <a:off x="822325" y="1447800"/>
            <a:ext cx="7543800" cy="1828800"/>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atin typeface="Calibri" panose="020F0502020204030204" pitchFamily="34" charset="0"/>
              </a:defRPr>
            </a:lvl1pPr>
          </a:lstStyle>
          <a:p>
            <a:fld id="{DE0999FA-C2EB-D140-B11A-C80232B99DEB}" type="datetimeFigureOut">
              <a:rPr lang="en-US" smtClean="0"/>
              <a:pPr/>
              <a:t>4/18/2026</a:t>
            </a:fld>
            <a:endParaRPr lang="en-US"/>
          </a:p>
        </p:txBody>
      </p:sp>
      <p:sp>
        <p:nvSpPr>
          <p:cNvPr id="6" name="Slide Number Placeholder 5"/>
          <p:cNvSpPr>
            <a:spLocks noGrp="1"/>
          </p:cNvSpPr>
          <p:nvPr>
            <p:ph type="sldNum" sz="quarter" idx="12"/>
          </p:nvPr>
        </p:nvSpPr>
        <p:spPr/>
        <p:txBody>
          <a:bodyPr/>
          <a:lstStyle>
            <a:lvl1pPr>
              <a:defRPr>
                <a:latin typeface="Calibri" panose="020F0502020204030204" pitchFamily="34" charset="0"/>
              </a:defRPr>
            </a:lvl1pPr>
          </a:lstStyle>
          <a:p>
            <a:fld id="{D51440F3-3B39-9647-A6DD-9F351B41140B}" type="slidenum">
              <a:rPr lang="en-US" smtClean="0"/>
              <a:pPr/>
              <a:t>‹#›</a:t>
            </a:fld>
            <a:endParaRPr lang="en-US"/>
          </a:p>
        </p:txBody>
      </p:sp>
      <p:sp>
        <p:nvSpPr>
          <p:cNvPr id="8" name="Text Box 18"/>
          <p:cNvSpPr txBox="1">
            <a:spLocks noChangeArrowheads="1"/>
          </p:cNvSpPr>
          <p:nvPr userDrawn="1"/>
        </p:nvSpPr>
        <p:spPr bwMode="auto">
          <a:xfrm>
            <a:off x="3048000" y="6457950"/>
            <a:ext cx="1752600" cy="230832"/>
          </a:xfrm>
          <a:prstGeom prst="rect">
            <a:avLst/>
          </a:prstGeom>
          <a:noFill/>
          <a:ln>
            <a:noFill/>
          </a:ln>
        </p:spPr>
        <p:txBody>
          <a:bodyPr wrap="square">
            <a:spAutoFit/>
          </a:bodyPr>
          <a:lstStyle>
            <a:lvl1pPr>
              <a:defRPr>
                <a:solidFill>
                  <a:schemeClr val="tx1"/>
                </a:solidFill>
                <a:latin typeface="Arial" charset="0"/>
                <a:ea typeface="MS PGothic" charset="0"/>
                <a:cs typeface="MS PGothic" charset="0"/>
              </a:defRPr>
            </a:lvl1pPr>
            <a:lvl2pPr marL="742950" indent="-285750">
              <a:defRPr>
                <a:solidFill>
                  <a:schemeClr val="tx1"/>
                </a:solidFill>
                <a:latin typeface="Arial" charset="0"/>
                <a:ea typeface="MS PGothic" charset="0"/>
                <a:cs typeface="MS PGothic" charset="0"/>
              </a:defRPr>
            </a:lvl2pPr>
            <a:lvl3pPr marL="1143000" indent="-228600">
              <a:defRPr>
                <a:solidFill>
                  <a:schemeClr val="tx1"/>
                </a:solidFill>
                <a:latin typeface="Arial" charset="0"/>
                <a:ea typeface="MS PGothic" charset="0"/>
                <a:cs typeface="MS PGothic" charset="0"/>
              </a:defRPr>
            </a:lvl3pPr>
            <a:lvl4pPr marL="1600200" indent="-228600">
              <a:defRPr>
                <a:solidFill>
                  <a:schemeClr val="tx1"/>
                </a:solidFill>
                <a:latin typeface="Arial" charset="0"/>
                <a:ea typeface="MS PGothic" charset="0"/>
                <a:cs typeface="MS PGothic" charset="0"/>
              </a:defRPr>
            </a:lvl4pPr>
            <a:lvl5pPr marL="2057400" indent="-2286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r>
              <a:rPr lang="en-IN" sz="900" kern="1200" dirty="0">
                <a:solidFill>
                  <a:schemeClr val="bg1"/>
                </a:solidFill>
                <a:effectLst/>
                <a:latin typeface="Calibri" panose="020F0502020204030204" pitchFamily="34" charset="0"/>
                <a:ea typeface="MS PGothic" charset="0"/>
                <a:cs typeface="MS PGothic" charset="0"/>
              </a:rPr>
              <a:t>©2020 McGraw-Hill Education.</a:t>
            </a:r>
            <a:endParaRPr lang="en-US" sz="900" i="1" dirty="0">
              <a:solidFill>
                <a:schemeClr val="bg1"/>
              </a:solidFill>
              <a:latin typeface="Calibri" panose="020F0502020204030204" pitchFamily="34" charset="0"/>
              <a:ea typeface="ＭＳ Ｐゴシック" charset="0"/>
            </a:endParaRPr>
          </a:p>
        </p:txBody>
      </p:sp>
      <p:sp>
        <p:nvSpPr>
          <p:cNvPr id="7" name="Content Placeholder 2"/>
          <p:cNvSpPr>
            <a:spLocks noGrp="1"/>
          </p:cNvSpPr>
          <p:nvPr>
            <p:ph idx="13"/>
          </p:nvPr>
        </p:nvSpPr>
        <p:spPr>
          <a:xfrm>
            <a:off x="822325" y="3334808"/>
            <a:ext cx="7543800" cy="1828800"/>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357414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1"/>
                </a:solidFill>
                <a:latin typeface="Calibri" panose="020F0502020204030204" pitchFamily="34" charset="0"/>
              </a:defRPr>
            </a:lvl1pPr>
          </a:lstStyle>
          <a:p>
            <a:r>
              <a:rPr lang="en-US" dirty="0"/>
              <a:t>Click to edit Master title style</a:t>
            </a:r>
          </a:p>
        </p:txBody>
      </p:sp>
      <p:sp>
        <p:nvSpPr>
          <p:cNvPr id="3" name="Content Placeholder 2"/>
          <p:cNvSpPr>
            <a:spLocks noGrp="1"/>
          </p:cNvSpPr>
          <p:nvPr>
            <p:ph idx="1"/>
          </p:nvPr>
        </p:nvSpPr>
        <p:spPr>
          <a:xfrm>
            <a:off x="822325" y="1447800"/>
            <a:ext cx="7543800" cy="1828800"/>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atin typeface="Calibri" panose="020F0502020204030204" pitchFamily="34" charset="0"/>
              </a:defRPr>
            </a:lvl1pPr>
          </a:lstStyle>
          <a:p>
            <a:fld id="{DE0999FA-C2EB-D140-B11A-C80232B99DEB}" type="datetimeFigureOut">
              <a:rPr lang="en-US" smtClean="0"/>
              <a:pPr/>
              <a:t>4/18/2026</a:t>
            </a:fld>
            <a:endParaRPr lang="en-US"/>
          </a:p>
        </p:txBody>
      </p:sp>
      <p:sp>
        <p:nvSpPr>
          <p:cNvPr id="6" name="Slide Number Placeholder 5"/>
          <p:cNvSpPr>
            <a:spLocks noGrp="1"/>
          </p:cNvSpPr>
          <p:nvPr>
            <p:ph type="sldNum" sz="quarter" idx="12"/>
          </p:nvPr>
        </p:nvSpPr>
        <p:spPr/>
        <p:txBody>
          <a:bodyPr/>
          <a:lstStyle>
            <a:lvl1pPr>
              <a:defRPr>
                <a:latin typeface="Calibri" panose="020F0502020204030204" pitchFamily="34" charset="0"/>
              </a:defRPr>
            </a:lvl1pPr>
          </a:lstStyle>
          <a:p>
            <a:fld id="{D51440F3-3B39-9647-A6DD-9F351B41140B}" type="slidenum">
              <a:rPr lang="en-US" smtClean="0"/>
              <a:pPr/>
              <a:t>‹#›</a:t>
            </a:fld>
            <a:endParaRPr lang="en-US"/>
          </a:p>
        </p:txBody>
      </p:sp>
      <p:sp>
        <p:nvSpPr>
          <p:cNvPr id="8" name="Text Box 18"/>
          <p:cNvSpPr txBox="1">
            <a:spLocks noChangeArrowheads="1"/>
          </p:cNvSpPr>
          <p:nvPr userDrawn="1"/>
        </p:nvSpPr>
        <p:spPr bwMode="auto">
          <a:xfrm>
            <a:off x="3048000" y="6457950"/>
            <a:ext cx="1752600" cy="230832"/>
          </a:xfrm>
          <a:prstGeom prst="rect">
            <a:avLst/>
          </a:prstGeom>
          <a:noFill/>
          <a:ln>
            <a:noFill/>
          </a:ln>
        </p:spPr>
        <p:txBody>
          <a:bodyPr wrap="square">
            <a:spAutoFit/>
          </a:bodyPr>
          <a:lstStyle>
            <a:lvl1pPr>
              <a:defRPr>
                <a:solidFill>
                  <a:schemeClr val="tx1"/>
                </a:solidFill>
                <a:latin typeface="Arial" charset="0"/>
                <a:ea typeface="MS PGothic" charset="0"/>
                <a:cs typeface="MS PGothic" charset="0"/>
              </a:defRPr>
            </a:lvl1pPr>
            <a:lvl2pPr marL="742950" indent="-285750">
              <a:defRPr>
                <a:solidFill>
                  <a:schemeClr val="tx1"/>
                </a:solidFill>
                <a:latin typeface="Arial" charset="0"/>
                <a:ea typeface="MS PGothic" charset="0"/>
                <a:cs typeface="MS PGothic" charset="0"/>
              </a:defRPr>
            </a:lvl2pPr>
            <a:lvl3pPr marL="1143000" indent="-228600">
              <a:defRPr>
                <a:solidFill>
                  <a:schemeClr val="tx1"/>
                </a:solidFill>
                <a:latin typeface="Arial" charset="0"/>
                <a:ea typeface="MS PGothic" charset="0"/>
                <a:cs typeface="MS PGothic" charset="0"/>
              </a:defRPr>
            </a:lvl3pPr>
            <a:lvl4pPr marL="1600200" indent="-228600">
              <a:defRPr>
                <a:solidFill>
                  <a:schemeClr val="tx1"/>
                </a:solidFill>
                <a:latin typeface="Arial" charset="0"/>
                <a:ea typeface="MS PGothic" charset="0"/>
                <a:cs typeface="MS PGothic" charset="0"/>
              </a:defRPr>
            </a:lvl4pPr>
            <a:lvl5pPr marL="2057400" indent="-2286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r>
              <a:rPr lang="en-IN" sz="900" kern="1200" dirty="0">
                <a:solidFill>
                  <a:schemeClr val="bg1"/>
                </a:solidFill>
                <a:effectLst/>
                <a:latin typeface="Calibri" panose="020F0502020204030204" pitchFamily="34" charset="0"/>
                <a:ea typeface="MS PGothic" charset="0"/>
                <a:cs typeface="MS PGothic" charset="0"/>
              </a:rPr>
              <a:t>©2020 McGraw-Hill Education.</a:t>
            </a:r>
            <a:endParaRPr lang="en-US" sz="900" i="1" dirty="0">
              <a:solidFill>
                <a:schemeClr val="bg1"/>
              </a:solidFill>
              <a:latin typeface="Calibri" panose="020F0502020204030204" pitchFamily="34" charset="0"/>
              <a:ea typeface="ＭＳ Ｐゴシック" charset="0"/>
            </a:endParaRPr>
          </a:p>
        </p:txBody>
      </p:sp>
      <p:sp>
        <p:nvSpPr>
          <p:cNvPr id="7" name="Content Placeholder 2"/>
          <p:cNvSpPr>
            <a:spLocks noGrp="1"/>
          </p:cNvSpPr>
          <p:nvPr>
            <p:ph idx="13"/>
          </p:nvPr>
        </p:nvSpPr>
        <p:spPr>
          <a:xfrm>
            <a:off x="822325" y="3334808"/>
            <a:ext cx="7543800" cy="1618192"/>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2"/>
          <p:cNvSpPr>
            <a:spLocks noGrp="1"/>
          </p:cNvSpPr>
          <p:nvPr>
            <p:ph idx="14"/>
          </p:nvPr>
        </p:nvSpPr>
        <p:spPr>
          <a:xfrm>
            <a:off x="822325" y="5029200"/>
            <a:ext cx="7543800" cy="1241013"/>
          </a:xfrm>
        </p:spPr>
        <p:txBody>
          <a:bodyPr/>
          <a:lstStyle>
            <a:lvl1pPr>
              <a:defRPr>
                <a:latin typeface="Calibri" panose="020F0502020204030204" pitchFamily="34" charset="0"/>
              </a:defRPr>
            </a:lvl1pPr>
            <a:lvl2pPr>
              <a:defRPr>
                <a:latin typeface="Calibri" panose="020F0502020204030204" pitchFamily="34" charset="0"/>
              </a:defRPr>
            </a:lvl2pPr>
            <a:lvl3pPr>
              <a:defRPr>
                <a:latin typeface="Calibri" panose="020F0502020204030204" pitchFamily="34" charset="0"/>
              </a:defRPr>
            </a:lvl3pPr>
            <a:lvl4pPr>
              <a:defRPr>
                <a:latin typeface="Calibri" panose="020F0502020204030204" pitchFamily="34" charset="0"/>
              </a:defRPr>
            </a:lvl4pPr>
            <a:lvl5pPr>
              <a:defRPr>
                <a:latin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41544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p:cNvCxnSpPr/>
          <p:nvPr/>
        </p:nvCxnSpPr>
        <p:spPr>
          <a:xfrm>
            <a:off x="906463" y="4343400"/>
            <a:ext cx="740568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822960" y="758952"/>
            <a:ext cx="7543800" cy="3566160"/>
          </a:xfrm>
        </p:spPr>
        <p:txBody>
          <a:bodyPr anchorCtr="0"/>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fld id="{285A95B1-1493-6F49-88EE-5EC7173141B9}" type="datetimeFigureOut">
              <a:rPr lang="en-US"/>
              <a:pPr/>
              <a:t>4/18/2026</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1564F91F-E677-F945-836D-B91D2D8C060D}" type="slidenum">
              <a:rPr lang="en-US"/>
              <a:pPr/>
              <a:t>‹#›</a:t>
            </a:fld>
            <a:endParaRPr lang="en-US"/>
          </a:p>
        </p:txBody>
      </p:sp>
    </p:spTree>
    <p:extLst>
      <p:ext uri="{BB962C8B-B14F-4D97-AF65-F5344CB8AC3E}">
        <p14:creationId xmlns:p14="http://schemas.microsoft.com/office/powerpoint/2010/main" val="2135568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65584"/>
            <a:ext cx="7543800" cy="98970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524001"/>
            <a:ext cx="3703320" cy="4345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524001"/>
            <a:ext cx="3703320" cy="4345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fld id="{B0EFC4EF-8D77-134A-AF88-39350A4064C2}" type="datetimeFigureOut">
              <a:rPr lang="en-US"/>
              <a:pPr/>
              <a:t>4/18/2026</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B0C328E0-297A-704B-8773-4E95CA2C5299}" type="slidenum">
              <a:rPr lang="en-US"/>
              <a:pPr/>
              <a:t>‹#›</a:t>
            </a:fld>
            <a:endParaRPr lang="en-US"/>
          </a:p>
        </p:txBody>
      </p:sp>
    </p:spTree>
    <p:extLst>
      <p:ext uri="{BB962C8B-B14F-4D97-AF65-F5344CB8AC3E}">
        <p14:creationId xmlns:p14="http://schemas.microsoft.com/office/powerpoint/2010/main" val="3073445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5"/>
            <a:ext cx="7543800" cy="96900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97318"/>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209800"/>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371600"/>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209800"/>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fld id="{8106006F-6549-374D-BD29-FA69B57BCD8D}" type="datetimeFigureOut">
              <a:rPr lang="en-US"/>
              <a:pPr/>
              <a:t>4/18/2026</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4806BB21-89E2-E045-A122-6DDBBF297C19}" type="slidenum">
              <a:rPr lang="en-US"/>
              <a:pPr/>
              <a:t>‹#›</a:t>
            </a:fld>
            <a:endParaRPr lang="en-US"/>
          </a:p>
        </p:txBody>
      </p:sp>
    </p:spTree>
    <p:extLst>
      <p:ext uri="{BB962C8B-B14F-4D97-AF65-F5344CB8AC3E}">
        <p14:creationId xmlns:p14="http://schemas.microsoft.com/office/powerpoint/2010/main" val="12643827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fld id="{5158731D-18D8-1F4E-AE2C-C2403BD3CC80}" type="datetimeFigureOut">
              <a:rPr lang="en-US"/>
              <a:pPr/>
              <a:t>4/18/2026</a:t>
            </a:fld>
            <a:endParaRPr lang="en-US"/>
          </a:p>
        </p:txBody>
      </p:sp>
      <p:sp>
        <p:nvSpPr>
          <p:cNvPr id="5" name="Slide Number Placeholder 5"/>
          <p:cNvSpPr>
            <a:spLocks noGrp="1"/>
          </p:cNvSpPr>
          <p:nvPr>
            <p:ph type="sldNum" sz="quarter" idx="12"/>
          </p:nvPr>
        </p:nvSpPr>
        <p:spPr/>
        <p:txBody>
          <a:bodyPr/>
          <a:lstStyle>
            <a:lvl1pPr>
              <a:defRPr/>
            </a:lvl1pPr>
          </a:lstStyle>
          <a:p>
            <a:fld id="{5108B336-9D7C-F640-B885-B7F4EB665CFC}" type="slidenum">
              <a:rPr lang="en-US"/>
              <a:pPr/>
              <a:t>‹#›</a:t>
            </a:fld>
            <a:endParaRPr lang="en-US"/>
          </a:p>
        </p:txBody>
      </p:sp>
      <p:sp>
        <p:nvSpPr>
          <p:cNvPr id="6" name="Text Box 18"/>
          <p:cNvSpPr txBox="1">
            <a:spLocks noChangeArrowheads="1"/>
          </p:cNvSpPr>
          <p:nvPr userDrawn="1"/>
        </p:nvSpPr>
        <p:spPr bwMode="auto">
          <a:xfrm>
            <a:off x="3048000" y="6488668"/>
            <a:ext cx="3276600" cy="230832"/>
          </a:xfrm>
          <a:prstGeom prst="rect">
            <a:avLst/>
          </a:prstGeom>
          <a:noFill/>
          <a:ln>
            <a:noFill/>
          </a:ln>
        </p:spPr>
        <p:txBody>
          <a:bodyPr wrap="square">
            <a:spAutoFit/>
          </a:bodyPr>
          <a:lstStyle>
            <a:lvl1pPr>
              <a:defRPr>
                <a:solidFill>
                  <a:schemeClr val="tx1"/>
                </a:solidFill>
                <a:latin typeface="Arial" charset="0"/>
                <a:ea typeface="MS PGothic" charset="0"/>
                <a:cs typeface="MS PGothic" charset="0"/>
              </a:defRPr>
            </a:lvl1pPr>
            <a:lvl2pPr marL="742950" indent="-285750">
              <a:defRPr>
                <a:solidFill>
                  <a:schemeClr val="tx1"/>
                </a:solidFill>
                <a:latin typeface="Arial" charset="0"/>
                <a:ea typeface="MS PGothic" charset="0"/>
                <a:cs typeface="MS PGothic" charset="0"/>
              </a:defRPr>
            </a:lvl2pPr>
            <a:lvl3pPr marL="1143000" indent="-228600">
              <a:defRPr>
                <a:solidFill>
                  <a:schemeClr val="tx1"/>
                </a:solidFill>
                <a:latin typeface="Arial" charset="0"/>
                <a:ea typeface="MS PGothic" charset="0"/>
                <a:cs typeface="MS PGothic" charset="0"/>
              </a:defRPr>
            </a:lvl3pPr>
            <a:lvl4pPr marL="1600200" indent="-228600">
              <a:defRPr>
                <a:solidFill>
                  <a:schemeClr val="tx1"/>
                </a:solidFill>
                <a:latin typeface="Arial" charset="0"/>
                <a:ea typeface="MS PGothic" charset="0"/>
                <a:cs typeface="MS PGothic" charset="0"/>
              </a:defRPr>
            </a:lvl4pPr>
            <a:lvl5pPr marL="2057400" indent="-2286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r>
              <a:rPr lang="en-IN" sz="900" kern="1200" dirty="0">
                <a:solidFill>
                  <a:schemeClr val="bg1"/>
                </a:solidFill>
                <a:effectLst/>
                <a:latin typeface="Calibri" panose="020F0502020204030204" pitchFamily="34" charset="0"/>
                <a:ea typeface="MS PGothic" charset="0"/>
                <a:cs typeface="MS PGothic" charset="0"/>
              </a:rPr>
              <a:t>©2020 McGraw-Hill Education. </a:t>
            </a:r>
            <a:endParaRPr lang="en-US" sz="900" i="1" dirty="0">
              <a:solidFill>
                <a:schemeClr val="bg1"/>
              </a:solidFill>
              <a:latin typeface="Calibri" panose="020F0502020204030204" pitchFamily="34" charset="0"/>
              <a:ea typeface="ＭＳ Ｐゴシック" charset="0"/>
            </a:endParaRPr>
          </a:p>
        </p:txBody>
      </p:sp>
    </p:spTree>
    <p:extLst>
      <p:ext uri="{BB962C8B-B14F-4D97-AF65-F5344CB8AC3E}">
        <p14:creationId xmlns:p14="http://schemas.microsoft.com/office/powerpoint/2010/main" val="3259788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2"/>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6"/>
          <p:cNvSpPr>
            <a:spLocks noGrp="1"/>
          </p:cNvSpPr>
          <p:nvPr>
            <p:ph type="dt" sz="half" idx="10"/>
          </p:nvPr>
        </p:nvSpPr>
        <p:spPr/>
        <p:txBody>
          <a:bodyPr/>
          <a:lstStyle>
            <a:lvl1pPr>
              <a:defRPr/>
            </a:lvl1pPr>
          </a:lstStyle>
          <a:p>
            <a:fld id="{63BDFDAB-DB59-FF41-9F2F-2985F462765B}" type="datetimeFigureOut">
              <a:rPr lang="en-US"/>
              <a:pPr/>
              <a:t>4/18/2026</a:t>
            </a:fld>
            <a:endParaRPr lang="en-US"/>
          </a:p>
        </p:txBody>
      </p:sp>
      <p:sp>
        <p:nvSpPr>
          <p:cNvPr id="5" name="Footer Placeholder 7"/>
          <p:cNvSpPr>
            <a:spLocks noGrp="1"/>
          </p:cNvSpPr>
          <p:nvPr>
            <p:ph type="ftr" sz="quarter" idx="11"/>
          </p:nvPr>
        </p:nvSpPr>
        <p:spPr/>
        <p:txBody>
          <a:bodyPr/>
          <a:lstStyle>
            <a:lvl1pPr>
              <a:defRPr/>
            </a:lvl1pPr>
          </a:lstStyle>
          <a:p>
            <a:endParaRPr lang="en-US"/>
          </a:p>
        </p:txBody>
      </p:sp>
      <p:sp>
        <p:nvSpPr>
          <p:cNvPr id="6" name="Slide Number Placeholder 8"/>
          <p:cNvSpPr>
            <a:spLocks noGrp="1"/>
          </p:cNvSpPr>
          <p:nvPr>
            <p:ph type="sldNum" sz="quarter" idx="12"/>
          </p:nvPr>
        </p:nvSpPr>
        <p:spPr/>
        <p:txBody>
          <a:bodyPr/>
          <a:lstStyle>
            <a:lvl1pPr>
              <a:defRPr/>
            </a:lvl1pPr>
          </a:lstStyle>
          <a:p>
            <a:fld id="{DAABADB6-9C46-AB4E-BE66-FB8DFEAD4CC9}" type="slidenum">
              <a:rPr lang="en-US"/>
              <a:pPr/>
              <a:t>‹#›</a:t>
            </a:fld>
            <a:endParaRPr lang="en-US"/>
          </a:p>
        </p:txBody>
      </p:sp>
    </p:spTree>
    <p:extLst>
      <p:ext uri="{BB962C8B-B14F-4D97-AF65-F5344CB8AC3E}">
        <p14:creationId xmlns:p14="http://schemas.microsoft.com/office/powerpoint/2010/main" val="6385467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303847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3030538" y="0"/>
            <a:ext cx="4762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00450" y="731520"/>
            <a:ext cx="486918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a:xfrm>
            <a:off x="349250" y="6459538"/>
            <a:ext cx="1963738" cy="365125"/>
          </a:xfrm>
        </p:spPr>
        <p:txBody>
          <a:bodyPr/>
          <a:lstStyle>
            <a:lvl1pPr>
              <a:defRPr/>
            </a:lvl1pPr>
          </a:lstStyle>
          <a:p>
            <a:fld id="{30A70F52-CB93-204C-AAA7-408ED2EABE88}" type="datetimeFigureOut">
              <a:rPr lang="en-US"/>
              <a:pPr/>
              <a:t>4/18/2026</a:t>
            </a:fld>
            <a:endParaRPr lang="en-US"/>
          </a:p>
        </p:txBody>
      </p:sp>
      <p:sp>
        <p:nvSpPr>
          <p:cNvPr id="8" name="Footer Placeholder 5"/>
          <p:cNvSpPr>
            <a:spLocks noGrp="1"/>
          </p:cNvSpPr>
          <p:nvPr>
            <p:ph type="ftr" sz="quarter" idx="11"/>
          </p:nvPr>
        </p:nvSpPr>
        <p:spPr>
          <a:xfrm>
            <a:off x="3600450" y="6459538"/>
            <a:ext cx="3486150" cy="365125"/>
          </a:xfrm>
        </p:spPr>
        <p:txBody>
          <a:bodyPr/>
          <a:lstStyle>
            <a:lvl1pPr algn="l">
              <a:defRPr>
                <a:solidFill>
                  <a:schemeClr val="tx2"/>
                </a:solidFill>
              </a:defRPr>
            </a:lvl1pPr>
          </a:lstStyle>
          <a:p>
            <a:endParaRPr lang="en-US"/>
          </a:p>
        </p:txBody>
      </p:sp>
      <p:sp>
        <p:nvSpPr>
          <p:cNvPr id="9" name="Slide Number Placeholder 6"/>
          <p:cNvSpPr>
            <a:spLocks noGrp="1"/>
          </p:cNvSpPr>
          <p:nvPr>
            <p:ph type="sldNum" sz="quarter" idx="12"/>
          </p:nvPr>
        </p:nvSpPr>
        <p:spPr/>
        <p:txBody>
          <a:bodyPr/>
          <a:lstStyle>
            <a:lvl1pPr>
              <a:defRPr>
                <a:solidFill>
                  <a:schemeClr val="tx2"/>
                </a:solidFill>
              </a:defRPr>
            </a:lvl1pPr>
          </a:lstStyle>
          <a:p>
            <a:fld id="{730939F7-EF48-3243-B030-E1CC74C629A7}" type="slidenum">
              <a:rPr lang="en-US"/>
              <a:pPr/>
              <a:t>‹#›</a:t>
            </a:fld>
            <a:endParaRPr lang="en-US"/>
          </a:p>
        </p:txBody>
      </p:sp>
    </p:spTree>
    <p:extLst>
      <p:ext uri="{BB962C8B-B14F-4D97-AF65-F5344CB8AC3E}">
        <p14:creationId xmlns:p14="http://schemas.microsoft.com/office/powerpoint/2010/main" val="34102614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4953000"/>
            <a:ext cx="9142413"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0" y="4914900"/>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solidFill>
            <a:schemeClr val="bg2">
              <a:lumMod val="90000"/>
            </a:schemeClr>
          </a:solidFill>
        </p:spPr>
        <p:txBody>
          <a:bodyPr lIns="457200" tIns="457200"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dirty="0"/>
              <a:t>Drag picture to placeholder or click icon to add</a:t>
            </a:r>
          </a:p>
        </p:txBody>
      </p:sp>
      <p:sp>
        <p:nvSpPr>
          <p:cNvPr id="4" name="Text Placeholder 3"/>
          <p:cNvSpPr>
            <a:spLocks noGrp="1"/>
          </p:cNvSpPr>
          <p:nvPr>
            <p:ph type="body" sz="half" idx="2"/>
          </p:nvPr>
        </p:nvSpPr>
        <p:spPr>
          <a:xfrm>
            <a:off x="822960"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lvl1pPr>
              <a:defRPr/>
            </a:lvl1pPr>
          </a:lstStyle>
          <a:p>
            <a:fld id="{DA9F0DC8-A36E-F945-9322-E040116FEA7D}" type="datetimeFigureOut">
              <a:rPr lang="en-US"/>
              <a:pPr/>
              <a:t>4/18/2026</a:t>
            </a:fld>
            <a:endParaRPr lang="en-US"/>
          </a:p>
        </p:txBody>
      </p:sp>
      <p:sp>
        <p:nvSpPr>
          <p:cNvPr id="8" name="Footer Placeholder 5"/>
          <p:cNvSpPr>
            <a:spLocks noGrp="1"/>
          </p:cNvSpPr>
          <p:nvPr>
            <p:ph type="ftr" sz="quarter" idx="11"/>
          </p:nvPr>
        </p:nvSpPr>
        <p:spPr/>
        <p:txBody>
          <a:bodyPr/>
          <a:lstStyle>
            <a:lvl1pPr>
              <a:defRPr/>
            </a:lvl1pPr>
          </a:lstStyle>
          <a:p>
            <a:endParaRPr lang="en-US"/>
          </a:p>
        </p:txBody>
      </p:sp>
      <p:sp>
        <p:nvSpPr>
          <p:cNvPr id="9" name="Slide Number Placeholder 6"/>
          <p:cNvSpPr>
            <a:spLocks noGrp="1"/>
          </p:cNvSpPr>
          <p:nvPr>
            <p:ph type="sldNum" sz="quarter" idx="12"/>
          </p:nvPr>
        </p:nvSpPr>
        <p:spPr/>
        <p:txBody>
          <a:bodyPr/>
          <a:lstStyle>
            <a:lvl1pPr>
              <a:defRPr/>
            </a:lvl1pPr>
          </a:lstStyle>
          <a:p>
            <a:fld id="{60F20BA0-EA89-AC44-BB48-9DAB06F5C984}" type="slidenum">
              <a:rPr lang="en-US"/>
              <a:pPr/>
              <a:t>‹#›</a:t>
            </a:fld>
            <a:endParaRPr lang="en-US"/>
          </a:p>
        </p:txBody>
      </p:sp>
    </p:spTree>
    <p:extLst>
      <p:ext uri="{BB962C8B-B14F-4D97-AF65-F5344CB8AC3E}">
        <p14:creationId xmlns:p14="http://schemas.microsoft.com/office/powerpoint/2010/main" val="1851123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fld id="{17663361-333C-0C4A-AAE8-B3833BD0EF21}" type="datetimeFigureOut">
              <a:rPr lang="en-US"/>
              <a:pPr/>
              <a:t>4/18/2026</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772C80D-A885-A440-968E-3415E0D2651C}" type="slidenum">
              <a:rPr lang="en-US"/>
              <a:pPr/>
              <a:t>‹#›</a:t>
            </a:fld>
            <a:endParaRPr lang="en-US"/>
          </a:p>
        </p:txBody>
      </p:sp>
    </p:spTree>
    <p:extLst>
      <p:ext uri="{BB962C8B-B14F-4D97-AF65-F5344CB8AC3E}">
        <p14:creationId xmlns:p14="http://schemas.microsoft.com/office/powerpoint/2010/main" val="9188320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a:xfrm>
            <a:off x="3175" y="6400800"/>
            <a:ext cx="9140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9142413"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2302"/>
            <a:ext cx="1971675"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2302"/>
            <a:ext cx="5800725"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p:cNvSpPr>
            <a:spLocks noGrp="1"/>
          </p:cNvSpPr>
          <p:nvPr>
            <p:ph type="dt" sz="half" idx="10"/>
          </p:nvPr>
        </p:nvSpPr>
        <p:spPr/>
        <p:txBody>
          <a:bodyPr/>
          <a:lstStyle>
            <a:lvl1pPr>
              <a:defRPr/>
            </a:lvl1pPr>
          </a:lstStyle>
          <a:p>
            <a:fld id="{8663580D-94A4-484E-A0AB-D1965CE88613}" type="datetimeFigureOut">
              <a:rPr lang="en-US"/>
              <a:pPr/>
              <a:t>4/18/2026</a:t>
            </a:fld>
            <a:endParaRPr lang="en-US"/>
          </a:p>
        </p:txBody>
      </p:sp>
      <p:sp>
        <p:nvSpPr>
          <p:cNvPr id="7" name="Footer Placeholder 4"/>
          <p:cNvSpPr>
            <a:spLocks noGrp="1"/>
          </p:cNvSpPr>
          <p:nvPr>
            <p:ph type="ftr" sz="quarter" idx="11"/>
          </p:nvPr>
        </p:nvSpPr>
        <p:spPr/>
        <p:txBody>
          <a:bodyPr/>
          <a:lstStyle>
            <a:lvl1pPr>
              <a:defRPr/>
            </a:lvl1pPr>
          </a:lstStyle>
          <a:p>
            <a:endParaRPr lang="en-US"/>
          </a:p>
        </p:txBody>
      </p:sp>
      <p:sp>
        <p:nvSpPr>
          <p:cNvPr id="8" name="Slide Number Placeholder 5"/>
          <p:cNvSpPr>
            <a:spLocks noGrp="1"/>
          </p:cNvSpPr>
          <p:nvPr>
            <p:ph type="sldNum" sz="quarter" idx="12"/>
          </p:nvPr>
        </p:nvSpPr>
        <p:spPr/>
        <p:txBody>
          <a:bodyPr/>
          <a:lstStyle>
            <a:lvl1pPr>
              <a:defRPr/>
            </a:lvl1pPr>
          </a:lstStyle>
          <a:p>
            <a:fld id="{3A041516-5138-DF45-B962-373F8CC7CEB9}" type="slidenum">
              <a:rPr lang="en-US"/>
              <a:pPr/>
              <a:t>‹#›</a:t>
            </a:fld>
            <a:endParaRPr lang="en-US"/>
          </a:p>
        </p:txBody>
      </p:sp>
    </p:spTree>
    <p:extLst>
      <p:ext uri="{BB962C8B-B14F-4D97-AF65-F5344CB8AC3E}">
        <p14:creationId xmlns:p14="http://schemas.microsoft.com/office/powerpoint/2010/main" val="25862618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8" name="Title 1"/>
          <p:cNvSpPr>
            <a:spLocks noGrp="1"/>
          </p:cNvSpPr>
          <p:nvPr>
            <p:ph type="title"/>
          </p:nvPr>
        </p:nvSpPr>
        <p:spPr>
          <a:xfrm>
            <a:off x="457200" y="304800"/>
            <a:ext cx="8229600" cy="914400"/>
          </a:xfrm>
        </p:spPr>
        <p:txBody>
          <a:bodyPr/>
          <a:lstStyle>
            <a:lvl1pPr>
              <a:defRPr sz="4000"/>
            </a:lvl1pPr>
          </a:lstStyle>
          <a:p>
            <a:r>
              <a:rPr lang="en-US" dirty="0"/>
              <a:t>Click to edit Master title style</a:t>
            </a:r>
          </a:p>
        </p:txBody>
      </p:sp>
    </p:spTree>
    <p:extLst>
      <p:ext uri="{BB962C8B-B14F-4D97-AF65-F5344CB8AC3E}">
        <p14:creationId xmlns:p14="http://schemas.microsoft.com/office/powerpoint/2010/main" val="6969267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457200" y="1600201"/>
            <a:ext cx="8229600" cy="38719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fontAlgn="base">
              <a:spcBef>
                <a:spcPct val="0"/>
              </a:spcBef>
              <a:spcAft>
                <a:spcPct val="0"/>
              </a:spcAft>
              <a:defRPr>
                <a:latin typeface="Arial" charset="0"/>
                <a:cs typeface="Arial" charset="0"/>
              </a:defRPr>
            </a:lvl1pPr>
          </a:lstStyle>
          <a:p>
            <a:pPr>
              <a:defRPr/>
            </a:pPr>
            <a:fld id="{FB392A70-6312-4295-B045-8A3A0643FC4B}" type="datetime1">
              <a:rPr lang="en-US"/>
              <a:pPr>
                <a:defRPr/>
              </a:pPr>
              <a:t>4/18/2026</a:t>
            </a:fld>
            <a:endParaRPr lang="en-US" dirty="0"/>
          </a:p>
        </p:txBody>
      </p:sp>
      <p:sp>
        <p:nvSpPr>
          <p:cNvPr id="5" name="Footer Placeholder 4"/>
          <p:cNvSpPr>
            <a:spLocks noGrp="1"/>
          </p:cNvSpPr>
          <p:nvPr>
            <p:ph type="ftr" sz="quarter" idx="11"/>
          </p:nvPr>
        </p:nvSpPr>
        <p:spPr/>
        <p:txBody>
          <a:bodyPr/>
          <a:lstStyle>
            <a:lvl1pPr fontAlgn="base">
              <a:spcBef>
                <a:spcPct val="0"/>
              </a:spcBef>
              <a:spcAft>
                <a:spcPct val="0"/>
              </a:spcAft>
              <a:defRPr>
                <a:latin typeface="Arial" charset="0"/>
                <a:cs typeface="Arial" charset="0"/>
              </a:defRPr>
            </a:lvl1pPr>
          </a:lstStyle>
          <a:p>
            <a:pPr>
              <a:defRPr/>
            </a:pPr>
            <a:r>
              <a:rPr lang="en-US" dirty="0"/>
              <a:t>Copyright @ 2015 McGraw Hill Education</a:t>
            </a:r>
          </a:p>
        </p:txBody>
      </p:sp>
      <p:sp>
        <p:nvSpPr>
          <p:cNvPr id="6" name="Slide Number Placeholder 5"/>
          <p:cNvSpPr>
            <a:spLocks noGrp="1"/>
          </p:cNvSpPr>
          <p:nvPr>
            <p:ph type="sldNum" sz="quarter" idx="12"/>
          </p:nvPr>
        </p:nvSpPr>
        <p:spPr/>
        <p:txBody>
          <a:bodyPr/>
          <a:lstStyle>
            <a:lvl1pPr fontAlgn="base">
              <a:spcBef>
                <a:spcPct val="0"/>
              </a:spcBef>
              <a:spcAft>
                <a:spcPct val="0"/>
              </a:spcAft>
              <a:defRPr>
                <a:latin typeface="Arial" charset="0"/>
                <a:cs typeface="Arial" charset="0"/>
              </a:defRPr>
            </a:lvl1pPr>
          </a:lstStyle>
          <a:p>
            <a:pPr>
              <a:defRPr/>
            </a:pPr>
            <a:fld id="{7A12E07D-6177-4BA4-8EF4-EE0B0B1559AA}" type="slidenum">
              <a:rPr lang="en-US"/>
              <a:pPr>
                <a:defRPr/>
              </a:pPr>
              <a:t>‹#›</a:t>
            </a:fld>
            <a:endParaRPr lang="en-US" dirty="0"/>
          </a:p>
        </p:txBody>
      </p:sp>
      <p:sp>
        <p:nvSpPr>
          <p:cNvPr id="11" name="Content Placeholder 10"/>
          <p:cNvSpPr>
            <a:spLocks noGrp="1"/>
          </p:cNvSpPr>
          <p:nvPr>
            <p:ph sz="quarter" idx="14"/>
          </p:nvPr>
        </p:nvSpPr>
        <p:spPr>
          <a:xfrm>
            <a:off x="381000" y="6527802"/>
            <a:ext cx="6400800" cy="228600"/>
          </a:xfrm>
        </p:spPr>
        <p:txBody>
          <a:bodyPr/>
          <a:lstStyle>
            <a:lvl1pPr marL="0" indent="0">
              <a:buNone/>
              <a:defRPr sz="1800"/>
            </a:lvl1pPr>
            <a:lvl2pPr>
              <a:defRPr sz="1800"/>
            </a:lvl2pPr>
            <a:lvl3pPr>
              <a:defRPr sz="1800"/>
            </a:lvl3pPr>
            <a:lvl4pPr>
              <a:defRPr sz="1800"/>
            </a:lvl4pPr>
            <a:lvl5pPr marL="1828800" indent="0">
              <a:buNone/>
              <a:defRPr sz="1800"/>
            </a:lvl5pPr>
          </a:lstStyle>
          <a:p>
            <a:pPr lvl="4"/>
            <a:endParaRPr lang="en-IN" dirty="0"/>
          </a:p>
        </p:txBody>
      </p:sp>
      <p:sp>
        <p:nvSpPr>
          <p:cNvPr id="8" name="Content Placeholder 7"/>
          <p:cNvSpPr>
            <a:spLocks noGrp="1"/>
          </p:cNvSpPr>
          <p:nvPr>
            <p:ph sz="quarter" idx="15"/>
          </p:nvPr>
        </p:nvSpPr>
        <p:spPr>
          <a:xfrm>
            <a:off x="457200" y="5562600"/>
            <a:ext cx="8229600" cy="457200"/>
          </a:xfrm>
        </p:spPr>
        <p:txBody>
          <a:bodyPr/>
          <a:lstStyle/>
          <a:p>
            <a:pPr lvl="0"/>
            <a:endParaRPr lang="en-US" dirty="0"/>
          </a:p>
        </p:txBody>
      </p:sp>
      <p:sp>
        <p:nvSpPr>
          <p:cNvPr id="10" name="Content Placeholder 7"/>
          <p:cNvSpPr>
            <a:spLocks noGrp="1"/>
          </p:cNvSpPr>
          <p:nvPr>
            <p:ph sz="quarter" idx="16"/>
          </p:nvPr>
        </p:nvSpPr>
        <p:spPr>
          <a:xfrm>
            <a:off x="609600" y="5715000"/>
            <a:ext cx="8229600" cy="457200"/>
          </a:xfrm>
        </p:spPr>
        <p:txBody>
          <a:bodyPr/>
          <a:lstStyle/>
          <a:p>
            <a:pPr lvl="0"/>
            <a:endParaRPr lang="en-US" dirty="0"/>
          </a:p>
        </p:txBody>
      </p:sp>
    </p:spTree>
    <p:extLst>
      <p:ext uri="{BB962C8B-B14F-4D97-AF65-F5344CB8AC3E}">
        <p14:creationId xmlns:p14="http://schemas.microsoft.com/office/powerpoint/2010/main" val="442942869"/>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1"/>
            <a:ext cx="9144000" cy="4448175"/>
          </a:xfrm>
          <a:solidFill>
            <a:schemeClr val="bg1">
              <a:lumMod val="95000"/>
            </a:schemeClr>
          </a:solidFill>
        </p:spPr>
        <p:txBody>
          <a:bodyPr>
            <a:normAutofit/>
          </a:bodyPr>
          <a:lstStyle>
            <a:lvl1pPr marL="0" indent="0" algn="ctr">
              <a:buNone/>
              <a:defRPr sz="1350"/>
            </a:lvl1pPr>
          </a:lstStyle>
          <a:p>
            <a:r>
              <a:rPr lang="en-US"/>
              <a:t>Click icon to add picture</a:t>
            </a:r>
            <a:endParaRPr lang="en-US" dirty="0"/>
          </a:p>
        </p:txBody>
      </p:sp>
      <p:sp>
        <p:nvSpPr>
          <p:cNvPr id="10" name="Rectangle 9">
            <a:extLst>
              <a:ext uri="{FF2B5EF4-FFF2-40B4-BE49-F238E27FC236}">
                <a16:creationId xmlns:a16="http://schemas.microsoft.com/office/drawing/2014/main" id="{F04A5F51-C7E6-44CC-ADF3-1C83AA35D0DC}"/>
              </a:ext>
            </a:extLst>
          </p:cNvPr>
          <p:cNvSpPr/>
          <p:nvPr userDrawn="1"/>
        </p:nvSpPr>
        <p:spPr>
          <a:xfrm>
            <a:off x="0" y="4448176"/>
            <a:ext cx="9144000" cy="240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278606" y="4551364"/>
            <a:ext cx="8640366" cy="1176337"/>
          </a:xfrm>
        </p:spPr>
        <p:txBody>
          <a:bodyPr anchor="ctr"/>
          <a:lstStyle>
            <a:lvl1pPr algn="ctr">
              <a:defRPr sz="45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278606" y="5830888"/>
            <a:ext cx="8640366" cy="550862"/>
          </a:xfrm>
        </p:spPr>
        <p:txBody>
          <a:bodyPr/>
          <a:lstStyle>
            <a:lvl1pPr marL="0" indent="0" algn="ctr">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14356785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1508BC1-7ABB-42C8-B268-3C6F4FD455DE}"/>
              </a:ext>
            </a:extLst>
          </p:cNvPr>
          <p:cNvSpPr/>
          <p:nvPr userDrawn="1"/>
        </p:nvSpPr>
        <p:spPr>
          <a:xfrm>
            <a:off x="150019" y="-1"/>
            <a:ext cx="899398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428625" y="1"/>
            <a:ext cx="4525566" cy="6857999"/>
          </a:xfrm>
          <a:solidFill>
            <a:schemeClr val="bg1">
              <a:lumMod val="95000"/>
            </a:schemeClr>
          </a:solidFill>
        </p:spPr>
        <p:txBody>
          <a:bodyPr>
            <a:normAutofit/>
          </a:bodyPr>
          <a:lstStyle>
            <a:lvl1pPr marL="0" indent="0" algn="ctr">
              <a:buNone/>
              <a:defRPr sz="1350"/>
            </a:lvl1pPr>
          </a:lstStyle>
          <a:p>
            <a:r>
              <a:rPr lang="en-US"/>
              <a:t>Click icon to add picture</a:t>
            </a:r>
            <a:endParaRPr lang="en-US" dirty="0"/>
          </a:p>
        </p:txBody>
      </p:sp>
      <p:sp>
        <p:nvSpPr>
          <p:cNvPr id="10" name="Rectangle 9">
            <a:extLst>
              <a:ext uri="{FF2B5EF4-FFF2-40B4-BE49-F238E27FC236}">
                <a16:creationId xmlns:a16="http://schemas.microsoft.com/office/drawing/2014/main" id="{F04A5F51-C7E6-44CC-ADF3-1C83AA35D0DC}"/>
              </a:ext>
            </a:extLst>
          </p:cNvPr>
          <p:cNvSpPr/>
          <p:nvPr userDrawn="1"/>
        </p:nvSpPr>
        <p:spPr>
          <a:xfrm>
            <a:off x="1" y="1"/>
            <a:ext cx="278606"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5179219" y="1512890"/>
            <a:ext cx="3739754" cy="3262311"/>
          </a:xfrm>
        </p:spPr>
        <p:txBody>
          <a:bodyPr anchor="b"/>
          <a:lstStyle>
            <a:lvl1pPr algn="l">
              <a:defRPr sz="450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5179219" y="4927601"/>
            <a:ext cx="3739754" cy="976311"/>
          </a:xfrm>
        </p:spPr>
        <p:txBody>
          <a:bodyPr/>
          <a:lstStyle>
            <a:lvl1pPr marL="0" indent="0" algn="l">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32821977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1"/>
            <a:ext cx="9144000" cy="6857999"/>
          </a:xfrm>
          <a:solidFill>
            <a:schemeClr val="bg1">
              <a:lumMod val="95000"/>
            </a:schemeClr>
          </a:solidFill>
        </p:spPr>
        <p:txBody>
          <a:bodyPr>
            <a:normAutofit/>
          </a:bodyPr>
          <a:lstStyle>
            <a:lvl1pPr marL="0" indent="0" algn="ctr">
              <a:buNone/>
              <a:defRPr sz="1350"/>
            </a:lvl1pPr>
          </a:lstStyle>
          <a:p>
            <a:r>
              <a:rPr lang="en-US"/>
              <a:t>Click icon to add picture</a:t>
            </a: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2577458" y="1779590"/>
            <a:ext cx="3989086" cy="2182811"/>
          </a:xfrm>
        </p:spPr>
        <p:txBody>
          <a:bodyPr anchor="b">
            <a:normAutofit/>
          </a:bodyPr>
          <a:lstStyle>
            <a:lvl1pPr algn="ctr">
              <a:defRPr sz="405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2577458" y="4079084"/>
            <a:ext cx="3989086" cy="976311"/>
          </a:xfrm>
        </p:spPr>
        <p:txBody>
          <a:bodyPr/>
          <a:lstStyle>
            <a:lvl1pPr marL="0" indent="0" algn="ctr">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4017971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303307"/>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D1A59197-7C21-44E6-8A97-DE0ABD1E6909}"/>
              </a:ext>
            </a:extLst>
          </p:cNvPr>
          <p:cNvSpPr/>
          <p:nvPr userDrawn="1"/>
        </p:nvSpPr>
        <p:spPr>
          <a:xfrm>
            <a:off x="0" y="0"/>
            <a:ext cx="4810125"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3762375" y="472282"/>
            <a:ext cx="5381625" cy="5913439"/>
          </a:xfrm>
          <a:solidFill>
            <a:schemeClr val="bg1">
              <a:lumMod val="95000"/>
            </a:schemeClr>
          </a:solidFill>
        </p:spPr>
        <p:txBody>
          <a:bodyPr>
            <a:normAutofit/>
          </a:bodyPr>
          <a:lstStyle>
            <a:lvl1pPr marL="0" indent="0" algn="ctr">
              <a:buNone/>
              <a:defRPr sz="1350"/>
            </a:lvl1pPr>
          </a:lstStyle>
          <a:p>
            <a:r>
              <a:rPr lang="en-US"/>
              <a:t>Click icon to add picture</a:t>
            </a: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p:nvPr>
        </p:nvSpPr>
        <p:spPr>
          <a:xfrm>
            <a:off x="278607" y="1779590"/>
            <a:ext cx="3312318" cy="2182811"/>
          </a:xfrm>
        </p:spPr>
        <p:txBody>
          <a:bodyPr anchor="b">
            <a:normAutofit/>
          </a:bodyPr>
          <a:lstStyle>
            <a:lvl1pPr algn="l">
              <a:defRPr sz="4050">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p:ph type="subTitle" idx="1"/>
          </p:nvPr>
        </p:nvSpPr>
        <p:spPr>
          <a:xfrm>
            <a:off x="278607" y="4079084"/>
            <a:ext cx="3312318" cy="976311"/>
          </a:xfrm>
        </p:spPr>
        <p:txBody>
          <a:bodyPr/>
          <a:lstStyle>
            <a:lvl1pPr marL="0" indent="0" algn="l">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8" name="Rectangle 7">
            <a:extLst>
              <a:ext uri="{FF2B5EF4-FFF2-40B4-BE49-F238E27FC236}">
                <a16:creationId xmlns:a16="http://schemas.microsoft.com/office/drawing/2014/main" id="{C1626B81-8882-4179-8C3A-BEA9BBEF2A62}"/>
              </a:ext>
            </a:extLst>
          </p:cNvPr>
          <p:cNvSpPr/>
          <p:nvPr userDrawn="1"/>
        </p:nvSpPr>
        <p:spPr>
          <a:xfrm>
            <a:off x="3765947" y="368300"/>
            <a:ext cx="2369820" cy="11668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004153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9144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1517DDCC-4521-4225-8F36-D4B39128409A}"/>
              </a:ext>
            </a:extLst>
          </p:cNvPr>
          <p:cNvSpPr/>
          <p:nvPr userDrawn="1"/>
        </p:nvSpPr>
        <p:spPr>
          <a:xfrm>
            <a:off x="6743700" y="3965574"/>
            <a:ext cx="2400300" cy="2892426"/>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B16570C8-2343-4B74-AF97-DC7CE5D92865}"/>
              </a:ext>
            </a:extLst>
          </p:cNvPr>
          <p:cNvSpPr/>
          <p:nvPr userDrawn="1"/>
        </p:nvSpPr>
        <p:spPr>
          <a:xfrm>
            <a:off x="0" y="0"/>
            <a:ext cx="2400300" cy="2892426"/>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userDrawn="1">
            <p:ph type="pic" sz="quarter" idx="10"/>
          </p:nvPr>
        </p:nvSpPr>
        <p:spPr>
          <a:xfrm>
            <a:off x="278608" y="278606"/>
            <a:ext cx="8640365" cy="3150394"/>
          </a:xfrm>
          <a:solidFill>
            <a:schemeClr val="bg1">
              <a:lumMod val="95000"/>
            </a:schemeClr>
          </a:solidFill>
        </p:spPr>
        <p:txBody>
          <a:bodyPr>
            <a:normAutofit/>
          </a:bodyPr>
          <a:lstStyle>
            <a:lvl1pPr marL="0" indent="0" algn="ctr">
              <a:buNone/>
              <a:defRPr sz="1350"/>
            </a:lvl1pPr>
          </a:lstStyle>
          <a:p>
            <a:r>
              <a:rPr lang="en-US"/>
              <a:t>Click icon to add picture</a:t>
            </a:r>
            <a:endParaRPr lang="en-US" dirty="0"/>
          </a:p>
        </p:txBody>
      </p:sp>
      <p:sp>
        <p:nvSpPr>
          <p:cNvPr id="14" name="Rectangle 13">
            <a:extLst>
              <a:ext uri="{FF2B5EF4-FFF2-40B4-BE49-F238E27FC236}">
                <a16:creationId xmlns:a16="http://schemas.microsoft.com/office/drawing/2014/main" id="{40B27536-7968-45BB-9FA8-DF1A47A47827}"/>
              </a:ext>
            </a:extLst>
          </p:cNvPr>
          <p:cNvSpPr/>
          <p:nvPr userDrawn="1"/>
        </p:nvSpPr>
        <p:spPr>
          <a:xfrm>
            <a:off x="278608" y="3429001"/>
            <a:ext cx="8640365" cy="2771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userDrawn="1">
            <p:ph type="ctrTitle"/>
          </p:nvPr>
        </p:nvSpPr>
        <p:spPr>
          <a:xfrm>
            <a:off x="1132880" y="3886201"/>
            <a:ext cx="6931818" cy="1104900"/>
          </a:xfrm>
        </p:spPr>
        <p:txBody>
          <a:bodyPr anchor="ctr">
            <a:normAutofit/>
          </a:bodyPr>
          <a:lstStyle>
            <a:lvl1pPr algn="ctr">
              <a:defRPr sz="4050">
                <a:solidFill>
                  <a:schemeClr val="accent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951C9A4-8764-4CB3-AC26-C957C0E84BCD}"/>
              </a:ext>
            </a:extLst>
          </p:cNvPr>
          <p:cNvSpPr>
            <a:spLocks noGrp="1"/>
          </p:cNvSpPr>
          <p:nvPr userDrawn="1">
            <p:ph type="subTitle" idx="1"/>
          </p:nvPr>
        </p:nvSpPr>
        <p:spPr>
          <a:xfrm>
            <a:off x="1132880" y="5130801"/>
            <a:ext cx="6931818" cy="533400"/>
          </a:xfrm>
        </p:spPr>
        <p:txBody>
          <a:bodyPr/>
          <a:lstStyle>
            <a:lvl1pPr marL="0" indent="0" algn="ctr">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Tree>
    <p:extLst>
      <p:ext uri="{BB962C8B-B14F-4D97-AF65-F5344CB8AC3E}">
        <p14:creationId xmlns:p14="http://schemas.microsoft.com/office/powerpoint/2010/main" val="29611439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57829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9C071DB-1B6B-4FC3-A099-12F35734D22D}"/>
              </a:ext>
            </a:extLst>
          </p:cNvPr>
          <p:cNvSpPr/>
          <p:nvPr userDrawn="1"/>
        </p:nvSpPr>
        <p:spPr>
          <a:xfrm>
            <a:off x="0" y="-180975"/>
            <a:ext cx="9144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5768407-2D97-4F4F-8CB8-4D3668680B64}"/>
              </a:ext>
            </a:extLst>
          </p:cNvPr>
          <p:cNvSpPr/>
          <p:nvPr userDrawn="1"/>
        </p:nvSpPr>
        <p:spPr>
          <a:xfrm>
            <a:off x="278607" y="1460501"/>
            <a:ext cx="4293394" cy="47402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noFill/>
              </a:ln>
            </a:endParaRPr>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933450" y="260352"/>
            <a:ext cx="7277100" cy="973137"/>
          </a:xfrm>
        </p:spPr>
        <p:txBody>
          <a:bodyPr>
            <a:normAutofit/>
          </a:bodyPr>
          <a:lstStyle>
            <a:lvl1pPr algn="ctr">
              <a:defRPr sz="33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409575" y="1638300"/>
            <a:ext cx="4010025" cy="4381501"/>
          </a:xfrm>
        </p:spPr>
        <p:txBody>
          <a:bodyPr>
            <a:normAutofit/>
          </a:bodyPr>
          <a:lstStyle>
            <a:lvl1pPr>
              <a:defRPr sz="1800">
                <a:solidFill>
                  <a:schemeClr val="bg1"/>
                </a:solidFill>
              </a:defRPr>
            </a:lvl1pPr>
            <a:lvl2pPr>
              <a:defRPr sz="1500">
                <a:solidFill>
                  <a:schemeClr val="bg1"/>
                </a:solidFill>
              </a:defRPr>
            </a:lvl2pPr>
            <a:lvl3pPr>
              <a:defRPr sz="135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6D4AFEBD-46AA-4A09-AD19-CDD123811A47}"/>
              </a:ext>
            </a:extLst>
          </p:cNvPr>
          <p:cNvSpPr>
            <a:spLocks noGrp="1"/>
          </p:cNvSpPr>
          <p:nvPr>
            <p:ph type="pic" sz="quarter" idx="13"/>
          </p:nvPr>
        </p:nvSpPr>
        <p:spPr>
          <a:xfrm>
            <a:off x="4572000" y="1426731"/>
            <a:ext cx="4346972" cy="4740274"/>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15657011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9144000" cy="60405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278607" y="260351"/>
            <a:ext cx="4121945" cy="2138362"/>
          </a:xfrm>
        </p:spPr>
        <p:txBody>
          <a:bodyPr anchor="b">
            <a:noAutofit/>
          </a:bodyPr>
          <a:lstStyle>
            <a:lvl1pPr>
              <a:defRPr sz="4050"/>
            </a:lvl1pPr>
          </a:lstStyle>
          <a:p>
            <a:r>
              <a:rPr lang="en-US" noProof="0"/>
              <a:t>Click to edit Master title style</a:t>
            </a:r>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278606" y="2603501"/>
            <a:ext cx="4121945" cy="3573463"/>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Picture Placeholder 1">
            <a:extLst>
              <a:ext uri="{FF2B5EF4-FFF2-40B4-BE49-F238E27FC236}">
                <a16:creationId xmlns:a16="http://schemas.microsoft.com/office/drawing/2014/main" id="{08C777B1-9A90-4B1E-A6AE-9339286077EB}"/>
              </a:ext>
            </a:extLst>
          </p:cNvPr>
          <p:cNvSpPr>
            <a:spLocks noGrp="1"/>
          </p:cNvSpPr>
          <p:nvPr>
            <p:ph type="pic" sz="quarter" idx="10" hasCustomPrompt="1"/>
          </p:nvPr>
        </p:nvSpPr>
        <p:spPr>
          <a:xfrm>
            <a:off x="6893418" y="637283"/>
            <a:ext cx="2019600" cy="2782540"/>
          </a:xfrm>
          <a:custGeom>
            <a:avLst/>
            <a:gdLst>
              <a:gd name="connsiteX0" fmla="*/ 0 w 2692800"/>
              <a:gd name="connsiteY0" fmla="*/ 0 h 2693640"/>
              <a:gd name="connsiteX1" fmla="*/ 2692800 w 2692800"/>
              <a:gd name="connsiteY1" fmla="*/ 0 h 2693640"/>
              <a:gd name="connsiteX2" fmla="*/ 2692800 w 2692800"/>
              <a:gd name="connsiteY2" fmla="*/ 2693640 h 2693640"/>
              <a:gd name="connsiteX3" fmla="*/ 0 w 2692800"/>
              <a:gd name="connsiteY3" fmla="*/ 2693640 h 2693640"/>
            </a:gdLst>
            <a:ahLst/>
            <a:cxnLst>
              <a:cxn ang="0">
                <a:pos x="connsiteX0" y="connsiteY0"/>
              </a:cxn>
              <a:cxn ang="0">
                <a:pos x="connsiteX1" y="connsiteY1"/>
              </a:cxn>
              <a:cxn ang="0">
                <a:pos x="connsiteX2" y="connsiteY2"/>
              </a:cxn>
              <a:cxn ang="0">
                <a:pos x="connsiteX3" y="connsiteY3"/>
              </a:cxn>
            </a:cxnLst>
            <a:rect l="l" t="t" r="r" b="b"/>
            <a:pathLst>
              <a:path w="2692800" h="2693640">
                <a:moveTo>
                  <a:pt x="0" y="0"/>
                </a:moveTo>
                <a:lnTo>
                  <a:pt x="2692800" y="0"/>
                </a:lnTo>
                <a:lnTo>
                  <a:pt x="2692800" y="2693640"/>
                </a:lnTo>
                <a:lnTo>
                  <a:pt x="0" y="2693640"/>
                </a:lnTo>
                <a:close/>
              </a:path>
            </a:pathLst>
          </a:custGeom>
          <a:solidFill>
            <a:schemeClr val="bg1">
              <a:lumMod val="95000"/>
            </a:schemeClr>
          </a:solidFill>
        </p:spPr>
        <p:txBody>
          <a:bodyPr vert="horz" lIns="91440" tIns="45720" rIns="91440" bIns="45720" rtlCol="0">
            <a:normAutofit/>
          </a:bodyPr>
          <a:lstStyle>
            <a:lvl1pPr>
              <a:defRPr lang="en-ID" sz="1350" dirty="0"/>
            </a:lvl1pPr>
          </a:lstStyle>
          <a:p>
            <a:pPr marL="0" lvl="0" indent="0" algn="ctr">
              <a:buNone/>
            </a:pPr>
            <a:r>
              <a:rPr lang="en-US" noProof="0" dirty="0"/>
              <a:t>Add Image Here</a:t>
            </a:r>
          </a:p>
        </p:txBody>
      </p:sp>
      <p:sp>
        <p:nvSpPr>
          <p:cNvPr id="7" name="Picture Placeholder 2">
            <a:extLst>
              <a:ext uri="{FF2B5EF4-FFF2-40B4-BE49-F238E27FC236}">
                <a16:creationId xmlns:a16="http://schemas.microsoft.com/office/drawing/2014/main" id="{0FEA994A-8056-4F3D-9365-B6A362A93EE3}"/>
              </a:ext>
            </a:extLst>
          </p:cNvPr>
          <p:cNvSpPr>
            <a:spLocks noGrp="1"/>
          </p:cNvSpPr>
          <p:nvPr>
            <p:ph type="pic" sz="quarter" idx="11" hasCustomPrompt="1"/>
          </p:nvPr>
        </p:nvSpPr>
        <p:spPr>
          <a:xfrm>
            <a:off x="4873818" y="3430043"/>
            <a:ext cx="2019600" cy="2772320"/>
          </a:xfrm>
          <a:custGeom>
            <a:avLst/>
            <a:gdLst>
              <a:gd name="connsiteX0" fmla="*/ 0 w 2692800"/>
              <a:gd name="connsiteY0" fmla="*/ 0 h 2693640"/>
              <a:gd name="connsiteX1" fmla="*/ 2692800 w 2692800"/>
              <a:gd name="connsiteY1" fmla="*/ 0 h 2693640"/>
              <a:gd name="connsiteX2" fmla="*/ 2692800 w 2692800"/>
              <a:gd name="connsiteY2" fmla="*/ 2693640 h 2693640"/>
              <a:gd name="connsiteX3" fmla="*/ 0 w 2692800"/>
              <a:gd name="connsiteY3" fmla="*/ 2693640 h 2693640"/>
            </a:gdLst>
            <a:ahLst/>
            <a:cxnLst>
              <a:cxn ang="0">
                <a:pos x="connsiteX0" y="connsiteY0"/>
              </a:cxn>
              <a:cxn ang="0">
                <a:pos x="connsiteX1" y="connsiteY1"/>
              </a:cxn>
              <a:cxn ang="0">
                <a:pos x="connsiteX2" y="connsiteY2"/>
              </a:cxn>
              <a:cxn ang="0">
                <a:pos x="connsiteX3" y="connsiteY3"/>
              </a:cxn>
            </a:cxnLst>
            <a:rect l="l" t="t" r="r" b="b"/>
            <a:pathLst>
              <a:path w="2692800" h="2693640">
                <a:moveTo>
                  <a:pt x="0" y="0"/>
                </a:moveTo>
                <a:lnTo>
                  <a:pt x="2692800" y="0"/>
                </a:lnTo>
                <a:lnTo>
                  <a:pt x="2692800" y="2693640"/>
                </a:lnTo>
                <a:lnTo>
                  <a:pt x="0" y="2693640"/>
                </a:lnTo>
                <a:close/>
              </a:path>
            </a:pathLst>
          </a:custGeom>
          <a:solidFill>
            <a:schemeClr val="bg1">
              <a:lumMod val="95000"/>
            </a:schemeClr>
          </a:solidFill>
        </p:spPr>
        <p:txBody>
          <a:bodyPr vert="horz" lIns="91440" tIns="45720" rIns="91440" bIns="45720" rtlCol="0">
            <a:normAutofit/>
          </a:bodyPr>
          <a:lstStyle>
            <a:lvl1pPr>
              <a:defRPr lang="en-ID" sz="1350" dirty="0"/>
            </a:lvl1pPr>
          </a:lstStyle>
          <a:p>
            <a:pPr marL="0" lvl="0" indent="0" algn="ctr">
              <a:buNone/>
            </a:pPr>
            <a:r>
              <a:rPr lang="en-US" noProof="0" dirty="0"/>
              <a:t>Add Image Here</a:t>
            </a:r>
          </a:p>
        </p:txBody>
      </p:sp>
      <p:sp>
        <p:nvSpPr>
          <p:cNvPr id="9" name="Rectangle 8">
            <a:extLst>
              <a:ext uri="{FF2B5EF4-FFF2-40B4-BE49-F238E27FC236}">
                <a16:creationId xmlns:a16="http://schemas.microsoft.com/office/drawing/2014/main" id="{E429E334-587D-4420-9285-C2A5F494582B}"/>
              </a:ext>
            </a:extLst>
          </p:cNvPr>
          <p:cNvSpPr/>
          <p:nvPr userDrawn="1"/>
        </p:nvSpPr>
        <p:spPr>
          <a:xfrm>
            <a:off x="6967141" y="3527226"/>
            <a:ext cx="936077" cy="12481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ectangle 9">
            <a:extLst>
              <a:ext uri="{FF2B5EF4-FFF2-40B4-BE49-F238E27FC236}">
                <a16:creationId xmlns:a16="http://schemas.microsoft.com/office/drawing/2014/main" id="{F7BD4601-EF26-4D7C-8CB6-95488F17575B}"/>
              </a:ext>
            </a:extLst>
          </p:cNvPr>
          <p:cNvSpPr/>
          <p:nvPr userDrawn="1"/>
        </p:nvSpPr>
        <p:spPr>
          <a:xfrm>
            <a:off x="6466340" y="2848323"/>
            <a:ext cx="372405"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91949C41-2679-4E9D-A28C-F0C979F5702B}"/>
              </a:ext>
            </a:extLst>
          </p:cNvPr>
          <p:cNvSpPr/>
          <p:nvPr userDrawn="1"/>
        </p:nvSpPr>
        <p:spPr>
          <a:xfrm>
            <a:off x="6653174" y="2508125"/>
            <a:ext cx="185571"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3454B05D-55FD-4118-B899-4095FF50870D}"/>
              </a:ext>
            </a:extLst>
          </p:cNvPr>
          <p:cNvSpPr/>
          <p:nvPr userDrawn="1"/>
        </p:nvSpPr>
        <p:spPr>
          <a:xfrm>
            <a:off x="0" y="933451"/>
            <a:ext cx="225028" cy="14652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3067600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1"/>
            <a:ext cx="9144000" cy="62007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278607" y="1016001"/>
            <a:ext cx="2997993" cy="2501899"/>
          </a:xfrm>
        </p:spPr>
        <p:txBody>
          <a:bodyPr anchor="b">
            <a:noAutofit/>
          </a:bodyPr>
          <a:lstStyle>
            <a:lvl1pPr>
              <a:defRPr sz="405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278607" y="3619501"/>
            <a:ext cx="2997994" cy="2557463"/>
          </a:xfrm>
        </p:spPr>
        <p:txBody>
          <a:bodyPr>
            <a:normAutofit/>
          </a:bodyPr>
          <a:lstStyle>
            <a:lvl1pPr>
              <a:defRPr sz="1500"/>
            </a:lvl1pPr>
            <a:lvl2pPr>
              <a:defRPr sz="1350"/>
            </a:lvl2pPr>
            <a:lvl3pPr>
              <a:defRPr sz="12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3676651" y="619125"/>
            <a:ext cx="2590800" cy="5581650"/>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14" name="Picture Placeholder 6">
            <a:extLst>
              <a:ext uri="{FF2B5EF4-FFF2-40B4-BE49-F238E27FC236}">
                <a16:creationId xmlns:a16="http://schemas.microsoft.com/office/drawing/2014/main" id="{F6824EBC-CC6E-4D5A-B85A-DAC55ACE8533}"/>
              </a:ext>
            </a:extLst>
          </p:cNvPr>
          <p:cNvSpPr>
            <a:spLocks noGrp="1"/>
          </p:cNvSpPr>
          <p:nvPr>
            <p:ph type="pic" sz="quarter" idx="14"/>
          </p:nvPr>
        </p:nvSpPr>
        <p:spPr>
          <a:xfrm>
            <a:off x="6324601" y="260352"/>
            <a:ext cx="2590800" cy="5581649"/>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15" name="Rectangle 14">
            <a:extLst>
              <a:ext uri="{FF2B5EF4-FFF2-40B4-BE49-F238E27FC236}">
                <a16:creationId xmlns:a16="http://schemas.microsoft.com/office/drawing/2014/main" id="{43661888-890D-4E0C-8076-65EDFDB7DE27}"/>
              </a:ext>
            </a:extLst>
          </p:cNvPr>
          <p:cNvSpPr/>
          <p:nvPr userDrawn="1"/>
        </p:nvSpPr>
        <p:spPr>
          <a:xfrm>
            <a:off x="6324601" y="5842001"/>
            <a:ext cx="2594372"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AE48EF9-5BAF-4BD7-A6BE-866C0307B69F}"/>
              </a:ext>
            </a:extLst>
          </p:cNvPr>
          <p:cNvSpPr/>
          <p:nvPr userDrawn="1"/>
        </p:nvSpPr>
        <p:spPr>
          <a:xfrm>
            <a:off x="3676651" y="239510"/>
            <a:ext cx="2594372" cy="3587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8D4A5F4-99AC-4FB3-8A59-AB8D7B4FC7D7}"/>
              </a:ext>
            </a:extLst>
          </p:cNvPr>
          <p:cNvSpPr/>
          <p:nvPr userDrawn="1"/>
        </p:nvSpPr>
        <p:spPr>
          <a:xfrm>
            <a:off x="0" y="1384300"/>
            <a:ext cx="133350" cy="44577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4288208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9144000" cy="6137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278607" y="476251"/>
            <a:ext cx="3874293" cy="2557463"/>
          </a:xfrm>
        </p:spPr>
        <p:txBody>
          <a:bodyPr anchor="ctr">
            <a:noAutofit/>
          </a:bodyPr>
          <a:lstStyle>
            <a:lvl1pPr>
              <a:defRPr sz="405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4572001" y="476251"/>
            <a:ext cx="4346972" cy="2557463"/>
          </a:xfrm>
        </p:spPr>
        <p:txBody>
          <a:bodyPr>
            <a:normAutofit/>
          </a:bodyPr>
          <a:lstStyle>
            <a:lvl1pPr>
              <a:defRPr sz="1500"/>
            </a:lvl1pPr>
            <a:lvl2pPr>
              <a:defRPr sz="1350"/>
            </a:lvl2pPr>
            <a:lvl3pPr>
              <a:defRPr sz="12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278607" y="3233942"/>
            <a:ext cx="8640365" cy="2557464"/>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11" name="Rectangle 10">
            <a:extLst>
              <a:ext uri="{FF2B5EF4-FFF2-40B4-BE49-F238E27FC236}">
                <a16:creationId xmlns:a16="http://schemas.microsoft.com/office/drawing/2014/main" id="{0E4979D5-6F1E-40A2-9A8E-8C5AE1AA3B62}"/>
              </a:ext>
            </a:extLst>
          </p:cNvPr>
          <p:cNvSpPr/>
          <p:nvPr userDrawn="1"/>
        </p:nvSpPr>
        <p:spPr>
          <a:xfrm>
            <a:off x="0" y="476251"/>
            <a:ext cx="123825" cy="255746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5558779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5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0"/>
            <a:ext cx="9144000" cy="599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E4979D5-6F1E-40A2-9A8E-8C5AE1AA3B62}"/>
              </a:ext>
            </a:extLst>
          </p:cNvPr>
          <p:cNvSpPr/>
          <p:nvPr userDrawn="1"/>
        </p:nvSpPr>
        <p:spPr>
          <a:xfrm>
            <a:off x="0" y="0"/>
            <a:ext cx="385354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4964398" y="1296176"/>
            <a:ext cx="3954573" cy="1551573"/>
          </a:xfrm>
        </p:spPr>
        <p:txBody>
          <a:bodyPr anchor="b">
            <a:noAutofit/>
          </a:bodyPr>
          <a:lstStyle>
            <a:lvl1pPr>
              <a:defRPr sz="3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4964399" y="3073968"/>
            <a:ext cx="3954573" cy="2557463"/>
          </a:xfrm>
        </p:spPr>
        <p:txBody>
          <a:bodyPr>
            <a:normAutofit/>
          </a:bodyPr>
          <a:lstStyle>
            <a:lvl1pPr>
              <a:defRPr sz="1500"/>
            </a:lvl1pPr>
            <a:lvl2pPr>
              <a:defRPr sz="1350"/>
            </a:lvl2pPr>
            <a:lvl3pPr>
              <a:defRPr sz="12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838201" y="1016000"/>
            <a:ext cx="3853544" cy="4978400"/>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4" name="Rectangle 3">
            <a:extLst>
              <a:ext uri="{FF2B5EF4-FFF2-40B4-BE49-F238E27FC236}">
                <a16:creationId xmlns:a16="http://schemas.microsoft.com/office/drawing/2014/main" id="{7306EB3B-6A54-45E7-B23D-F9515CC15D12}"/>
              </a:ext>
            </a:extLst>
          </p:cNvPr>
          <p:cNvSpPr/>
          <p:nvPr userDrawn="1"/>
        </p:nvSpPr>
        <p:spPr>
          <a:xfrm>
            <a:off x="0" y="5994400"/>
            <a:ext cx="3069772" cy="8636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7E110354-15BA-4B22-B7CF-3D5BFA5C722D}"/>
              </a:ext>
            </a:extLst>
          </p:cNvPr>
          <p:cNvSpPr/>
          <p:nvPr userDrawn="1"/>
        </p:nvSpPr>
        <p:spPr>
          <a:xfrm>
            <a:off x="1621973" y="873210"/>
            <a:ext cx="3069772" cy="13857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070070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6_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4C5F727-FA73-47F4-8647-79441AA996E3}"/>
              </a:ext>
            </a:extLst>
          </p:cNvPr>
          <p:cNvSpPr/>
          <p:nvPr userDrawn="1"/>
        </p:nvSpPr>
        <p:spPr>
          <a:xfrm>
            <a:off x="0" y="1"/>
            <a:ext cx="9144000" cy="60267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4FD2F3-3119-48E2-B464-A93E23C5A607}"/>
              </a:ext>
            </a:extLst>
          </p:cNvPr>
          <p:cNvSpPr>
            <a:spLocks noGrp="1"/>
          </p:cNvSpPr>
          <p:nvPr>
            <p:ph type="title"/>
          </p:nvPr>
        </p:nvSpPr>
        <p:spPr>
          <a:xfrm>
            <a:off x="278606" y="1783831"/>
            <a:ext cx="2333966" cy="3290338"/>
          </a:xfrm>
        </p:spPr>
        <p:txBody>
          <a:bodyPr anchor="ctr">
            <a:noAutofit/>
          </a:bodyPr>
          <a:lstStyle>
            <a:lvl1pPr>
              <a:defRPr sz="3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CE87C6E-3441-429B-A81D-87F8344C068B}"/>
              </a:ext>
            </a:extLst>
          </p:cNvPr>
          <p:cNvSpPr>
            <a:spLocks noGrp="1"/>
          </p:cNvSpPr>
          <p:nvPr>
            <p:ph idx="1"/>
          </p:nvPr>
        </p:nvSpPr>
        <p:spPr>
          <a:xfrm>
            <a:off x="5617028" y="1783832"/>
            <a:ext cx="3301944" cy="3290338"/>
          </a:xfrm>
        </p:spPr>
        <p:txBody>
          <a:bodyPr anchor="ctr">
            <a:normAutofit/>
          </a:bodyPr>
          <a:lstStyle>
            <a:lvl1pPr>
              <a:defRPr sz="1500"/>
            </a:lvl1pPr>
            <a:lvl2pPr>
              <a:defRPr sz="1350"/>
            </a:lvl2pPr>
            <a:lvl3pPr>
              <a:defRPr sz="1200"/>
            </a:lvl3pPr>
            <a:lvl4pPr>
              <a:defRPr sz="1050"/>
            </a:lvl4pPr>
            <a:lvl5pPr>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Picture Placeholder 6">
            <a:extLst>
              <a:ext uri="{FF2B5EF4-FFF2-40B4-BE49-F238E27FC236}">
                <a16:creationId xmlns:a16="http://schemas.microsoft.com/office/drawing/2014/main" id="{9303FD92-1AC4-4708-B13E-C97E00210D2E}"/>
              </a:ext>
            </a:extLst>
          </p:cNvPr>
          <p:cNvSpPr>
            <a:spLocks noGrp="1"/>
          </p:cNvSpPr>
          <p:nvPr>
            <p:ph type="pic" sz="quarter" idx="13"/>
          </p:nvPr>
        </p:nvSpPr>
        <p:spPr>
          <a:xfrm>
            <a:off x="2754086" y="0"/>
            <a:ext cx="2721428" cy="6858000"/>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5" name="Rectangle 4">
            <a:extLst>
              <a:ext uri="{FF2B5EF4-FFF2-40B4-BE49-F238E27FC236}">
                <a16:creationId xmlns:a16="http://schemas.microsoft.com/office/drawing/2014/main" id="{8E16C293-C1E0-4EA5-BDE5-D226D72FC08B}"/>
              </a:ext>
            </a:extLst>
          </p:cNvPr>
          <p:cNvSpPr/>
          <p:nvPr userDrawn="1"/>
        </p:nvSpPr>
        <p:spPr>
          <a:xfrm>
            <a:off x="278606" y="5297714"/>
            <a:ext cx="2333966" cy="156028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C770C08-8FFF-4293-8E7D-DBFEE4E3E443}"/>
              </a:ext>
            </a:extLst>
          </p:cNvPr>
          <p:cNvSpPr/>
          <p:nvPr userDrawn="1"/>
        </p:nvSpPr>
        <p:spPr>
          <a:xfrm>
            <a:off x="5617028" y="0"/>
            <a:ext cx="3301945" cy="1560286"/>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8904491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1"/>
            <a:ext cx="9144000" cy="60682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4F93C6CC-9D8D-4981-8106-72C617756BD8}"/>
              </a:ext>
            </a:extLst>
          </p:cNvPr>
          <p:cNvSpPr/>
          <p:nvPr userDrawn="1"/>
        </p:nvSpPr>
        <p:spPr>
          <a:xfrm>
            <a:off x="0" y="1389744"/>
            <a:ext cx="9144000" cy="407851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623888" y="2331585"/>
            <a:ext cx="7886700" cy="1500187"/>
          </a:xfrm>
        </p:spPr>
        <p:txBody>
          <a:bodyPr anchor="ctr"/>
          <a:lstStyle>
            <a:lvl1pPr>
              <a:defRPr sz="45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6F2E6F7-3BE5-4484-A73E-3EFDB7348BB5}"/>
              </a:ext>
            </a:extLst>
          </p:cNvPr>
          <p:cNvSpPr>
            <a:spLocks noGrp="1"/>
          </p:cNvSpPr>
          <p:nvPr>
            <p:ph type="body" idx="1"/>
          </p:nvPr>
        </p:nvSpPr>
        <p:spPr>
          <a:xfrm>
            <a:off x="623888" y="3968071"/>
            <a:ext cx="7886700" cy="805542"/>
          </a:xfrm>
        </p:spPr>
        <p:txBody>
          <a:bodyPr/>
          <a:lstStyle>
            <a:lvl1pPr marL="0" indent="0">
              <a:buNone/>
              <a:defRPr sz="18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9" name="Rectangle 8">
            <a:extLst>
              <a:ext uri="{FF2B5EF4-FFF2-40B4-BE49-F238E27FC236}">
                <a16:creationId xmlns:a16="http://schemas.microsoft.com/office/drawing/2014/main" id="{919AEFA0-9379-4E32-9D66-976465036916}"/>
              </a:ext>
            </a:extLst>
          </p:cNvPr>
          <p:cNvSpPr/>
          <p:nvPr userDrawn="1"/>
        </p:nvSpPr>
        <p:spPr>
          <a:xfrm>
            <a:off x="278607" y="580572"/>
            <a:ext cx="1180079" cy="150018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64FFB43B-30D9-4055-B912-4E3C85B03657}"/>
              </a:ext>
            </a:extLst>
          </p:cNvPr>
          <p:cNvSpPr/>
          <p:nvPr userDrawn="1"/>
        </p:nvSpPr>
        <p:spPr>
          <a:xfrm>
            <a:off x="5323115" y="5105274"/>
            <a:ext cx="3595858" cy="72596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76340187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9144000" cy="61514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tangle 7">
            <a:extLst>
              <a:ext uri="{FF2B5EF4-FFF2-40B4-BE49-F238E27FC236}">
                <a16:creationId xmlns:a16="http://schemas.microsoft.com/office/drawing/2014/main" id="{4F93C6CC-9D8D-4981-8106-72C617756BD8}"/>
              </a:ext>
            </a:extLst>
          </p:cNvPr>
          <p:cNvSpPr/>
          <p:nvPr userDrawn="1"/>
        </p:nvSpPr>
        <p:spPr>
          <a:xfrm>
            <a:off x="0" y="1"/>
            <a:ext cx="4572000"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Picture Placeholder 6">
            <a:extLst>
              <a:ext uri="{FF2B5EF4-FFF2-40B4-BE49-F238E27FC236}">
                <a16:creationId xmlns:a16="http://schemas.microsoft.com/office/drawing/2014/main" id="{391EAACA-1322-4E60-917E-C7408F539D5D}"/>
              </a:ext>
            </a:extLst>
          </p:cNvPr>
          <p:cNvSpPr>
            <a:spLocks noGrp="1"/>
          </p:cNvSpPr>
          <p:nvPr>
            <p:ph type="pic" sz="quarter" idx="13"/>
          </p:nvPr>
        </p:nvSpPr>
        <p:spPr>
          <a:xfrm>
            <a:off x="278607" y="260351"/>
            <a:ext cx="8640366" cy="5683250"/>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noProof="0"/>
              <a:t>Click icon to add picture</a:t>
            </a: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881062" y="3957832"/>
            <a:ext cx="7215188" cy="1500187"/>
          </a:xfrm>
        </p:spPr>
        <p:txBody>
          <a:bodyPr anchor="ctr"/>
          <a:lstStyle>
            <a:lvl1pPr>
              <a:defRPr sz="4500">
                <a:solidFill>
                  <a:schemeClr val="bg1"/>
                </a:solidFill>
              </a:defRPr>
            </a:lvl1pPr>
          </a:lstStyle>
          <a:p>
            <a:r>
              <a:rPr lang="en-US" noProof="0"/>
              <a:t>Click to edit Master title style</a:t>
            </a:r>
            <a:endParaRPr lang="en-US" noProof="0" dirty="0"/>
          </a:p>
        </p:txBody>
      </p:sp>
      <p:sp>
        <p:nvSpPr>
          <p:cNvPr id="12" name="Freeform: Shape 11">
            <a:extLst>
              <a:ext uri="{FF2B5EF4-FFF2-40B4-BE49-F238E27FC236}">
                <a16:creationId xmlns:a16="http://schemas.microsoft.com/office/drawing/2014/main" id="{43296215-27AE-462B-9127-E1C932633896}"/>
              </a:ext>
            </a:extLst>
          </p:cNvPr>
          <p:cNvSpPr/>
          <p:nvPr userDrawn="1"/>
        </p:nvSpPr>
        <p:spPr>
          <a:xfrm>
            <a:off x="820103" y="3843394"/>
            <a:ext cx="1291590" cy="1729060"/>
          </a:xfrm>
          <a:custGeom>
            <a:avLst/>
            <a:gdLst>
              <a:gd name="connsiteX0" fmla="*/ 0 w 2730500"/>
              <a:gd name="connsiteY0" fmla="*/ 0 h 2730500"/>
              <a:gd name="connsiteX1" fmla="*/ 2730500 w 2730500"/>
              <a:gd name="connsiteY1" fmla="*/ 0 h 2730500"/>
              <a:gd name="connsiteX2" fmla="*/ 2730500 w 2730500"/>
              <a:gd name="connsiteY2" fmla="*/ 672834 h 2730500"/>
              <a:gd name="connsiteX3" fmla="*/ 2606675 w 2730500"/>
              <a:gd name="connsiteY3" fmla="*/ 672834 h 2730500"/>
              <a:gd name="connsiteX4" fmla="*/ 2606675 w 2730500"/>
              <a:gd name="connsiteY4" fmla="*/ 116870 h 2730500"/>
              <a:gd name="connsiteX5" fmla="*/ 123826 w 2730500"/>
              <a:gd name="connsiteY5" fmla="*/ 116870 h 2730500"/>
              <a:gd name="connsiteX6" fmla="*/ 123826 w 2730500"/>
              <a:gd name="connsiteY6" fmla="*/ 2613630 h 2730500"/>
              <a:gd name="connsiteX7" fmla="*/ 2606675 w 2730500"/>
              <a:gd name="connsiteY7" fmla="*/ 2613630 h 2730500"/>
              <a:gd name="connsiteX8" fmla="*/ 2606675 w 2730500"/>
              <a:gd name="connsiteY8" fmla="*/ 2066205 h 2730500"/>
              <a:gd name="connsiteX9" fmla="*/ 2730500 w 2730500"/>
              <a:gd name="connsiteY9" fmla="*/ 2066205 h 2730500"/>
              <a:gd name="connsiteX10" fmla="*/ 2730500 w 2730500"/>
              <a:gd name="connsiteY10" fmla="*/ 2730500 h 2730500"/>
              <a:gd name="connsiteX11" fmla="*/ 0 w 2730500"/>
              <a:gd name="connsiteY11" fmla="*/ 2730500 h 273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730500" h="2730500">
                <a:moveTo>
                  <a:pt x="0" y="0"/>
                </a:moveTo>
                <a:lnTo>
                  <a:pt x="2730500" y="0"/>
                </a:lnTo>
                <a:lnTo>
                  <a:pt x="2730500" y="672834"/>
                </a:lnTo>
                <a:lnTo>
                  <a:pt x="2606675" y="672834"/>
                </a:lnTo>
                <a:lnTo>
                  <a:pt x="2606675" y="116870"/>
                </a:lnTo>
                <a:lnTo>
                  <a:pt x="123826" y="116870"/>
                </a:lnTo>
                <a:lnTo>
                  <a:pt x="123826" y="2613630"/>
                </a:lnTo>
                <a:lnTo>
                  <a:pt x="2606675" y="2613630"/>
                </a:lnTo>
                <a:lnTo>
                  <a:pt x="2606675" y="2066205"/>
                </a:lnTo>
                <a:lnTo>
                  <a:pt x="2730500" y="2066205"/>
                </a:lnTo>
                <a:lnTo>
                  <a:pt x="2730500" y="2730500"/>
                </a:lnTo>
                <a:lnTo>
                  <a:pt x="0" y="27305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84250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1"/>
            <a:ext cx="9144000" cy="61862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Picture Placeholder 32">
            <a:extLst>
              <a:ext uri="{FF2B5EF4-FFF2-40B4-BE49-F238E27FC236}">
                <a16:creationId xmlns:a16="http://schemas.microsoft.com/office/drawing/2014/main" id="{2DB7CFEB-6952-4BC3-B9E0-0C382490F9E6}"/>
              </a:ext>
            </a:extLst>
          </p:cNvPr>
          <p:cNvSpPr>
            <a:spLocks noGrp="1"/>
          </p:cNvSpPr>
          <p:nvPr>
            <p:ph type="pic" sz="quarter" idx="13"/>
          </p:nvPr>
        </p:nvSpPr>
        <p:spPr>
          <a:xfrm>
            <a:off x="4050506" y="260351"/>
            <a:ext cx="4874627" cy="5821795"/>
          </a:xfrm>
          <a:custGeom>
            <a:avLst/>
            <a:gdLst>
              <a:gd name="connsiteX0" fmla="*/ 4432576 w 6499502"/>
              <a:gd name="connsiteY0" fmla="*/ 4057650 h 5940425"/>
              <a:gd name="connsiteX1" fmla="*/ 6499502 w 6499502"/>
              <a:gd name="connsiteY1" fmla="*/ 4057650 h 5940425"/>
              <a:gd name="connsiteX2" fmla="*/ 6499502 w 6499502"/>
              <a:gd name="connsiteY2" fmla="*/ 5940425 h 5940425"/>
              <a:gd name="connsiteX3" fmla="*/ 4432576 w 6499502"/>
              <a:gd name="connsiteY3" fmla="*/ 5940425 h 5940425"/>
              <a:gd name="connsiteX4" fmla="*/ 2216288 w 6499502"/>
              <a:gd name="connsiteY4" fmla="*/ 4057650 h 5940425"/>
              <a:gd name="connsiteX5" fmla="*/ 4283214 w 6499502"/>
              <a:gd name="connsiteY5" fmla="*/ 4057650 h 5940425"/>
              <a:gd name="connsiteX6" fmla="*/ 4283214 w 6499502"/>
              <a:gd name="connsiteY6" fmla="*/ 5940425 h 5940425"/>
              <a:gd name="connsiteX7" fmla="*/ 2216288 w 6499502"/>
              <a:gd name="connsiteY7" fmla="*/ 5940425 h 5940425"/>
              <a:gd name="connsiteX8" fmla="*/ 0 w 6499502"/>
              <a:gd name="connsiteY8" fmla="*/ 4057650 h 5940425"/>
              <a:gd name="connsiteX9" fmla="*/ 2066926 w 6499502"/>
              <a:gd name="connsiteY9" fmla="*/ 4057650 h 5940425"/>
              <a:gd name="connsiteX10" fmla="*/ 2066926 w 6499502"/>
              <a:gd name="connsiteY10" fmla="*/ 5940425 h 5940425"/>
              <a:gd name="connsiteX11" fmla="*/ 0 w 6499502"/>
              <a:gd name="connsiteY11" fmla="*/ 5940425 h 5940425"/>
              <a:gd name="connsiteX12" fmla="*/ 4432576 w 6499502"/>
              <a:gd name="connsiteY12" fmla="*/ 2028825 h 5940425"/>
              <a:gd name="connsiteX13" fmla="*/ 6499502 w 6499502"/>
              <a:gd name="connsiteY13" fmla="*/ 2028825 h 5940425"/>
              <a:gd name="connsiteX14" fmla="*/ 6499502 w 6499502"/>
              <a:gd name="connsiteY14" fmla="*/ 3911600 h 5940425"/>
              <a:gd name="connsiteX15" fmla="*/ 4432576 w 6499502"/>
              <a:gd name="connsiteY15" fmla="*/ 3911600 h 5940425"/>
              <a:gd name="connsiteX16" fmla="*/ 2216288 w 6499502"/>
              <a:gd name="connsiteY16" fmla="*/ 2028825 h 5940425"/>
              <a:gd name="connsiteX17" fmla="*/ 4283214 w 6499502"/>
              <a:gd name="connsiteY17" fmla="*/ 2028825 h 5940425"/>
              <a:gd name="connsiteX18" fmla="*/ 4283214 w 6499502"/>
              <a:gd name="connsiteY18" fmla="*/ 3911600 h 5940425"/>
              <a:gd name="connsiteX19" fmla="*/ 2216288 w 6499502"/>
              <a:gd name="connsiteY19" fmla="*/ 3911600 h 5940425"/>
              <a:gd name="connsiteX20" fmla="*/ 0 w 6499502"/>
              <a:gd name="connsiteY20" fmla="*/ 2028825 h 5940425"/>
              <a:gd name="connsiteX21" fmla="*/ 2066926 w 6499502"/>
              <a:gd name="connsiteY21" fmla="*/ 2028825 h 5940425"/>
              <a:gd name="connsiteX22" fmla="*/ 2066926 w 6499502"/>
              <a:gd name="connsiteY22" fmla="*/ 3911600 h 5940425"/>
              <a:gd name="connsiteX23" fmla="*/ 0 w 6499502"/>
              <a:gd name="connsiteY23" fmla="*/ 3911600 h 5940425"/>
              <a:gd name="connsiteX24" fmla="*/ 4432576 w 6499502"/>
              <a:gd name="connsiteY24" fmla="*/ 0 h 5940425"/>
              <a:gd name="connsiteX25" fmla="*/ 6499502 w 6499502"/>
              <a:gd name="connsiteY25" fmla="*/ 0 h 5940425"/>
              <a:gd name="connsiteX26" fmla="*/ 6499502 w 6499502"/>
              <a:gd name="connsiteY26" fmla="*/ 1882775 h 5940425"/>
              <a:gd name="connsiteX27" fmla="*/ 4432576 w 6499502"/>
              <a:gd name="connsiteY27" fmla="*/ 1882775 h 5940425"/>
              <a:gd name="connsiteX28" fmla="*/ 2216288 w 6499502"/>
              <a:gd name="connsiteY28" fmla="*/ 0 h 5940425"/>
              <a:gd name="connsiteX29" fmla="*/ 4283214 w 6499502"/>
              <a:gd name="connsiteY29" fmla="*/ 0 h 5940425"/>
              <a:gd name="connsiteX30" fmla="*/ 4283214 w 6499502"/>
              <a:gd name="connsiteY30" fmla="*/ 1882775 h 5940425"/>
              <a:gd name="connsiteX31" fmla="*/ 2216288 w 6499502"/>
              <a:gd name="connsiteY31" fmla="*/ 1882775 h 5940425"/>
              <a:gd name="connsiteX32" fmla="*/ 0 w 6499502"/>
              <a:gd name="connsiteY32" fmla="*/ 0 h 5940425"/>
              <a:gd name="connsiteX33" fmla="*/ 2066926 w 6499502"/>
              <a:gd name="connsiteY33" fmla="*/ 0 h 5940425"/>
              <a:gd name="connsiteX34" fmla="*/ 2066926 w 6499502"/>
              <a:gd name="connsiteY34" fmla="*/ 1882775 h 5940425"/>
              <a:gd name="connsiteX35" fmla="*/ 0 w 6499502"/>
              <a:gd name="connsiteY35" fmla="*/ 1882775 h 594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99502" h="5940425">
                <a:moveTo>
                  <a:pt x="4432576" y="4057650"/>
                </a:moveTo>
                <a:lnTo>
                  <a:pt x="6499502" y="4057650"/>
                </a:lnTo>
                <a:lnTo>
                  <a:pt x="6499502" y="5940425"/>
                </a:lnTo>
                <a:lnTo>
                  <a:pt x="4432576" y="5940425"/>
                </a:lnTo>
                <a:close/>
                <a:moveTo>
                  <a:pt x="2216288" y="4057650"/>
                </a:moveTo>
                <a:lnTo>
                  <a:pt x="4283214" y="4057650"/>
                </a:lnTo>
                <a:lnTo>
                  <a:pt x="4283214" y="5940425"/>
                </a:lnTo>
                <a:lnTo>
                  <a:pt x="2216288" y="5940425"/>
                </a:lnTo>
                <a:close/>
                <a:moveTo>
                  <a:pt x="0" y="4057650"/>
                </a:moveTo>
                <a:lnTo>
                  <a:pt x="2066926" y="4057650"/>
                </a:lnTo>
                <a:lnTo>
                  <a:pt x="2066926" y="5940425"/>
                </a:lnTo>
                <a:lnTo>
                  <a:pt x="0" y="5940425"/>
                </a:lnTo>
                <a:close/>
                <a:moveTo>
                  <a:pt x="4432576" y="2028825"/>
                </a:moveTo>
                <a:lnTo>
                  <a:pt x="6499502" y="2028825"/>
                </a:lnTo>
                <a:lnTo>
                  <a:pt x="6499502" y="3911600"/>
                </a:lnTo>
                <a:lnTo>
                  <a:pt x="4432576" y="3911600"/>
                </a:lnTo>
                <a:close/>
                <a:moveTo>
                  <a:pt x="2216288" y="2028825"/>
                </a:moveTo>
                <a:lnTo>
                  <a:pt x="4283214" y="2028825"/>
                </a:lnTo>
                <a:lnTo>
                  <a:pt x="4283214" y="3911600"/>
                </a:lnTo>
                <a:lnTo>
                  <a:pt x="2216288" y="3911600"/>
                </a:lnTo>
                <a:close/>
                <a:moveTo>
                  <a:pt x="0" y="2028825"/>
                </a:moveTo>
                <a:lnTo>
                  <a:pt x="2066926" y="2028825"/>
                </a:lnTo>
                <a:lnTo>
                  <a:pt x="2066926" y="3911600"/>
                </a:lnTo>
                <a:lnTo>
                  <a:pt x="0" y="3911600"/>
                </a:lnTo>
                <a:close/>
                <a:moveTo>
                  <a:pt x="4432576" y="0"/>
                </a:moveTo>
                <a:lnTo>
                  <a:pt x="6499502" y="0"/>
                </a:lnTo>
                <a:lnTo>
                  <a:pt x="6499502" y="1882775"/>
                </a:lnTo>
                <a:lnTo>
                  <a:pt x="4432576" y="1882775"/>
                </a:lnTo>
                <a:close/>
                <a:moveTo>
                  <a:pt x="2216288" y="0"/>
                </a:moveTo>
                <a:lnTo>
                  <a:pt x="4283214" y="0"/>
                </a:lnTo>
                <a:lnTo>
                  <a:pt x="4283214" y="1882775"/>
                </a:lnTo>
                <a:lnTo>
                  <a:pt x="2216288" y="1882775"/>
                </a:lnTo>
                <a:close/>
                <a:moveTo>
                  <a:pt x="0" y="0"/>
                </a:moveTo>
                <a:lnTo>
                  <a:pt x="2066926" y="0"/>
                </a:lnTo>
                <a:lnTo>
                  <a:pt x="2066926" y="1882775"/>
                </a:lnTo>
                <a:lnTo>
                  <a:pt x="0" y="1882775"/>
                </a:lnTo>
                <a:close/>
              </a:path>
            </a:pathLst>
          </a:custGeom>
          <a:solidFill>
            <a:schemeClr val="bg1">
              <a:lumMod val="95000"/>
            </a:schemeClr>
          </a:solidFill>
        </p:spPr>
        <p:txBody>
          <a:bodyPr vert="horz" wrap="square" lIns="91440" tIns="45720" rIns="91440" bIns="45720" rtlCol="0" anchor="ctr">
            <a:noAutofit/>
          </a:bodyPr>
          <a:lstStyle>
            <a:lvl1pPr>
              <a:defRPr lang="en-US" sz="1350"/>
            </a:lvl1pPr>
          </a:lstStyle>
          <a:p>
            <a:pPr marL="0" lvl="0" indent="0" algn="ctr">
              <a:buNone/>
            </a:pPr>
            <a:r>
              <a:rPr lang="en-US" noProof="0"/>
              <a:t>Click icon to add picture</a:t>
            </a: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278607" y="1596928"/>
            <a:ext cx="3607594" cy="3267268"/>
          </a:xfrm>
        </p:spPr>
        <p:txBody>
          <a:bodyPr anchor="ctr"/>
          <a:lstStyle>
            <a:lvl1pPr>
              <a:defRPr sz="4500">
                <a:solidFill>
                  <a:schemeClr val="accent5"/>
                </a:solidFill>
              </a:defRPr>
            </a:lvl1pPr>
          </a:lstStyle>
          <a:p>
            <a:r>
              <a:rPr lang="en-US" noProof="0"/>
              <a:t>Click to edit Master title style</a:t>
            </a:r>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2950123" y="4952673"/>
            <a:ext cx="936077" cy="12481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ectangle 16">
            <a:extLst>
              <a:ext uri="{FF2B5EF4-FFF2-40B4-BE49-F238E27FC236}">
                <a16:creationId xmlns:a16="http://schemas.microsoft.com/office/drawing/2014/main" id="{76B43515-5C7A-4125-B76D-8A24D2BBE5EC}"/>
              </a:ext>
            </a:extLst>
          </p:cNvPr>
          <p:cNvSpPr/>
          <p:nvPr userDrawn="1"/>
        </p:nvSpPr>
        <p:spPr>
          <a:xfrm>
            <a:off x="278606" y="1011911"/>
            <a:ext cx="372405"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tangle 17">
            <a:extLst>
              <a:ext uri="{FF2B5EF4-FFF2-40B4-BE49-F238E27FC236}">
                <a16:creationId xmlns:a16="http://schemas.microsoft.com/office/drawing/2014/main" id="{0C9A713B-4176-4C86-9E87-4ADBD6F444FB}"/>
              </a:ext>
            </a:extLst>
          </p:cNvPr>
          <p:cNvSpPr/>
          <p:nvPr userDrawn="1"/>
        </p:nvSpPr>
        <p:spPr>
          <a:xfrm>
            <a:off x="465440" y="671713"/>
            <a:ext cx="185571"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4912754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9144000" cy="59404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278606" y="3917950"/>
            <a:ext cx="5186363" cy="2268337"/>
          </a:xfrm>
        </p:spPr>
        <p:txBody>
          <a:bodyPr anchor="ctr"/>
          <a:lstStyle>
            <a:lvl1pPr>
              <a:defRPr sz="4500">
                <a:solidFill>
                  <a:schemeClr val="tx1"/>
                </a:solidFill>
              </a:defRPr>
            </a:lvl1pPr>
          </a:lstStyle>
          <a:p>
            <a:r>
              <a:rPr lang="en-US" noProof="0"/>
              <a:t>Click to edit Master title style</a:t>
            </a:r>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3916634" y="2327275"/>
            <a:ext cx="1632347" cy="15112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Rectangle 25">
            <a:extLst>
              <a:ext uri="{FF2B5EF4-FFF2-40B4-BE49-F238E27FC236}">
                <a16:creationId xmlns:a16="http://schemas.microsoft.com/office/drawing/2014/main" id="{DFA0623C-0B34-4074-8AA0-6428A5AF07A3}"/>
              </a:ext>
            </a:extLst>
          </p:cNvPr>
          <p:cNvSpPr/>
          <p:nvPr userDrawn="1"/>
        </p:nvSpPr>
        <p:spPr>
          <a:xfrm>
            <a:off x="5601629" y="3917949"/>
            <a:ext cx="1632347" cy="228282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Picture Placeholder 32">
            <a:extLst>
              <a:ext uri="{FF2B5EF4-FFF2-40B4-BE49-F238E27FC236}">
                <a16:creationId xmlns:a16="http://schemas.microsoft.com/office/drawing/2014/main" id="{B5D335A5-A601-4D8A-AEF5-F34792FF565A}"/>
              </a:ext>
            </a:extLst>
          </p:cNvPr>
          <p:cNvSpPr>
            <a:spLocks noGrp="1"/>
          </p:cNvSpPr>
          <p:nvPr>
            <p:ph type="pic" sz="quarter" idx="21"/>
          </p:nvPr>
        </p:nvSpPr>
        <p:spPr>
          <a:xfrm>
            <a:off x="278606" y="260351"/>
            <a:ext cx="8640367" cy="5940424"/>
          </a:xfrm>
          <a:custGeom>
            <a:avLst/>
            <a:gdLst>
              <a:gd name="connsiteX0" fmla="*/ 9344026 w 11520489"/>
              <a:gd name="connsiteY0" fmla="*/ 3657598 h 5940424"/>
              <a:gd name="connsiteX1" fmla="*/ 11520489 w 11520489"/>
              <a:gd name="connsiteY1" fmla="*/ 3657598 h 5940424"/>
              <a:gd name="connsiteX2" fmla="*/ 11520489 w 11520489"/>
              <a:gd name="connsiteY2" fmla="*/ 5940424 h 5940424"/>
              <a:gd name="connsiteX3" fmla="*/ 9344026 w 11520489"/>
              <a:gd name="connsiteY3" fmla="*/ 5940424 h 5940424"/>
              <a:gd name="connsiteX4" fmla="*/ 9344026 w 11520489"/>
              <a:gd name="connsiteY4" fmla="*/ 2066924 h 5940424"/>
              <a:gd name="connsiteX5" fmla="*/ 11520489 w 11520489"/>
              <a:gd name="connsiteY5" fmla="*/ 2066924 h 5940424"/>
              <a:gd name="connsiteX6" fmla="*/ 11520489 w 11520489"/>
              <a:gd name="connsiteY6" fmla="*/ 3578224 h 5940424"/>
              <a:gd name="connsiteX7" fmla="*/ 9344026 w 11520489"/>
              <a:gd name="connsiteY7" fmla="*/ 3578224 h 5940424"/>
              <a:gd name="connsiteX8" fmla="*/ 7097365 w 11520489"/>
              <a:gd name="connsiteY8" fmla="*/ 2066924 h 5940424"/>
              <a:gd name="connsiteX9" fmla="*/ 9273828 w 11520489"/>
              <a:gd name="connsiteY9" fmla="*/ 2066924 h 5940424"/>
              <a:gd name="connsiteX10" fmla="*/ 9273828 w 11520489"/>
              <a:gd name="connsiteY10" fmla="*/ 3578224 h 5940424"/>
              <a:gd name="connsiteX11" fmla="*/ 7097365 w 11520489"/>
              <a:gd name="connsiteY11" fmla="*/ 3578224 h 5940424"/>
              <a:gd name="connsiteX12" fmla="*/ 2604044 w 11520489"/>
              <a:gd name="connsiteY12" fmla="*/ 2066923 h 5940424"/>
              <a:gd name="connsiteX13" fmla="*/ 4780506 w 11520489"/>
              <a:gd name="connsiteY13" fmla="*/ 2066923 h 5940424"/>
              <a:gd name="connsiteX14" fmla="*/ 4780506 w 11520489"/>
              <a:gd name="connsiteY14" fmla="*/ 3578222 h 5940424"/>
              <a:gd name="connsiteX15" fmla="*/ 2604044 w 11520489"/>
              <a:gd name="connsiteY15" fmla="*/ 3578222 h 5940424"/>
              <a:gd name="connsiteX16" fmla="*/ 0 w 11520489"/>
              <a:gd name="connsiteY16" fmla="*/ 2066923 h 5940424"/>
              <a:gd name="connsiteX17" fmla="*/ 2533843 w 11520489"/>
              <a:gd name="connsiteY17" fmla="*/ 2066923 h 5940424"/>
              <a:gd name="connsiteX18" fmla="*/ 2533843 w 11520489"/>
              <a:gd name="connsiteY18" fmla="*/ 3578222 h 5940424"/>
              <a:gd name="connsiteX19" fmla="*/ 0 w 11520489"/>
              <a:gd name="connsiteY19" fmla="*/ 3578222 h 5940424"/>
              <a:gd name="connsiteX20" fmla="*/ 2604046 w 11520489"/>
              <a:gd name="connsiteY20" fmla="*/ 0 h 5940424"/>
              <a:gd name="connsiteX21" fmla="*/ 4780509 w 11520489"/>
              <a:gd name="connsiteY21" fmla="*/ 0 h 5940424"/>
              <a:gd name="connsiteX22" fmla="*/ 4780509 w 11520489"/>
              <a:gd name="connsiteY22" fmla="*/ 1987550 h 5940424"/>
              <a:gd name="connsiteX23" fmla="*/ 2604046 w 11520489"/>
              <a:gd name="connsiteY23" fmla="*/ 1987550 h 5940424"/>
              <a:gd name="connsiteX24" fmla="*/ 2 w 11520489"/>
              <a:gd name="connsiteY24" fmla="*/ 0 h 5940424"/>
              <a:gd name="connsiteX25" fmla="*/ 2533845 w 11520489"/>
              <a:gd name="connsiteY25" fmla="*/ 0 h 5940424"/>
              <a:gd name="connsiteX26" fmla="*/ 2533845 w 11520489"/>
              <a:gd name="connsiteY26" fmla="*/ 1987550 h 5940424"/>
              <a:gd name="connsiteX27" fmla="*/ 2 w 11520489"/>
              <a:gd name="connsiteY27" fmla="*/ 1987550 h 5940424"/>
              <a:gd name="connsiteX28" fmla="*/ 7097365 w 11520489"/>
              <a:gd name="connsiteY28" fmla="*/ 0 h 5940424"/>
              <a:gd name="connsiteX29" fmla="*/ 9273828 w 11520489"/>
              <a:gd name="connsiteY29" fmla="*/ 0 h 5940424"/>
              <a:gd name="connsiteX30" fmla="*/ 9273828 w 11520489"/>
              <a:gd name="connsiteY30" fmla="*/ 1987550 h 5940424"/>
              <a:gd name="connsiteX31" fmla="*/ 7097365 w 11520489"/>
              <a:gd name="connsiteY31" fmla="*/ 1987550 h 5940424"/>
              <a:gd name="connsiteX32" fmla="*/ 4850705 w 11520489"/>
              <a:gd name="connsiteY32" fmla="*/ 0 h 5940424"/>
              <a:gd name="connsiteX33" fmla="*/ 7027168 w 11520489"/>
              <a:gd name="connsiteY33" fmla="*/ 0 h 5940424"/>
              <a:gd name="connsiteX34" fmla="*/ 7027168 w 11520489"/>
              <a:gd name="connsiteY34" fmla="*/ 1987550 h 5940424"/>
              <a:gd name="connsiteX35" fmla="*/ 4850705 w 11520489"/>
              <a:gd name="connsiteY35" fmla="*/ 1987550 h 5940424"/>
              <a:gd name="connsiteX36" fmla="*/ 9344025 w 11520489"/>
              <a:gd name="connsiteY36" fmla="*/ 0 h 5940424"/>
              <a:gd name="connsiteX37" fmla="*/ 11520488 w 11520489"/>
              <a:gd name="connsiteY37" fmla="*/ 0 h 5940424"/>
              <a:gd name="connsiteX38" fmla="*/ 11520488 w 11520489"/>
              <a:gd name="connsiteY38" fmla="*/ 1987550 h 5940424"/>
              <a:gd name="connsiteX39" fmla="*/ 9344025 w 11520489"/>
              <a:gd name="connsiteY39" fmla="*/ 1987550 h 5940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520489" h="5940424">
                <a:moveTo>
                  <a:pt x="9344026" y="3657598"/>
                </a:moveTo>
                <a:lnTo>
                  <a:pt x="11520489" y="3657598"/>
                </a:lnTo>
                <a:lnTo>
                  <a:pt x="11520489" y="5940424"/>
                </a:lnTo>
                <a:lnTo>
                  <a:pt x="9344026" y="5940424"/>
                </a:lnTo>
                <a:close/>
                <a:moveTo>
                  <a:pt x="9344026" y="2066924"/>
                </a:moveTo>
                <a:lnTo>
                  <a:pt x="11520489" y="2066924"/>
                </a:lnTo>
                <a:lnTo>
                  <a:pt x="11520489" y="3578224"/>
                </a:lnTo>
                <a:lnTo>
                  <a:pt x="9344026" y="3578224"/>
                </a:lnTo>
                <a:close/>
                <a:moveTo>
                  <a:pt x="7097365" y="2066924"/>
                </a:moveTo>
                <a:lnTo>
                  <a:pt x="9273828" y="2066924"/>
                </a:lnTo>
                <a:lnTo>
                  <a:pt x="9273828" y="3578224"/>
                </a:lnTo>
                <a:lnTo>
                  <a:pt x="7097365" y="3578224"/>
                </a:lnTo>
                <a:close/>
                <a:moveTo>
                  <a:pt x="2604044" y="2066923"/>
                </a:moveTo>
                <a:lnTo>
                  <a:pt x="4780506" y="2066923"/>
                </a:lnTo>
                <a:lnTo>
                  <a:pt x="4780506" y="3578222"/>
                </a:lnTo>
                <a:lnTo>
                  <a:pt x="2604044" y="3578222"/>
                </a:lnTo>
                <a:close/>
                <a:moveTo>
                  <a:pt x="0" y="2066923"/>
                </a:moveTo>
                <a:lnTo>
                  <a:pt x="2533843" y="2066923"/>
                </a:lnTo>
                <a:lnTo>
                  <a:pt x="2533843" y="3578222"/>
                </a:lnTo>
                <a:lnTo>
                  <a:pt x="0" y="3578222"/>
                </a:lnTo>
                <a:close/>
                <a:moveTo>
                  <a:pt x="2604046" y="0"/>
                </a:moveTo>
                <a:lnTo>
                  <a:pt x="4780509" y="0"/>
                </a:lnTo>
                <a:lnTo>
                  <a:pt x="4780509" y="1987550"/>
                </a:lnTo>
                <a:lnTo>
                  <a:pt x="2604046" y="1987550"/>
                </a:lnTo>
                <a:close/>
                <a:moveTo>
                  <a:pt x="2" y="0"/>
                </a:moveTo>
                <a:lnTo>
                  <a:pt x="2533845" y="0"/>
                </a:lnTo>
                <a:lnTo>
                  <a:pt x="2533845" y="1987550"/>
                </a:lnTo>
                <a:lnTo>
                  <a:pt x="2" y="1987550"/>
                </a:lnTo>
                <a:close/>
                <a:moveTo>
                  <a:pt x="7097365" y="0"/>
                </a:moveTo>
                <a:lnTo>
                  <a:pt x="9273828" y="0"/>
                </a:lnTo>
                <a:lnTo>
                  <a:pt x="9273828" y="1987550"/>
                </a:lnTo>
                <a:lnTo>
                  <a:pt x="7097365" y="1987550"/>
                </a:lnTo>
                <a:close/>
                <a:moveTo>
                  <a:pt x="4850705" y="0"/>
                </a:moveTo>
                <a:lnTo>
                  <a:pt x="7027168" y="0"/>
                </a:lnTo>
                <a:lnTo>
                  <a:pt x="7027168" y="1987550"/>
                </a:lnTo>
                <a:lnTo>
                  <a:pt x="4850705" y="1987550"/>
                </a:lnTo>
                <a:close/>
                <a:moveTo>
                  <a:pt x="9344025" y="0"/>
                </a:moveTo>
                <a:lnTo>
                  <a:pt x="11520488" y="0"/>
                </a:lnTo>
                <a:lnTo>
                  <a:pt x="11520488" y="1987550"/>
                </a:lnTo>
                <a:lnTo>
                  <a:pt x="9344025" y="1987550"/>
                </a:lnTo>
                <a:close/>
              </a:path>
            </a:pathLst>
          </a:custGeom>
          <a:solidFill>
            <a:schemeClr val="bg1">
              <a:lumMod val="95000"/>
            </a:schemeClr>
          </a:solidFill>
        </p:spPr>
        <p:txBody>
          <a:bodyPr vert="horz" wrap="square" lIns="91440" tIns="45720" rIns="91440" bIns="45720" rtlCol="0" anchor="t">
            <a:noAutofit/>
          </a:bodyPr>
          <a:lstStyle>
            <a:lvl1pPr>
              <a:defRPr lang="en-US" sz="1350"/>
            </a:lvl1pPr>
          </a:lstStyle>
          <a:p>
            <a:pPr marL="0" lvl="0" indent="0" algn="ctr">
              <a:buNone/>
            </a:pPr>
            <a:r>
              <a:rPr lang="en-US" noProof="0"/>
              <a:t>Click icon to add picture</a:t>
            </a:r>
            <a:endParaRPr lang="en-US" noProof="0" dirty="0"/>
          </a:p>
        </p:txBody>
      </p:sp>
    </p:spTree>
    <p:extLst>
      <p:ext uri="{BB962C8B-B14F-4D97-AF65-F5344CB8AC3E}">
        <p14:creationId xmlns:p14="http://schemas.microsoft.com/office/powerpoint/2010/main" val="389288503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4_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D497887-B1EF-4184-95F4-276A92D54B8F}"/>
              </a:ext>
            </a:extLst>
          </p:cNvPr>
          <p:cNvSpPr/>
          <p:nvPr userDrawn="1"/>
        </p:nvSpPr>
        <p:spPr>
          <a:xfrm>
            <a:off x="0" y="0"/>
            <a:ext cx="9144000" cy="59990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C2FFEDF-1F62-45E5-8000-9689D9DFC4D1}"/>
              </a:ext>
            </a:extLst>
          </p:cNvPr>
          <p:cNvSpPr>
            <a:spLocks noGrp="1"/>
          </p:cNvSpPr>
          <p:nvPr>
            <p:ph type="title"/>
          </p:nvPr>
        </p:nvSpPr>
        <p:spPr>
          <a:xfrm>
            <a:off x="657225" y="4406207"/>
            <a:ext cx="7829550" cy="1175444"/>
          </a:xfrm>
        </p:spPr>
        <p:txBody>
          <a:bodyPr anchor="ctr"/>
          <a:lstStyle>
            <a:lvl1pPr algn="ctr">
              <a:defRPr sz="4500">
                <a:solidFill>
                  <a:schemeClr val="accent1"/>
                </a:solidFill>
              </a:defRPr>
            </a:lvl1pPr>
          </a:lstStyle>
          <a:p>
            <a:r>
              <a:rPr lang="en-US" noProof="0"/>
              <a:t>Click to edit Master title style</a:t>
            </a:r>
          </a:p>
        </p:txBody>
      </p:sp>
      <p:sp>
        <p:nvSpPr>
          <p:cNvPr id="16" name="Rectangle 15">
            <a:extLst>
              <a:ext uri="{FF2B5EF4-FFF2-40B4-BE49-F238E27FC236}">
                <a16:creationId xmlns:a16="http://schemas.microsoft.com/office/drawing/2014/main" id="{A73E3CFC-9652-4E07-82D7-0EC3304CAA1F}"/>
              </a:ext>
            </a:extLst>
          </p:cNvPr>
          <p:cNvSpPr/>
          <p:nvPr userDrawn="1"/>
        </p:nvSpPr>
        <p:spPr>
          <a:xfrm>
            <a:off x="1" y="1"/>
            <a:ext cx="9143999" cy="28479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6">
            <a:extLst>
              <a:ext uri="{FF2B5EF4-FFF2-40B4-BE49-F238E27FC236}">
                <a16:creationId xmlns:a16="http://schemas.microsoft.com/office/drawing/2014/main" id="{230D70C6-13FD-45D4-8FB6-26C56B8FF2D4}"/>
              </a:ext>
            </a:extLst>
          </p:cNvPr>
          <p:cNvSpPr>
            <a:spLocks noGrp="1"/>
          </p:cNvSpPr>
          <p:nvPr>
            <p:ph type="pic" sz="quarter" idx="13"/>
          </p:nvPr>
        </p:nvSpPr>
        <p:spPr>
          <a:xfrm>
            <a:off x="278607" y="260351"/>
            <a:ext cx="8640366" cy="3657599"/>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noProof="0"/>
              <a:t>Click icon to add picture</a:t>
            </a:r>
            <a:endParaRPr lang="en-US" noProof="0" dirty="0"/>
          </a:p>
        </p:txBody>
      </p:sp>
      <p:sp>
        <p:nvSpPr>
          <p:cNvPr id="3" name="Rectangle 2">
            <a:extLst>
              <a:ext uri="{FF2B5EF4-FFF2-40B4-BE49-F238E27FC236}">
                <a16:creationId xmlns:a16="http://schemas.microsoft.com/office/drawing/2014/main" id="{E10ED78A-2A17-41C4-9030-D406C56DDF4A}"/>
              </a:ext>
            </a:extLst>
          </p:cNvPr>
          <p:cNvSpPr/>
          <p:nvPr userDrawn="1"/>
        </p:nvSpPr>
        <p:spPr>
          <a:xfrm>
            <a:off x="4346971" y="3914082"/>
            <a:ext cx="450056" cy="29189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63540540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A6C789F-805A-4494-8430-C63414191AC2}"/>
              </a:ext>
            </a:extLst>
          </p:cNvPr>
          <p:cNvSpPr/>
          <p:nvPr userDrawn="1"/>
        </p:nvSpPr>
        <p:spPr>
          <a:xfrm>
            <a:off x="278606" y="1526383"/>
            <a:ext cx="2696766" cy="45624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A5A73287-EED0-4EEC-8007-E2C13366027B}"/>
              </a:ext>
            </a:extLst>
          </p:cNvPr>
          <p:cNvSpPr/>
          <p:nvPr userDrawn="1"/>
        </p:nvSpPr>
        <p:spPr>
          <a:xfrm>
            <a:off x="6168629" y="1526383"/>
            <a:ext cx="2696766" cy="4562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435769" y="1724025"/>
            <a:ext cx="2357438" cy="4191000"/>
          </a:xfrm>
        </p:spPr>
        <p:txBody>
          <a:bodyPr>
            <a:normAutofit/>
          </a:bodyPr>
          <a:lstStyle>
            <a:lvl1pPr>
              <a:defRPr sz="1350">
                <a:solidFill>
                  <a:schemeClr val="bg1"/>
                </a:solidFill>
              </a:defRPr>
            </a:lvl1pPr>
            <a:lvl2pPr>
              <a:defRPr sz="1200">
                <a:solidFill>
                  <a:schemeClr val="bg1"/>
                </a:solidFill>
              </a:defRPr>
            </a:lvl2pPr>
            <a:lvl3pPr>
              <a:defRPr sz="1050">
                <a:solidFill>
                  <a:schemeClr val="bg1"/>
                </a:solidFill>
              </a:defRPr>
            </a:lvl3pPr>
            <a:lvl4pPr>
              <a:defRPr sz="9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6338462" y="1712119"/>
            <a:ext cx="2357100" cy="4191000"/>
          </a:xfrm>
        </p:spPr>
        <p:txBody>
          <a:bodyPr>
            <a:normAutofit/>
          </a:bodyPr>
          <a:lstStyle>
            <a:lvl1pPr>
              <a:defRPr sz="1350">
                <a:solidFill>
                  <a:schemeClr val="bg1"/>
                </a:solidFill>
              </a:defRPr>
            </a:lvl1pPr>
            <a:lvl2pPr>
              <a:defRPr sz="1200">
                <a:solidFill>
                  <a:schemeClr val="bg1"/>
                </a:solidFill>
              </a:defRPr>
            </a:lvl2pPr>
            <a:lvl3pPr>
              <a:defRPr sz="1050">
                <a:solidFill>
                  <a:schemeClr val="bg1"/>
                </a:solidFill>
              </a:defRPr>
            </a:lvl3pPr>
            <a:lvl4pPr>
              <a:defRPr sz="9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2975373" y="1233488"/>
            <a:ext cx="3193256" cy="5148262"/>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197243350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A73287-EED0-4EEC-8007-E2C13366027B}"/>
              </a:ext>
            </a:extLst>
          </p:cNvPr>
          <p:cNvSpPr/>
          <p:nvPr userDrawn="1"/>
        </p:nvSpPr>
        <p:spPr>
          <a:xfrm>
            <a:off x="4650582" y="1233488"/>
            <a:ext cx="4214813" cy="273367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4787291" y="1357414"/>
            <a:ext cx="3941395" cy="2404860"/>
          </a:xfrm>
        </p:spPr>
        <p:txBody>
          <a:bodyPr>
            <a:normAutofit/>
          </a:bodyPr>
          <a:lstStyle>
            <a:lvl1pPr>
              <a:defRPr sz="1350">
                <a:solidFill>
                  <a:schemeClr val="bg1"/>
                </a:solidFill>
              </a:defRPr>
            </a:lvl1pPr>
            <a:lvl2pPr>
              <a:defRPr sz="1200">
                <a:solidFill>
                  <a:schemeClr val="bg1"/>
                </a:solidFill>
              </a:defRPr>
            </a:lvl2pPr>
            <a:lvl3pPr>
              <a:defRPr sz="1050">
                <a:solidFill>
                  <a:schemeClr val="bg1"/>
                </a:solidFill>
              </a:defRPr>
            </a:lvl3pPr>
            <a:lvl4pPr>
              <a:defRPr sz="9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278607" y="1233488"/>
            <a:ext cx="4318397" cy="2415600"/>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11" name="Picture Placeholder 6">
            <a:extLst>
              <a:ext uri="{FF2B5EF4-FFF2-40B4-BE49-F238E27FC236}">
                <a16:creationId xmlns:a16="http://schemas.microsoft.com/office/drawing/2014/main" id="{B9795E85-7B91-41BB-9DF4-A4893AA48FFA}"/>
              </a:ext>
            </a:extLst>
          </p:cNvPr>
          <p:cNvSpPr>
            <a:spLocks noGrp="1"/>
          </p:cNvSpPr>
          <p:nvPr>
            <p:ph type="pic" sz="quarter" idx="14"/>
          </p:nvPr>
        </p:nvSpPr>
        <p:spPr>
          <a:xfrm>
            <a:off x="4650581" y="3967164"/>
            <a:ext cx="4214813" cy="2170401"/>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12" name="Rectangle 11">
            <a:extLst>
              <a:ext uri="{FF2B5EF4-FFF2-40B4-BE49-F238E27FC236}">
                <a16:creationId xmlns:a16="http://schemas.microsoft.com/office/drawing/2014/main" id="{BB372D75-4BAD-4C47-AE7D-0F2711031EEC}"/>
              </a:ext>
            </a:extLst>
          </p:cNvPr>
          <p:cNvSpPr/>
          <p:nvPr userDrawn="1"/>
        </p:nvSpPr>
        <p:spPr>
          <a:xfrm>
            <a:off x="278607" y="3643800"/>
            <a:ext cx="4318397" cy="27336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466805" y="3848474"/>
            <a:ext cx="3942000" cy="2404800"/>
          </a:xfrm>
        </p:spPr>
        <p:txBody>
          <a:bodyPr>
            <a:normAutofit/>
          </a:bodyPr>
          <a:lstStyle>
            <a:lvl1pPr>
              <a:defRPr sz="1350">
                <a:solidFill>
                  <a:schemeClr val="bg1"/>
                </a:solidFill>
              </a:defRPr>
            </a:lvl1pPr>
            <a:lvl2pPr>
              <a:defRPr sz="1200">
                <a:solidFill>
                  <a:schemeClr val="bg1"/>
                </a:solidFill>
              </a:defRPr>
            </a:lvl2pPr>
            <a:lvl3pPr>
              <a:defRPr sz="1050">
                <a:solidFill>
                  <a:schemeClr val="bg1"/>
                </a:solidFill>
              </a:defRPr>
            </a:lvl3pPr>
            <a:lvl4pPr>
              <a:defRPr sz="9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159118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p:txBody>
          <a:bodyPr/>
          <a:lstStyle/>
          <a:p>
            <a:r>
              <a:rPr lang="en-US"/>
              <a:t>Click to edit Master title style</a:t>
            </a:r>
            <a:endParaRPr lang="en-US" dirty="0"/>
          </a:p>
        </p:txBody>
      </p:sp>
      <p:sp>
        <p:nvSpPr>
          <p:cNvPr id="8" name="Picture Placeholder 6">
            <a:extLst>
              <a:ext uri="{FF2B5EF4-FFF2-40B4-BE49-F238E27FC236}">
                <a16:creationId xmlns:a16="http://schemas.microsoft.com/office/drawing/2014/main" id="{4DC80855-A1B8-4B65-B6F6-2AA6239EC246}"/>
              </a:ext>
            </a:extLst>
          </p:cNvPr>
          <p:cNvSpPr>
            <a:spLocks noGrp="1"/>
          </p:cNvSpPr>
          <p:nvPr>
            <p:ph type="pic" sz="quarter" idx="13"/>
          </p:nvPr>
        </p:nvSpPr>
        <p:spPr>
          <a:xfrm>
            <a:off x="278606" y="1233489"/>
            <a:ext cx="8640366" cy="2381361"/>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12" name="Rectangle 11">
            <a:extLst>
              <a:ext uri="{FF2B5EF4-FFF2-40B4-BE49-F238E27FC236}">
                <a16:creationId xmlns:a16="http://schemas.microsoft.com/office/drawing/2014/main" id="{BB372D75-4BAD-4C47-AE7D-0F2711031EEC}"/>
              </a:ext>
            </a:extLst>
          </p:cNvPr>
          <p:cNvSpPr/>
          <p:nvPr userDrawn="1"/>
        </p:nvSpPr>
        <p:spPr>
          <a:xfrm>
            <a:off x="278606" y="3643800"/>
            <a:ext cx="8640366" cy="247184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4787291" y="3808206"/>
            <a:ext cx="3941395" cy="2404860"/>
          </a:xfrm>
        </p:spPr>
        <p:txBody>
          <a:bodyPr>
            <a:normAutofit/>
          </a:bodyPr>
          <a:lstStyle>
            <a:lvl1pPr>
              <a:defRPr sz="1350">
                <a:solidFill>
                  <a:schemeClr val="bg1"/>
                </a:solidFill>
              </a:defRPr>
            </a:lvl1pPr>
            <a:lvl2pPr>
              <a:defRPr sz="1200">
                <a:solidFill>
                  <a:schemeClr val="bg1"/>
                </a:solidFill>
              </a:defRPr>
            </a:lvl2pPr>
            <a:lvl3pPr>
              <a:defRPr sz="1050">
                <a:solidFill>
                  <a:schemeClr val="bg1"/>
                </a:solidFill>
              </a:defRPr>
            </a:lvl3pPr>
            <a:lvl4pPr>
              <a:defRPr sz="9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466805" y="3808236"/>
            <a:ext cx="3942000" cy="2404800"/>
          </a:xfrm>
        </p:spPr>
        <p:txBody>
          <a:bodyPr>
            <a:normAutofit/>
          </a:bodyPr>
          <a:lstStyle>
            <a:lvl1pPr>
              <a:defRPr sz="1350">
                <a:solidFill>
                  <a:schemeClr val="bg1"/>
                </a:solidFill>
              </a:defRPr>
            </a:lvl1pPr>
            <a:lvl2pPr>
              <a:defRPr sz="1200">
                <a:solidFill>
                  <a:schemeClr val="bg1"/>
                </a:solidFill>
              </a:defRPr>
            </a:lvl2pPr>
            <a:lvl3pPr>
              <a:defRPr sz="1050">
                <a:solidFill>
                  <a:schemeClr val="bg1"/>
                </a:solidFill>
              </a:defRPr>
            </a:lvl3pPr>
            <a:lvl4pPr>
              <a:defRPr sz="9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C15E3050-1157-4448-A84E-5AC72FC84A7F}"/>
              </a:ext>
            </a:extLst>
          </p:cNvPr>
          <p:cNvCxnSpPr/>
          <p:nvPr userDrawn="1"/>
        </p:nvCxnSpPr>
        <p:spPr>
          <a:xfrm>
            <a:off x="4598789" y="3774713"/>
            <a:ext cx="0" cy="2471849"/>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112660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15DEB4D-1697-4E72-B2BF-F5EA1EF3B009}"/>
              </a:ext>
            </a:extLst>
          </p:cNvPr>
          <p:cNvSpPr/>
          <p:nvPr userDrawn="1"/>
        </p:nvSpPr>
        <p:spPr>
          <a:xfrm>
            <a:off x="5372100" y="3052634"/>
            <a:ext cx="1026400" cy="11301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a:xfrm>
            <a:off x="278607" y="1334424"/>
            <a:ext cx="3336131" cy="1520824"/>
          </a:xfrm>
        </p:spPr>
        <p:txBody>
          <a:bodyPr anchor="b">
            <a:noAutofit/>
          </a:bodyPr>
          <a:lstStyle>
            <a:lvl1pPr>
              <a:defRPr sz="2700"/>
            </a:lvl1pPr>
          </a:lstStyle>
          <a:p>
            <a:r>
              <a:rPr lang="en-US" noProof="0"/>
              <a:t>Click to edit Master title style</a:t>
            </a:r>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2707173" y="3118776"/>
            <a:ext cx="2195483" cy="3081999"/>
          </a:xfrm>
        </p:spPr>
        <p:txBody>
          <a:bodyPr>
            <a:normAutofit/>
          </a:bodyPr>
          <a:lstStyle>
            <a:lvl1pPr>
              <a:defRPr sz="1350">
                <a:solidFill>
                  <a:schemeClr val="tx1"/>
                </a:solidFill>
              </a:defRPr>
            </a:lvl1pPr>
            <a:lvl2pPr>
              <a:defRPr sz="1200">
                <a:solidFill>
                  <a:schemeClr val="tx1"/>
                </a:solidFill>
              </a:defRPr>
            </a:lvl2pPr>
            <a:lvl3pPr>
              <a:defRPr sz="1050">
                <a:solidFill>
                  <a:schemeClr val="tx1"/>
                </a:solidFill>
              </a:defRPr>
            </a:lvl3pPr>
            <a:lvl4pPr>
              <a:defRPr sz="900">
                <a:solidFill>
                  <a:schemeClr val="tx1"/>
                </a:solidFill>
              </a:defRPr>
            </a:lvl4pPr>
            <a:lvl5pPr>
              <a:defRPr sz="9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278606" y="3118776"/>
            <a:ext cx="2195100" cy="3081922"/>
          </a:xfrm>
        </p:spPr>
        <p:txBody>
          <a:bodyPr>
            <a:normAutofit/>
          </a:bodyPr>
          <a:lstStyle>
            <a:lvl1pPr>
              <a:defRPr sz="1350">
                <a:solidFill>
                  <a:schemeClr val="tx1"/>
                </a:solidFill>
              </a:defRPr>
            </a:lvl1pPr>
            <a:lvl2pPr>
              <a:defRPr sz="1200">
                <a:solidFill>
                  <a:schemeClr val="tx1"/>
                </a:solidFill>
              </a:defRPr>
            </a:lvl2pPr>
            <a:lvl3pPr>
              <a:defRPr sz="1050">
                <a:solidFill>
                  <a:schemeClr val="tx1"/>
                </a:solidFill>
              </a:defRPr>
            </a:lvl3pPr>
            <a:lvl4pPr>
              <a:defRPr sz="900">
                <a:solidFill>
                  <a:schemeClr val="tx1"/>
                </a:solidFill>
              </a:defRPr>
            </a:lvl4pPr>
            <a:lvl5pPr>
              <a:defRPr sz="900">
                <a:solidFill>
                  <a:schemeClr val="tx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5" name="Picture Placeholder 24">
            <a:extLst>
              <a:ext uri="{FF2B5EF4-FFF2-40B4-BE49-F238E27FC236}">
                <a16:creationId xmlns:a16="http://schemas.microsoft.com/office/drawing/2014/main" id="{84421AF3-217F-49BD-BF47-1140F3F445D8}"/>
              </a:ext>
            </a:extLst>
          </p:cNvPr>
          <p:cNvSpPr>
            <a:spLocks noGrp="1"/>
          </p:cNvSpPr>
          <p:nvPr>
            <p:ph type="pic" sz="quarter" idx="15"/>
          </p:nvPr>
        </p:nvSpPr>
        <p:spPr>
          <a:xfrm>
            <a:off x="3681312" y="-4277"/>
            <a:ext cx="5462689" cy="6204974"/>
          </a:xfrm>
          <a:custGeom>
            <a:avLst/>
            <a:gdLst>
              <a:gd name="connsiteX0" fmla="*/ 4914900 w 7283585"/>
              <a:gd name="connsiteY0" fmla="*/ 4064000 h 6204974"/>
              <a:gd name="connsiteX1" fmla="*/ 7283585 w 7283585"/>
              <a:gd name="connsiteY1" fmla="*/ 4064000 h 6204974"/>
              <a:gd name="connsiteX2" fmla="*/ 7283585 w 7283585"/>
              <a:gd name="connsiteY2" fmla="*/ 6204974 h 6204974"/>
              <a:gd name="connsiteX3" fmla="*/ 4914900 w 7283585"/>
              <a:gd name="connsiteY3" fmla="*/ 6204974 h 6204974"/>
              <a:gd name="connsiteX4" fmla="*/ 4914900 w 7283585"/>
              <a:gd name="connsiteY4" fmla="*/ 2032000 h 6204974"/>
              <a:gd name="connsiteX5" fmla="*/ 7283585 w 7283585"/>
              <a:gd name="connsiteY5" fmla="*/ 2032000 h 6204974"/>
              <a:gd name="connsiteX6" fmla="*/ 7283585 w 7283585"/>
              <a:gd name="connsiteY6" fmla="*/ 3946525 h 6204974"/>
              <a:gd name="connsiteX7" fmla="*/ 4914900 w 7283585"/>
              <a:gd name="connsiteY7" fmla="*/ 3946525 h 6204974"/>
              <a:gd name="connsiteX8" fmla="*/ 2457450 w 7283585"/>
              <a:gd name="connsiteY8" fmla="*/ 2032000 h 6204974"/>
              <a:gd name="connsiteX9" fmla="*/ 4826135 w 7283585"/>
              <a:gd name="connsiteY9" fmla="*/ 2032000 h 6204974"/>
              <a:gd name="connsiteX10" fmla="*/ 4826135 w 7283585"/>
              <a:gd name="connsiteY10" fmla="*/ 3946525 h 6204974"/>
              <a:gd name="connsiteX11" fmla="*/ 2457450 w 7283585"/>
              <a:gd name="connsiteY11" fmla="*/ 3946525 h 6204974"/>
              <a:gd name="connsiteX12" fmla="*/ 0 w 7283585"/>
              <a:gd name="connsiteY12" fmla="*/ 8552 h 6204974"/>
              <a:gd name="connsiteX13" fmla="*/ 2368685 w 7283585"/>
              <a:gd name="connsiteY13" fmla="*/ 8552 h 6204974"/>
              <a:gd name="connsiteX14" fmla="*/ 2368685 w 7283585"/>
              <a:gd name="connsiteY14" fmla="*/ 1923077 h 6204974"/>
              <a:gd name="connsiteX15" fmla="*/ 0 w 7283585"/>
              <a:gd name="connsiteY15" fmla="*/ 1923077 h 6204974"/>
              <a:gd name="connsiteX16" fmla="*/ 2457450 w 7283585"/>
              <a:gd name="connsiteY16" fmla="*/ 4276 h 6204974"/>
              <a:gd name="connsiteX17" fmla="*/ 4826135 w 7283585"/>
              <a:gd name="connsiteY17" fmla="*/ 4276 h 6204974"/>
              <a:gd name="connsiteX18" fmla="*/ 4826135 w 7283585"/>
              <a:gd name="connsiteY18" fmla="*/ 1918801 h 6204974"/>
              <a:gd name="connsiteX19" fmla="*/ 2457450 w 7283585"/>
              <a:gd name="connsiteY19" fmla="*/ 1918801 h 6204974"/>
              <a:gd name="connsiteX20" fmla="*/ 4914900 w 7283585"/>
              <a:gd name="connsiteY20" fmla="*/ 0 h 6204974"/>
              <a:gd name="connsiteX21" fmla="*/ 7283585 w 7283585"/>
              <a:gd name="connsiteY21" fmla="*/ 0 h 6204974"/>
              <a:gd name="connsiteX22" fmla="*/ 7283585 w 7283585"/>
              <a:gd name="connsiteY22" fmla="*/ 1914525 h 6204974"/>
              <a:gd name="connsiteX23" fmla="*/ 4914900 w 7283585"/>
              <a:gd name="connsiteY23" fmla="*/ 1914525 h 6204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283585" h="6204974">
                <a:moveTo>
                  <a:pt x="4914900" y="4064000"/>
                </a:moveTo>
                <a:lnTo>
                  <a:pt x="7283585" y="4064000"/>
                </a:lnTo>
                <a:lnTo>
                  <a:pt x="7283585" y="6204974"/>
                </a:lnTo>
                <a:lnTo>
                  <a:pt x="4914900" y="6204974"/>
                </a:lnTo>
                <a:close/>
                <a:moveTo>
                  <a:pt x="4914900" y="2032000"/>
                </a:moveTo>
                <a:lnTo>
                  <a:pt x="7283585" y="2032000"/>
                </a:lnTo>
                <a:lnTo>
                  <a:pt x="7283585" y="3946525"/>
                </a:lnTo>
                <a:lnTo>
                  <a:pt x="4914900" y="3946525"/>
                </a:lnTo>
                <a:close/>
                <a:moveTo>
                  <a:pt x="2457450" y="2032000"/>
                </a:moveTo>
                <a:lnTo>
                  <a:pt x="4826135" y="2032000"/>
                </a:lnTo>
                <a:lnTo>
                  <a:pt x="4826135" y="3946525"/>
                </a:lnTo>
                <a:lnTo>
                  <a:pt x="2457450" y="3946525"/>
                </a:lnTo>
                <a:close/>
                <a:moveTo>
                  <a:pt x="0" y="8552"/>
                </a:moveTo>
                <a:lnTo>
                  <a:pt x="2368685" y="8552"/>
                </a:lnTo>
                <a:lnTo>
                  <a:pt x="2368685" y="1923077"/>
                </a:lnTo>
                <a:lnTo>
                  <a:pt x="0" y="1923077"/>
                </a:lnTo>
                <a:close/>
                <a:moveTo>
                  <a:pt x="2457450" y="4276"/>
                </a:moveTo>
                <a:lnTo>
                  <a:pt x="4826135" y="4276"/>
                </a:lnTo>
                <a:lnTo>
                  <a:pt x="4826135" y="1918801"/>
                </a:lnTo>
                <a:lnTo>
                  <a:pt x="2457450" y="1918801"/>
                </a:lnTo>
                <a:close/>
                <a:moveTo>
                  <a:pt x="4914900" y="0"/>
                </a:moveTo>
                <a:lnTo>
                  <a:pt x="7283585" y="0"/>
                </a:lnTo>
                <a:lnTo>
                  <a:pt x="7283585" y="1914525"/>
                </a:lnTo>
                <a:lnTo>
                  <a:pt x="4914900" y="1914525"/>
                </a:lnTo>
                <a:close/>
              </a:path>
            </a:pathLst>
          </a:custGeom>
          <a:solidFill>
            <a:schemeClr val="bg1">
              <a:lumMod val="95000"/>
            </a:schemeClr>
          </a:solidFill>
        </p:spPr>
        <p:txBody>
          <a:bodyPr vert="horz" wrap="square" lIns="91440" tIns="45720" rIns="91440" bIns="45720" rtlCol="0">
            <a:noAutofit/>
          </a:bodyPr>
          <a:lstStyle>
            <a:lvl1pPr>
              <a:defRPr lang="en-US" sz="1350"/>
            </a:lvl1pPr>
          </a:lstStyle>
          <a:p>
            <a:pPr marL="0" lvl="0" indent="0" algn="ctr">
              <a:buNone/>
            </a:pPr>
            <a:r>
              <a:rPr lang="en-US" noProof="0"/>
              <a:t>Click icon to add picture</a:t>
            </a:r>
            <a:endParaRPr lang="en-US" noProof="0" dirty="0"/>
          </a:p>
        </p:txBody>
      </p:sp>
      <p:sp>
        <p:nvSpPr>
          <p:cNvPr id="20" name="Rectangle 19">
            <a:extLst>
              <a:ext uri="{FF2B5EF4-FFF2-40B4-BE49-F238E27FC236}">
                <a16:creationId xmlns:a16="http://schemas.microsoft.com/office/drawing/2014/main" id="{475378D9-445B-4812-AE73-9B2CF92DCDF1}"/>
              </a:ext>
            </a:extLst>
          </p:cNvPr>
          <p:cNvSpPr/>
          <p:nvPr userDrawn="1"/>
        </p:nvSpPr>
        <p:spPr>
          <a:xfrm>
            <a:off x="4657725" y="2027725"/>
            <a:ext cx="804965" cy="9186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Rectangle 20">
            <a:extLst>
              <a:ext uri="{FF2B5EF4-FFF2-40B4-BE49-F238E27FC236}">
                <a16:creationId xmlns:a16="http://schemas.microsoft.com/office/drawing/2014/main" id="{B569B8CC-B741-4501-A871-F6CC58941F5C}"/>
              </a:ext>
            </a:extLst>
          </p:cNvPr>
          <p:cNvSpPr/>
          <p:nvPr userDrawn="1"/>
        </p:nvSpPr>
        <p:spPr>
          <a:xfrm>
            <a:off x="6495948" y="4055448"/>
            <a:ext cx="804965" cy="9186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3" name="Straight Connector 22">
            <a:extLst>
              <a:ext uri="{FF2B5EF4-FFF2-40B4-BE49-F238E27FC236}">
                <a16:creationId xmlns:a16="http://schemas.microsoft.com/office/drawing/2014/main" id="{8ED9C5BC-5F16-4DC8-BAA3-30A378B7F5FB}"/>
              </a:ext>
            </a:extLst>
          </p:cNvPr>
          <p:cNvCxnSpPr>
            <a:cxnSpLocks/>
          </p:cNvCxnSpPr>
          <p:nvPr userDrawn="1"/>
        </p:nvCxnSpPr>
        <p:spPr>
          <a:xfrm>
            <a:off x="2589014" y="3106075"/>
            <a:ext cx="0" cy="309470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2F0E9B02-FBE7-4B3F-833A-FCDE146B2DAD}"/>
              </a:ext>
            </a:extLst>
          </p:cNvPr>
          <p:cNvSpPr/>
          <p:nvPr userDrawn="1"/>
        </p:nvSpPr>
        <p:spPr>
          <a:xfrm>
            <a:off x="0" y="1405863"/>
            <a:ext cx="225028" cy="14652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6" name="Picture 5">
            <a:extLst>
              <a:ext uri="{FF2B5EF4-FFF2-40B4-BE49-F238E27FC236}">
                <a16:creationId xmlns:a16="http://schemas.microsoft.com/office/drawing/2014/main" id="{60C1F531-5B76-BAF2-9897-8163E90D944B}"/>
              </a:ext>
            </a:extLst>
          </p:cNvPr>
          <p:cNvPicPr>
            <a:picLocks noChangeAspect="1"/>
          </p:cNvPicPr>
          <p:nvPr userDrawn="1"/>
        </p:nvPicPr>
        <p:blipFill>
          <a:blip r:embed="rId2"/>
          <a:stretch>
            <a:fillRect/>
          </a:stretch>
        </p:blipFill>
        <p:spPr>
          <a:xfrm>
            <a:off x="8130021" y="-21570"/>
            <a:ext cx="1018309" cy="1357745"/>
          </a:xfrm>
          <a:prstGeom prst="rect">
            <a:avLst/>
          </a:prstGeom>
        </p:spPr>
      </p:pic>
    </p:spTree>
    <p:extLst>
      <p:ext uri="{BB962C8B-B14F-4D97-AF65-F5344CB8AC3E}">
        <p14:creationId xmlns:p14="http://schemas.microsoft.com/office/powerpoint/2010/main" val="417070585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30BCBF1-64A6-4051-BC31-B793E99731A6}"/>
              </a:ext>
            </a:extLst>
          </p:cNvPr>
          <p:cNvSpPr/>
          <p:nvPr userDrawn="1"/>
        </p:nvSpPr>
        <p:spPr>
          <a:xfrm>
            <a:off x="0" y="0"/>
            <a:ext cx="9144000" cy="6381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6">
            <a:extLst>
              <a:ext uri="{FF2B5EF4-FFF2-40B4-BE49-F238E27FC236}">
                <a16:creationId xmlns:a16="http://schemas.microsoft.com/office/drawing/2014/main" id="{73E3AB81-FB3C-492F-8AB9-CFC37EECCEE7}"/>
              </a:ext>
            </a:extLst>
          </p:cNvPr>
          <p:cNvSpPr>
            <a:spLocks noGrp="1"/>
          </p:cNvSpPr>
          <p:nvPr>
            <p:ph type="pic" sz="quarter" idx="13"/>
          </p:nvPr>
        </p:nvSpPr>
        <p:spPr>
          <a:xfrm>
            <a:off x="278606" y="260350"/>
            <a:ext cx="8640366" cy="6121400"/>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14" name="Rectangle 13">
            <a:extLst>
              <a:ext uri="{FF2B5EF4-FFF2-40B4-BE49-F238E27FC236}">
                <a16:creationId xmlns:a16="http://schemas.microsoft.com/office/drawing/2014/main" id="{BF2C4CC9-6F35-4EBF-857F-EBD298D77347}"/>
              </a:ext>
            </a:extLst>
          </p:cNvPr>
          <p:cNvSpPr/>
          <p:nvPr userDrawn="1"/>
        </p:nvSpPr>
        <p:spPr>
          <a:xfrm>
            <a:off x="1184056" y="2299953"/>
            <a:ext cx="3315007" cy="30819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D1D54A23-014A-49B4-9E28-7641C8A4F0C1}"/>
              </a:ext>
            </a:extLst>
          </p:cNvPr>
          <p:cNvSpPr/>
          <p:nvPr userDrawn="1"/>
        </p:nvSpPr>
        <p:spPr>
          <a:xfrm>
            <a:off x="4638366" y="2299953"/>
            <a:ext cx="3315007" cy="308192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A6AA5-A315-455E-B5C7-E53E3746ED81}"/>
              </a:ext>
            </a:extLst>
          </p:cNvPr>
          <p:cNvSpPr>
            <a:spLocks noGrp="1"/>
          </p:cNvSpPr>
          <p:nvPr>
            <p:ph type="title"/>
          </p:nvPr>
        </p:nvSpPr>
        <p:spPr>
          <a:xfrm>
            <a:off x="1190628" y="1233488"/>
            <a:ext cx="6762745" cy="761076"/>
          </a:xfrm>
        </p:spPr>
        <p:txBody>
          <a:bodyPr anchor="ctr">
            <a:noAutofit/>
          </a:bodyPr>
          <a:lstStyle>
            <a:lvl1pPr algn="ctr">
              <a:defRPr sz="2700"/>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23F1116B-C8B0-450D-83F6-49C4ABB22CCD}"/>
              </a:ext>
            </a:extLst>
          </p:cNvPr>
          <p:cNvSpPr>
            <a:spLocks noGrp="1"/>
          </p:cNvSpPr>
          <p:nvPr>
            <p:ph sz="half" idx="2"/>
          </p:nvPr>
        </p:nvSpPr>
        <p:spPr>
          <a:xfrm>
            <a:off x="4746068" y="2424864"/>
            <a:ext cx="3099600" cy="2833200"/>
          </a:xfrm>
        </p:spPr>
        <p:txBody>
          <a:bodyPr>
            <a:normAutofit/>
          </a:bodyPr>
          <a:lstStyle>
            <a:lvl1pPr>
              <a:defRPr sz="1350">
                <a:solidFill>
                  <a:schemeClr val="bg1"/>
                </a:solidFill>
              </a:defRPr>
            </a:lvl1pPr>
            <a:lvl2pPr>
              <a:defRPr sz="1200">
                <a:solidFill>
                  <a:schemeClr val="bg1"/>
                </a:solidFill>
              </a:defRPr>
            </a:lvl2pPr>
            <a:lvl3pPr>
              <a:defRPr sz="1050">
                <a:solidFill>
                  <a:schemeClr val="bg1"/>
                </a:solidFill>
              </a:defRPr>
            </a:lvl3pPr>
            <a:lvl4pPr>
              <a:defRPr sz="9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a:extLst>
              <a:ext uri="{FF2B5EF4-FFF2-40B4-BE49-F238E27FC236}">
                <a16:creationId xmlns:a16="http://schemas.microsoft.com/office/drawing/2014/main" id="{3E60534E-DE82-45F4-8E2E-DA97F169177F}"/>
              </a:ext>
            </a:extLst>
          </p:cNvPr>
          <p:cNvSpPr>
            <a:spLocks noGrp="1"/>
          </p:cNvSpPr>
          <p:nvPr>
            <p:ph sz="half" idx="1"/>
          </p:nvPr>
        </p:nvSpPr>
        <p:spPr>
          <a:xfrm>
            <a:off x="1292115" y="2424865"/>
            <a:ext cx="3098888" cy="2832101"/>
          </a:xfrm>
        </p:spPr>
        <p:txBody>
          <a:bodyPr>
            <a:normAutofit/>
          </a:bodyPr>
          <a:lstStyle>
            <a:lvl1pPr>
              <a:defRPr sz="1350">
                <a:solidFill>
                  <a:schemeClr val="bg1"/>
                </a:solidFill>
              </a:defRPr>
            </a:lvl1pPr>
            <a:lvl2pPr>
              <a:defRPr sz="1200">
                <a:solidFill>
                  <a:schemeClr val="bg1"/>
                </a:solidFill>
              </a:defRPr>
            </a:lvl2pPr>
            <a:lvl3pPr>
              <a:defRPr sz="1050">
                <a:solidFill>
                  <a:schemeClr val="bg1"/>
                </a:solidFill>
              </a:defRPr>
            </a:lvl3pPr>
            <a:lvl4pPr>
              <a:defRPr sz="900">
                <a:solidFill>
                  <a:schemeClr val="bg1"/>
                </a:solidFill>
              </a:defRPr>
            </a:lvl4pPr>
            <a:lvl5pPr>
              <a:defRPr sz="9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a:extLst>
              <a:ext uri="{FF2B5EF4-FFF2-40B4-BE49-F238E27FC236}">
                <a16:creationId xmlns:a16="http://schemas.microsoft.com/office/drawing/2014/main" id="{DC9B76A7-2A88-7169-CA6C-F0F1BDC60E9E}"/>
              </a:ext>
            </a:extLst>
          </p:cNvPr>
          <p:cNvPicPr>
            <a:picLocks noChangeAspect="1"/>
          </p:cNvPicPr>
          <p:nvPr userDrawn="1"/>
        </p:nvPicPr>
        <p:blipFill>
          <a:blip r:embed="rId2"/>
          <a:stretch>
            <a:fillRect/>
          </a:stretch>
        </p:blipFill>
        <p:spPr>
          <a:xfrm>
            <a:off x="8099337" y="1"/>
            <a:ext cx="1018309" cy="1357745"/>
          </a:xfrm>
          <a:prstGeom prst="rect">
            <a:avLst/>
          </a:prstGeom>
        </p:spPr>
      </p:pic>
    </p:spTree>
    <p:extLst>
      <p:ext uri="{BB962C8B-B14F-4D97-AF65-F5344CB8AC3E}">
        <p14:creationId xmlns:p14="http://schemas.microsoft.com/office/powerpoint/2010/main" val="391662791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Rectangle 4">
            <a:extLst>
              <a:ext uri="{FF2B5EF4-FFF2-40B4-BE49-F238E27FC236}">
                <a16:creationId xmlns:a16="http://schemas.microsoft.com/office/drawing/2014/main" id="{113E1565-5B33-4914-9800-50B8400266FF}"/>
              </a:ext>
            </a:extLst>
          </p:cNvPr>
          <p:cNvSpPr/>
          <p:nvPr userDrawn="1"/>
        </p:nvSpPr>
        <p:spPr>
          <a:xfrm>
            <a:off x="1" y="0"/>
            <a:ext cx="914399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Picture Placeholder 6">
            <a:extLst>
              <a:ext uri="{FF2B5EF4-FFF2-40B4-BE49-F238E27FC236}">
                <a16:creationId xmlns:a16="http://schemas.microsoft.com/office/drawing/2014/main" id="{DE438B2E-01A6-453B-928D-97D98438168E}"/>
              </a:ext>
            </a:extLst>
          </p:cNvPr>
          <p:cNvSpPr>
            <a:spLocks noGrp="1"/>
          </p:cNvSpPr>
          <p:nvPr>
            <p:ph type="pic" sz="quarter" idx="13"/>
          </p:nvPr>
        </p:nvSpPr>
        <p:spPr>
          <a:xfrm>
            <a:off x="251817" y="260350"/>
            <a:ext cx="8640366" cy="6300788"/>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noProof="0"/>
              <a:t>Click icon to add picture</a:t>
            </a:r>
            <a:endParaRPr lang="en-US" noProof="0" dirty="0"/>
          </a:p>
        </p:txBody>
      </p:sp>
      <p:pic>
        <p:nvPicPr>
          <p:cNvPr id="2" name="Picture 1">
            <a:extLst>
              <a:ext uri="{FF2B5EF4-FFF2-40B4-BE49-F238E27FC236}">
                <a16:creationId xmlns:a16="http://schemas.microsoft.com/office/drawing/2014/main" id="{2BDF9CC2-2438-70F5-711A-2277A1E9423F}"/>
              </a:ext>
            </a:extLst>
          </p:cNvPr>
          <p:cNvPicPr>
            <a:picLocks noChangeAspect="1"/>
          </p:cNvPicPr>
          <p:nvPr userDrawn="1"/>
        </p:nvPicPr>
        <p:blipFill>
          <a:blip r:embed="rId2"/>
          <a:stretch>
            <a:fillRect/>
          </a:stretch>
        </p:blipFill>
        <p:spPr>
          <a:xfrm>
            <a:off x="8125692" y="1"/>
            <a:ext cx="1018309" cy="1357745"/>
          </a:xfrm>
          <a:prstGeom prst="rect">
            <a:avLst/>
          </a:prstGeom>
        </p:spPr>
      </p:pic>
    </p:spTree>
    <p:extLst>
      <p:ext uri="{BB962C8B-B14F-4D97-AF65-F5344CB8AC3E}">
        <p14:creationId xmlns:p14="http://schemas.microsoft.com/office/powerpoint/2010/main" val="33399849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Picture Placeholder 26">
            <a:extLst>
              <a:ext uri="{FF2B5EF4-FFF2-40B4-BE49-F238E27FC236}">
                <a16:creationId xmlns:a16="http://schemas.microsoft.com/office/drawing/2014/main" id="{404FC023-3732-4036-B4DA-F34DC453036D}"/>
              </a:ext>
            </a:extLst>
          </p:cNvPr>
          <p:cNvSpPr>
            <a:spLocks noGrp="1"/>
          </p:cNvSpPr>
          <p:nvPr>
            <p:ph type="pic" sz="quarter" idx="13"/>
          </p:nvPr>
        </p:nvSpPr>
        <p:spPr>
          <a:xfrm>
            <a:off x="1" y="2"/>
            <a:ext cx="9143999" cy="6857999"/>
          </a:xfrm>
          <a:custGeom>
            <a:avLst/>
            <a:gdLst>
              <a:gd name="connsiteX0" fmla="*/ 9194799 w 12191999"/>
              <a:gd name="connsiteY0" fmla="*/ 4114799 h 6108699"/>
              <a:gd name="connsiteX1" fmla="*/ 12191999 w 12191999"/>
              <a:gd name="connsiteY1" fmla="*/ 4114799 h 6108699"/>
              <a:gd name="connsiteX2" fmla="*/ 12191999 w 12191999"/>
              <a:gd name="connsiteY2" fmla="*/ 6108699 h 6108699"/>
              <a:gd name="connsiteX3" fmla="*/ 9194799 w 12191999"/>
              <a:gd name="connsiteY3" fmla="*/ 6108699 h 6108699"/>
              <a:gd name="connsiteX4" fmla="*/ 6129865 w 12191999"/>
              <a:gd name="connsiteY4" fmla="*/ 4114799 h 6108699"/>
              <a:gd name="connsiteX5" fmla="*/ 9127065 w 12191999"/>
              <a:gd name="connsiteY5" fmla="*/ 4114799 h 6108699"/>
              <a:gd name="connsiteX6" fmla="*/ 9127065 w 12191999"/>
              <a:gd name="connsiteY6" fmla="*/ 6108699 h 6108699"/>
              <a:gd name="connsiteX7" fmla="*/ 6129865 w 12191999"/>
              <a:gd name="connsiteY7" fmla="*/ 6108699 h 6108699"/>
              <a:gd name="connsiteX8" fmla="*/ 3064933 w 12191999"/>
              <a:gd name="connsiteY8" fmla="*/ 4114799 h 6108699"/>
              <a:gd name="connsiteX9" fmla="*/ 6062132 w 12191999"/>
              <a:gd name="connsiteY9" fmla="*/ 4114799 h 6108699"/>
              <a:gd name="connsiteX10" fmla="*/ 6062132 w 12191999"/>
              <a:gd name="connsiteY10" fmla="*/ 6108699 h 6108699"/>
              <a:gd name="connsiteX11" fmla="*/ 3064933 w 12191999"/>
              <a:gd name="connsiteY11" fmla="*/ 6108699 h 6108699"/>
              <a:gd name="connsiteX12" fmla="*/ 0 w 12191999"/>
              <a:gd name="connsiteY12" fmla="*/ 4114799 h 6108699"/>
              <a:gd name="connsiteX13" fmla="*/ 2997200 w 12191999"/>
              <a:gd name="connsiteY13" fmla="*/ 4114799 h 6108699"/>
              <a:gd name="connsiteX14" fmla="*/ 2997200 w 12191999"/>
              <a:gd name="connsiteY14" fmla="*/ 6108699 h 6108699"/>
              <a:gd name="connsiteX15" fmla="*/ 0 w 12191999"/>
              <a:gd name="connsiteY15" fmla="*/ 6108699 h 6108699"/>
              <a:gd name="connsiteX16" fmla="*/ 9194799 w 12191999"/>
              <a:gd name="connsiteY16" fmla="*/ 2057400 h 6108699"/>
              <a:gd name="connsiteX17" fmla="*/ 12191999 w 12191999"/>
              <a:gd name="connsiteY17" fmla="*/ 2057400 h 6108699"/>
              <a:gd name="connsiteX18" fmla="*/ 12191999 w 12191999"/>
              <a:gd name="connsiteY18" fmla="*/ 4051299 h 6108699"/>
              <a:gd name="connsiteX19" fmla="*/ 9194799 w 12191999"/>
              <a:gd name="connsiteY19" fmla="*/ 4051299 h 6108699"/>
              <a:gd name="connsiteX20" fmla="*/ 6129865 w 12191999"/>
              <a:gd name="connsiteY20" fmla="*/ 2057400 h 6108699"/>
              <a:gd name="connsiteX21" fmla="*/ 9127065 w 12191999"/>
              <a:gd name="connsiteY21" fmla="*/ 2057400 h 6108699"/>
              <a:gd name="connsiteX22" fmla="*/ 9127065 w 12191999"/>
              <a:gd name="connsiteY22" fmla="*/ 4051299 h 6108699"/>
              <a:gd name="connsiteX23" fmla="*/ 6129865 w 12191999"/>
              <a:gd name="connsiteY23" fmla="*/ 4051299 h 6108699"/>
              <a:gd name="connsiteX24" fmla="*/ 3064934 w 12191999"/>
              <a:gd name="connsiteY24" fmla="*/ 2057400 h 6108699"/>
              <a:gd name="connsiteX25" fmla="*/ 6062132 w 12191999"/>
              <a:gd name="connsiteY25" fmla="*/ 2057400 h 6108699"/>
              <a:gd name="connsiteX26" fmla="*/ 6062132 w 12191999"/>
              <a:gd name="connsiteY26" fmla="*/ 4051299 h 6108699"/>
              <a:gd name="connsiteX27" fmla="*/ 3064934 w 12191999"/>
              <a:gd name="connsiteY27" fmla="*/ 4051299 h 6108699"/>
              <a:gd name="connsiteX28" fmla="*/ 0 w 12191999"/>
              <a:gd name="connsiteY28" fmla="*/ 2057400 h 6108699"/>
              <a:gd name="connsiteX29" fmla="*/ 2997200 w 12191999"/>
              <a:gd name="connsiteY29" fmla="*/ 2057400 h 6108699"/>
              <a:gd name="connsiteX30" fmla="*/ 2997200 w 12191999"/>
              <a:gd name="connsiteY30" fmla="*/ 4051299 h 6108699"/>
              <a:gd name="connsiteX31" fmla="*/ 0 w 12191999"/>
              <a:gd name="connsiteY31" fmla="*/ 4051299 h 6108699"/>
              <a:gd name="connsiteX32" fmla="*/ 9194799 w 12191999"/>
              <a:gd name="connsiteY32" fmla="*/ 0 h 6108699"/>
              <a:gd name="connsiteX33" fmla="*/ 12191999 w 12191999"/>
              <a:gd name="connsiteY33" fmla="*/ 0 h 6108699"/>
              <a:gd name="connsiteX34" fmla="*/ 12191999 w 12191999"/>
              <a:gd name="connsiteY34" fmla="*/ 1993900 h 6108699"/>
              <a:gd name="connsiteX35" fmla="*/ 9194799 w 12191999"/>
              <a:gd name="connsiteY35" fmla="*/ 1993900 h 6108699"/>
              <a:gd name="connsiteX36" fmla="*/ 6129865 w 12191999"/>
              <a:gd name="connsiteY36" fmla="*/ 0 h 6108699"/>
              <a:gd name="connsiteX37" fmla="*/ 9127065 w 12191999"/>
              <a:gd name="connsiteY37" fmla="*/ 0 h 6108699"/>
              <a:gd name="connsiteX38" fmla="*/ 9127065 w 12191999"/>
              <a:gd name="connsiteY38" fmla="*/ 1993900 h 6108699"/>
              <a:gd name="connsiteX39" fmla="*/ 6129865 w 12191999"/>
              <a:gd name="connsiteY39" fmla="*/ 1993900 h 6108699"/>
              <a:gd name="connsiteX40" fmla="*/ 3064934 w 12191999"/>
              <a:gd name="connsiteY40" fmla="*/ 0 h 6108699"/>
              <a:gd name="connsiteX41" fmla="*/ 6062132 w 12191999"/>
              <a:gd name="connsiteY41" fmla="*/ 0 h 6108699"/>
              <a:gd name="connsiteX42" fmla="*/ 6062132 w 12191999"/>
              <a:gd name="connsiteY42" fmla="*/ 1993900 h 6108699"/>
              <a:gd name="connsiteX43" fmla="*/ 3064934 w 12191999"/>
              <a:gd name="connsiteY43" fmla="*/ 1993900 h 6108699"/>
              <a:gd name="connsiteX44" fmla="*/ 1 w 12191999"/>
              <a:gd name="connsiteY44" fmla="*/ 0 h 6108699"/>
              <a:gd name="connsiteX45" fmla="*/ 2997201 w 12191999"/>
              <a:gd name="connsiteY45" fmla="*/ 0 h 6108699"/>
              <a:gd name="connsiteX46" fmla="*/ 2997201 w 12191999"/>
              <a:gd name="connsiteY46" fmla="*/ 1993900 h 6108699"/>
              <a:gd name="connsiteX47" fmla="*/ 1 w 12191999"/>
              <a:gd name="connsiteY47" fmla="*/ 1993900 h 61086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2191999" h="6108699">
                <a:moveTo>
                  <a:pt x="9194799" y="4114799"/>
                </a:moveTo>
                <a:lnTo>
                  <a:pt x="12191999" y="4114799"/>
                </a:lnTo>
                <a:lnTo>
                  <a:pt x="12191999" y="6108699"/>
                </a:lnTo>
                <a:lnTo>
                  <a:pt x="9194799" y="6108699"/>
                </a:lnTo>
                <a:close/>
                <a:moveTo>
                  <a:pt x="6129865" y="4114799"/>
                </a:moveTo>
                <a:lnTo>
                  <a:pt x="9127065" y="4114799"/>
                </a:lnTo>
                <a:lnTo>
                  <a:pt x="9127065" y="6108699"/>
                </a:lnTo>
                <a:lnTo>
                  <a:pt x="6129865" y="6108699"/>
                </a:lnTo>
                <a:close/>
                <a:moveTo>
                  <a:pt x="3064933" y="4114799"/>
                </a:moveTo>
                <a:lnTo>
                  <a:pt x="6062132" y="4114799"/>
                </a:lnTo>
                <a:lnTo>
                  <a:pt x="6062132" y="6108699"/>
                </a:lnTo>
                <a:lnTo>
                  <a:pt x="3064933" y="6108699"/>
                </a:lnTo>
                <a:close/>
                <a:moveTo>
                  <a:pt x="0" y="4114799"/>
                </a:moveTo>
                <a:lnTo>
                  <a:pt x="2997200" y="4114799"/>
                </a:lnTo>
                <a:lnTo>
                  <a:pt x="2997200" y="6108699"/>
                </a:lnTo>
                <a:lnTo>
                  <a:pt x="0" y="6108699"/>
                </a:lnTo>
                <a:close/>
                <a:moveTo>
                  <a:pt x="9194799" y="2057400"/>
                </a:moveTo>
                <a:lnTo>
                  <a:pt x="12191999" y="2057400"/>
                </a:lnTo>
                <a:lnTo>
                  <a:pt x="12191999" y="4051299"/>
                </a:lnTo>
                <a:lnTo>
                  <a:pt x="9194799" y="4051299"/>
                </a:lnTo>
                <a:close/>
                <a:moveTo>
                  <a:pt x="6129865" y="2057400"/>
                </a:moveTo>
                <a:lnTo>
                  <a:pt x="9127065" y="2057400"/>
                </a:lnTo>
                <a:lnTo>
                  <a:pt x="9127065" y="4051299"/>
                </a:lnTo>
                <a:lnTo>
                  <a:pt x="6129865" y="4051299"/>
                </a:lnTo>
                <a:close/>
                <a:moveTo>
                  <a:pt x="3064934" y="2057400"/>
                </a:moveTo>
                <a:lnTo>
                  <a:pt x="6062132" y="2057400"/>
                </a:lnTo>
                <a:lnTo>
                  <a:pt x="6062132" y="4051299"/>
                </a:lnTo>
                <a:lnTo>
                  <a:pt x="3064934" y="4051299"/>
                </a:lnTo>
                <a:close/>
                <a:moveTo>
                  <a:pt x="0" y="2057400"/>
                </a:moveTo>
                <a:lnTo>
                  <a:pt x="2997200" y="2057400"/>
                </a:lnTo>
                <a:lnTo>
                  <a:pt x="2997200" y="4051299"/>
                </a:lnTo>
                <a:lnTo>
                  <a:pt x="0" y="4051299"/>
                </a:lnTo>
                <a:close/>
                <a:moveTo>
                  <a:pt x="9194799" y="0"/>
                </a:moveTo>
                <a:lnTo>
                  <a:pt x="12191999" y="0"/>
                </a:lnTo>
                <a:lnTo>
                  <a:pt x="12191999" y="1993900"/>
                </a:lnTo>
                <a:lnTo>
                  <a:pt x="9194799" y="1993900"/>
                </a:lnTo>
                <a:close/>
                <a:moveTo>
                  <a:pt x="6129865" y="0"/>
                </a:moveTo>
                <a:lnTo>
                  <a:pt x="9127065" y="0"/>
                </a:lnTo>
                <a:lnTo>
                  <a:pt x="9127065" y="1993900"/>
                </a:lnTo>
                <a:lnTo>
                  <a:pt x="6129865" y="1993900"/>
                </a:lnTo>
                <a:close/>
                <a:moveTo>
                  <a:pt x="3064934" y="0"/>
                </a:moveTo>
                <a:lnTo>
                  <a:pt x="6062132" y="0"/>
                </a:lnTo>
                <a:lnTo>
                  <a:pt x="6062132" y="1993900"/>
                </a:lnTo>
                <a:lnTo>
                  <a:pt x="3064934" y="1993900"/>
                </a:lnTo>
                <a:close/>
                <a:moveTo>
                  <a:pt x="1" y="0"/>
                </a:moveTo>
                <a:lnTo>
                  <a:pt x="2997201" y="0"/>
                </a:lnTo>
                <a:lnTo>
                  <a:pt x="2997201" y="1993900"/>
                </a:lnTo>
                <a:lnTo>
                  <a:pt x="1" y="1993900"/>
                </a:lnTo>
                <a:close/>
              </a:path>
            </a:pathLst>
          </a:custGeom>
          <a:solidFill>
            <a:schemeClr val="bg1">
              <a:lumMod val="95000"/>
            </a:schemeClr>
          </a:solidFill>
        </p:spPr>
        <p:txBody>
          <a:bodyPr vert="horz" wrap="square" lIns="91440" tIns="45720" rIns="91440" bIns="45720" rtlCol="0">
            <a:noAutofit/>
          </a:bodyPr>
          <a:lstStyle>
            <a:lvl1pPr>
              <a:defRPr lang="en-US" sz="135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59389742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278607" y="260350"/>
            <a:ext cx="3369469" cy="6300788"/>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5" name="Picture Placeholder 6">
            <a:extLst>
              <a:ext uri="{FF2B5EF4-FFF2-40B4-BE49-F238E27FC236}">
                <a16:creationId xmlns:a16="http://schemas.microsoft.com/office/drawing/2014/main" id="{D9C7DFC2-3A77-4761-A9AF-98963C5CCA07}"/>
              </a:ext>
            </a:extLst>
          </p:cNvPr>
          <p:cNvSpPr>
            <a:spLocks noGrp="1"/>
          </p:cNvSpPr>
          <p:nvPr>
            <p:ph type="pic" sz="quarter" idx="14"/>
          </p:nvPr>
        </p:nvSpPr>
        <p:spPr>
          <a:xfrm>
            <a:off x="3736182" y="260350"/>
            <a:ext cx="2055019" cy="6300788"/>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3F6FD22A-5FDA-45EC-BE49-3C0E30A397B0}"/>
              </a:ext>
            </a:extLst>
          </p:cNvPr>
          <p:cNvSpPr>
            <a:spLocks noGrp="1"/>
          </p:cNvSpPr>
          <p:nvPr>
            <p:ph type="pic" sz="quarter" idx="15"/>
          </p:nvPr>
        </p:nvSpPr>
        <p:spPr>
          <a:xfrm>
            <a:off x="5879307" y="260350"/>
            <a:ext cx="3039666" cy="3803650"/>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7" name="Picture Placeholder 6">
            <a:extLst>
              <a:ext uri="{FF2B5EF4-FFF2-40B4-BE49-F238E27FC236}">
                <a16:creationId xmlns:a16="http://schemas.microsoft.com/office/drawing/2014/main" id="{B64BDA74-9644-41EB-984D-939D27B60F3F}"/>
              </a:ext>
            </a:extLst>
          </p:cNvPr>
          <p:cNvSpPr>
            <a:spLocks noGrp="1"/>
          </p:cNvSpPr>
          <p:nvPr>
            <p:ph type="pic" sz="quarter" idx="16"/>
          </p:nvPr>
        </p:nvSpPr>
        <p:spPr>
          <a:xfrm>
            <a:off x="5879307" y="4165600"/>
            <a:ext cx="3039666" cy="2395538"/>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44458305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9144000" cy="5749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0" y="1233488"/>
            <a:ext cx="9144001" cy="4391024"/>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noProof="0"/>
              <a:t>Click icon to add picture</a:t>
            </a:r>
            <a:endParaRPr lang="en-US" noProof="0" dirty="0"/>
          </a:p>
        </p:txBody>
      </p:sp>
      <p:grpSp>
        <p:nvGrpSpPr>
          <p:cNvPr id="2" name="Group 1">
            <a:extLst>
              <a:ext uri="{FF2B5EF4-FFF2-40B4-BE49-F238E27FC236}">
                <a16:creationId xmlns:a16="http://schemas.microsoft.com/office/drawing/2014/main" id="{18F30468-CC2E-4430-88DD-81D548B988FA}"/>
              </a:ext>
            </a:extLst>
          </p:cNvPr>
          <p:cNvGrpSpPr/>
          <p:nvPr userDrawn="1"/>
        </p:nvGrpSpPr>
        <p:grpSpPr>
          <a:xfrm>
            <a:off x="278606" y="260350"/>
            <a:ext cx="483394" cy="973138"/>
            <a:chOff x="371475" y="671713"/>
            <a:chExt cx="496540" cy="836738"/>
          </a:xfrm>
        </p:grpSpPr>
        <p:sp>
          <p:nvSpPr>
            <p:cNvPr id="8" name="Rectangle 7">
              <a:extLst>
                <a:ext uri="{FF2B5EF4-FFF2-40B4-BE49-F238E27FC236}">
                  <a16:creationId xmlns:a16="http://schemas.microsoft.com/office/drawing/2014/main" id="{BF6F92E0-2218-46A5-A183-84468D9B72A2}"/>
                </a:ext>
              </a:extLst>
            </p:cNvPr>
            <p:cNvSpPr/>
            <p:nvPr userDrawn="1"/>
          </p:nvSpPr>
          <p:spPr>
            <a:xfrm>
              <a:off x="371475" y="1011911"/>
              <a:ext cx="496540" cy="49654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Rectangle 8">
              <a:extLst>
                <a:ext uri="{FF2B5EF4-FFF2-40B4-BE49-F238E27FC236}">
                  <a16:creationId xmlns:a16="http://schemas.microsoft.com/office/drawing/2014/main" id="{9B476586-864B-4C72-91AF-8CF8796C6DE8}"/>
                </a:ext>
              </a:extLst>
            </p:cNvPr>
            <p:cNvSpPr/>
            <p:nvPr userDrawn="1"/>
          </p:nvSpPr>
          <p:spPr>
            <a:xfrm>
              <a:off x="620587" y="671713"/>
              <a:ext cx="247428" cy="24742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pic>
        <p:nvPicPr>
          <p:cNvPr id="5" name="Picture 4">
            <a:extLst>
              <a:ext uri="{FF2B5EF4-FFF2-40B4-BE49-F238E27FC236}">
                <a16:creationId xmlns:a16="http://schemas.microsoft.com/office/drawing/2014/main" id="{2C1178F6-0ADC-D259-EBA6-487770B47424}"/>
              </a:ext>
            </a:extLst>
          </p:cNvPr>
          <p:cNvPicPr>
            <a:picLocks noChangeAspect="1"/>
          </p:cNvPicPr>
          <p:nvPr userDrawn="1"/>
        </p:nvPicPr>
        <p:blipFill>
          <a:blip r:embed="rId2"/>
          <a:stretch>
            <a:fillRect/>
          </a:stretch>
        </p:blipFill>
        <p:spPr>
          <a:xfrm>
            <a:off x="8096251" y="1"/>
            <a:ext cx="1018309" cy="1357745"/>
          </a:xfrm>
          <a:prstGeom prst="rect">
            <a:avLst/>
          </a:prstGeom>
        </p:spPr>
      </p:pic>
    </p:spTree>
    <p:extLst>
      <p:ext uri="{BB962C8B-B14F-4D97-AF65-F5344CB8AC3E}">
        <p14:creationId xmlns:p14="http://schemas.microsoft.com/office/powerpoint/2010/main" val="344699847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B4EF4F-0A84-4C50-B171-F044231527B2}"/>
              </a:ext>
            </a:extLst>
          </p:cNvPr>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9171FC10-F7C3-4841-A705-B83FDE093009}"/>
              </a:ext>
            </a:extLst>
          </p:cNvPr>
          <p:cNvSpPr/>
          <p:nvPr userDrawn="1"/>
        </p:nvSpPr>
        <p:spPr>
          <a:xfrm>
            <a:off x="7048501" y="0"/>
            <a:ext cx="2095499"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18957288-25D1-4D25-BECD-5A2E6A888185}"/>
              </a:ext>
            </a:extLst>
          </p:cNvPr>
          <p:cNvSpPr>
            <a:spLocks noGrp="1"/>
          </p:cNvSpPr>
          <p:nvPr>
            <p:ph type="pic" sz="quarter" idx="13"/>
          </p:nvPr>
        </p:nvSpPr>
        <p:spPr>
          <a:xfrm>
            <a:off x="1" y="260350"/>
            <a:ext cx="8918972" cy="5877214"/>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noProof="0"/>
              <a:t>Click icon to add picture</a:t>
            </a:r>
            <a:endParaRPr lang="en-US" noProof="0" dirty="0"/>
          </a:p>
        </p:txBody>
      </p:sp>
      <p:pic>
        <p:nvPicPr>
          <p:cNvPr id="2" name="Picture 1">
            <a:extLst>
              <a:ext uri="{FF2B5EF4-FFF2-40B4-BE49-F238E27FC236}">
                <a16:creationId xmlns:a16="http://schemas.microsoft.com/office/drawing/2014/main" id="{E073FB3E-2920-13D0-85C4-88BCA313BABE}"/>
              </a:ext>
            </a:extLst>
          </p:cNvPr>
          <p:cNvPicPr>
            <a:picLocks noChangeAspect="1"/>
          </p:cNvPicPr>
          <p:nvPr userDrawn="1"/>
        </p:nvPicPr>
        <p:blipFill>
          <a:blip r:embed="rId2"/>
          <a:stretch>
            <a:fillRect/>
          </a:stretch>
        </p:blipFill>
        <p:spPr>
          <a:xfrm>
            <a:off x="8125692" y="1"/>
            <a:ext cx="1018309" cy="1357745"/>
          </a:xfrm>
          <a:prstGeom prst="rect">
            <a:avLst/>
          </a:prstGeom>
        </p:spPr>
      </p:pic>
      <p:sp>
        <p:nvSpPr>
          <p:cNvPr id="5" name="TextBox 4">
            <a:extLst>
              <a:ext uri="{FF2B5EF4-FFF2-40B4-BE49-F238E27FC236}">
                <a16:creationId xmlns:a16="http://schemas.microsoft.com/office/drawing/2014/main" id="{0FC0C625-930B-025D-5225-0FD1E40EBC31}"/>
              </a:ext>
            </a:extLst>
          </p:cNvPr>
          <p:cNvSpPr txBox="1"/>
          <p:nvPr userDrawn="1"/>
        </p:nvSpPr>
        <p:spPr>
          <a:xfrm>
            <a:off x="7384863" y="6167081"/>
            <a:ext cx="1947515" cy="369332"/>
          </a:xfrm>
          <a:prstGeom prst="rect">
            <a:avLst/>
          </a:prstGeom>
          <a:noFill/>
        </p:spPr>
        <p:txBody>
          <a:bodyPr wrap="square" rtlCol="0">
            <a:spAutoFit/>
          </a:bodyPr>
          <a:lstStyle/>
          <a:p>
            <a:r>
              <a:rPr lang="en-US" sz="1800" dirty="0">
                <a:solidFill>
                  <a:schemeClr val="bg2">
                    <a:lumMod val="85000"/>
                  </a:schemeClr>
                </a:solidFill>
                <a:latin typeface="Times New Roman" panose="02020603050405020304" pitchFamily="18" charset="0"/>
                <a:cs typeface="Times New Roman" panose="02020603050405020304" pitchFamily="18" charset="0"/>
              </a:rPr>
              <a:t>Dr. Amira Gad </a:t>
            </a:r>
          </a:p>
        </p:txBody>
      </p:sp>
    </p:spTree>
    <p:extLst>
      <p:ext uri="{BB962C8B-B14F-4D97-AF65-F5344CB8AC3E}">
        <p14:creationId xmlns:p14="http://schemas.microsoft.com/office/powerpoint/2010/main" val="11930073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278607" y="260352"/>
            <a:ext cx="8640365" cy="755649"/>
          </a:xfrm>
        </p:spPr>
        <p:txBody>
          <a:bodyPr/>
          <a:lstStyle/>
          <a:p>
            <a:r>
              <a:rPr lang="en-US"/>
              <a:t>Click to edit Master title style</a:t>
            </a:r>
            <a:endParaRPr lang="en-US" dirty="0"/>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278606" y="1233488"/>
            <a:ext cx="1849500" cy="4967287"/>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7" name="Rectangle 6">
            <a:extLst>
              <a:ext uri="{FF2B5EF4-FFF2-40B4-BE49-F238E27FC236}">
                <a16:creationId xmlns:a16="http://schemas.microsoft.com/office/drawing/2014/main" id="{02FAA6CD-8686-4F0E-9F34-3D74AC34027E}"/>
              </a:ext>
            </a:extLst>
          </p:cNvPr>
          <p:cNvSpPr/>
          <p:nvPr userDrawn="1"/>
        </p:nvSpPr>
        <p:spPr>
          <a:xfrm>
            <a:off x="2169214" y="1233489"/>
            <a:ext cx="2407754" cy="1271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2253334" y="1330963"/>
            <a:ext cx="2239514" cy="1076636"/>
          </a:xfrm>
        </p:spPr>
        <p:txBody>
          <a:bodyPr anchor="ct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Rectangle 9">
            <a:extLst>
              <a:ext uri="{FF2B5EF4-FFF2-40B4-BE49-F238E27FC236}">
                <a16:creationId xmlns:a16="http://schemas.microsoft.com/office/drawing/2014/main" id="{735AFBAA-25FF-494A-937E-3DFC5F737803}"/>
              </a:ext>
            </a:extLst>
          </p:cNvPr>
          <p:cNvSpPr/>
          <p:nvPr userDrawn="1"/>
        </p:nvSpPr>
        <p:spPr>
          <a:xfrm>
            <a:off x="2169214" y="2542917"/>
            <a:ext cx="2407754"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2253334" y="2623930"/>
            <a:ext cx="2239514" cy="3448880"/>
          </a:xfrm>
        </p:spPr>
        <p:txBody>
          <a:bodyPr>
            <a:normAutofit/>
          </a:bodyPr>
          <a:lstStyle>
            <a:lvl1pPr>
              <a:defRPr sz="1350"/>
            </a:lvl1pPr>
            <a:lvl2pPr>
              <a:defRPr sz="1200"/>
            </a:lvl2pPr>
            <a:lvl3pPr>
              <a:defRPr sz="105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6">
            <a:extLst>
              <a:ext uri="{FF2B5EF4-FFF2-40B4-BE49-F238E27FC236}">
                <a16:creationId xmlns:a16="http://schemas.microsoft.com/office/drawing/2014/main" id="{F36B08A9-4F2C-4D72-A755-CBF0DAD5A4FC}"/>
              </a:ext>
            </a:extLst>
          </p:cNvPr>
          <p:cNvSpPr>
            <a:spLocks noGrp="1"/>
          </p:cNvSpPr>
          <p:nvPr>
            <p:ph type="pic" sz="quarter" idx="14"/>
          </p:nvPr>
        </p:nvSpPr>
        <p:spPr>
          <a:xfrm>
            <a:off x="4613804" y="1233487"/>
            <a:ext cx="1848680" cy="4967287"/>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12" name="Rectangle 11">
            <a:extLst>
              <a:ext uri="{FF2B5EF4-FFF2-40B4-BE49-F238E27FC236}">
                <a16:creationId xmlns:a16="http://schemas.microsoft.com/office/drawing/2014/main" id="{7CD8F79B-BFE6-4B3E-8853-5C61FDFF46D9}"/>
              </a:ext>
            </a:extLst>
          </p:cNvPr>
          <p:cNvSpPr/>
          <p:nvPr userDrawn="1"/>
        </p:nvSpPr>
        <p:spPr>
          <a:xfrm>
            <a:off x="6504849" y="1233489"/>
            <a:ext cx="2407754" cy="12715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Rectangle 12">
            <a:extLst>
              <a:ext uri="{FF2B5EF4-FFF2-40B4-BE49-F238E27FC236}">
                <a16:creationId xmlns:a16="http://schemas.microsoft.com/office/drawing/2014/main" id="{33B3569E-E4EC-433C-AFDA-E50961675D8F}"/>
              </a:ext>
            </a:extLst>
          </p:cNvPr>
          <p:cNvSpPr/>
          <p:nvPr userDrawn="1"/>
        </p:nvSpPr>
        <p:spPr>
          <a:xfrm>
            <a:off x="6504848" y="2542917"/>
            <a:ext cx="2407754"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6589574" y="1333189"/>
            <a:ext cx="2238300" cy="1074410"/>
          </a:xfrm>
        </p:spPr>
        <p:txBody>
          <a:bodyPr anchor="ct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6589574" y="2623931"/>
            <a:ext cx="2238300" cy="3448881"/>
          </a:xfrm>
        </p:spPr>
        <p:txBody>
          <a:bodyPr>
            <a:normAutofit/>
          </a:bodyPr>
          <a:lstStyle>
            <a:lvl1pPr>
              <a:defRPr sz="1350"/>
            </a:lvl1pPr>
            <a:lvl2pPr>
              <a:defRPr sz="1200"/>
            </a:lvl2pPr>
            <a:lvl3pPr>
              <a:defRPr sz="105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463537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278607" y="407365"/>
            <a:ext cx="8640365" cy="755649"/>
          </a:xfrm>
        </p:spPr>
        <p:txBody>
          <a:bodyPr/>
          <a:lstStyle/>
          <a:p>
            <a:r>
              <a:rPr lang="en-US"/>
              <a:t>Click to edit Master title style</a:t>
            </a:r>
            <a:endParaRPr lang="en-US" dirty="0"/>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5297871" y="1233488"/>
            <a:ext cx="3621101" cy="4967287"/>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7" name="Rectangle 6">
            <a:extLst>
              <a:ext uri="{FF2B5EF4-FFF2-40B4-BE49-F238E27FC236}">
                <a16:creationId xmlns:a16="http://schemas.microsoft.com/office/drawing/2014/main" id="{02FAA6CD-8686-4F0E-9F34-3D74AC34027E}"/>
              </a:ext>
            </a:extLst>
          </p:cNvPr>
          <p:cNvSpPr/>
          <p:nvPr userDrawn="1"/>
        </p:nvSpPr>
        <p:spPr>
          <a:xfrm>
            <a:off x="278608" y="1233489"/>
            <a:ext cx="2407754" cy="12715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362728" y="1330963"/>
            <a:ext cx="2239514" cy="1076636"/>
          </a:xfrm>
        </p:spPr>
        <p:txBody>
          <a:bodyPr anchor="ct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Rectangle 9">
            <a:extLst>
              <a:ext uri="{FF2B5EF4-FFF2-40B4-BE49-F238E27FC236}">
                <a16:creationId xmlns:a16="http://schemas.microsoft.com/office/drawing/2014/main" id="{735AFBAA-25FF-494A-937E-3DFC5F737803}"/>
              </a:ext>
            </a:extLst>
          </p:cNvPr>
          <p:cNvSpPr/>
          <p:nvPr userDrawn="1"/>
        </p:nvSpPr>
        <p:spPr>
          <a:xfrm>
            <a:off x="278607" y="2542917"/>
            <a:ext cx="2407754"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362728" y="2623930"/>
            <a:ext cx="2239514" cy="3448880"/>
          </a:xfrm>
        </p:spPr>
        <p:txBody>
          <a:bodyPr>
            <a:normAutofit/>
          </a:bodyPr>
          <a:lstStyle>
            <a:lvl1pPr>
              <a:defRPr sz="1350"/>
            </a:lvl1pPr>
            <a:lvl2pPr>
              <a:defRPr sz="1200"/>
            </a:lvl2pPr>
            <a:lvl3pPr>
              <a:defRPr sz="105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Rectangle 11">
            <a:extLst>
              <a:ext uri="{FF2B5EF4-FFF2-40B4-BE49-F238E27FC236}">
                <a16:creationId xmlns:a16="http://schemas.microsoft.com/office/drawing/2014/main" id="{7CD8F79B-BFE6-4B3E-8853-5C61FDFF46D9}"/>
              </a:ext>
            </a:extLst>
          </p:cNvPr>
          <p:cNvSpPr/>
          <p:nvPr userDrawn="1"/>
        </p:nvSpPr>
        <p:spPr>
          <a:xfrm>
            <a:off x="2788240" y="1233489"/>
            <a:ext cx="2407754" cy="12715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3" name="Rectangle 12">
            <a:extLst>
              <a:ext uri="{FF2B5EF4-FFF2-40B4-BE49-F238E27FC236}">
                <a16:creationId xmlns:a16="http://schemas.microsoft.com/office/drawing/2014/main" id="{33B3569E-E4EC-433C-AFDA-E50961675D8F}"/>
              </a:ext>
            </a:extLst>
          </p:cNvPr>
          <p:cNvSpPr/>
          <p:nvPr userDrawn="1"/>
        </p:nvSpPr>
        <p:spPr>
          <a:xfrm>
            <a:off x="2788239" y="2542917"/>
            <a:ext cx="2407754" cy="365785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2872965" y="1333189"/>
            <a:ext cx="2238300" cy="1074410"/>
          </a:xfrm>
        </p:spPr>
        <p:txBody>
          <a:bodyPr anchor="ct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2872965" y="2623931"/>
            <a:ext cx="2238300" cy="3448881"/>
          </a:xfrm>
        </p:spPr>
        <p:txBody>
          <a:bodyPr>
            <a:normAutofit/>
          </a:bodyPr>
          <a:lstStyle>
            <a:lvl1pPr>
              <a:defRPr sz="1350"/>
            </a:lvl1pPr>
            <a:lvl2pPr>
              <a:defRPr sz="1200"/>
            </a:lvl2pPr>
            <a:lvl3pPr>
              <a:defRPr sz="1050"/>
            </a:lvl3pPr>
            <a:lvl4pPr>
              <a:defRPr sz="900"/>
            </a:lvl4pPr>
            <a:lvl5pP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84357191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278607" y="260352"/>
            <a:ext cx="8640365" cy="755649"/>
          </a:xfrm>
        </p:spPr>
        <p:txBody>
          <a:bodyPr/>
          <a:lstStyle/>
          <a:p>
            <a:r>
              <a:rPr lang="en-US"/>
              <a:t>Click to edit Master title style</a:t>
            </a:r>
            <a:endParaRPr lang="en-US" dirty="0"/>
          </a:p>
        </p:txBody>
      </p:sp>
      <p:sp>
        <p:nvSpPr>
          <p:cNvPr id="8" name="Picture Placeholder 6">
            <a:extLst>
              <a:ext uri="{FF2B5EF4-FFF2-40B4-BE49-F238E27FC236}">
                <a16:creationId xmlns:a16="http://schemas.microsoft.com/office/drawing/2014/main" id="{39EF0319-0CF7-4AB8-BE69-FEE9B6C298FE}"/>
              </a:ext>
            </a:extLst>
          </p:cNvPr>
          <p:cNvSpPr>
            <a:spLocks noGrp="1"/>
          </p:cNvSpPr>
          <p:nvPr>
            <p:ph type="pic" sz="quarter" idx="13"/>
          </p:nvPr>
        </p:nvSpPr>
        <p:spPr>
          <a:xfrm>
            <a:off x="278607" y="1233488"/>
            <a:ext cx="8640365" cy="4967287"/>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4696349" y="2910544"/>
            <a:ext cx="3793500" cy="518457"/>
          </a:xfrm>
        </p:spPr>
        <p:txBody>
          <a:bodyPr anchor="ctr">
            <a:normAutofit/>
          </a:bodyPr>
          <a:lstStyle>
            <a:lvl1pPr marL="0" indent="0">
              <a:buNone/>
              <a:defRPr sz="15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4696349" y="3523421"/>
            <a:ext cx="3793500" cy="2181641"/>
          </a:xfrm>
        </p:spPr>
        <p:txBody>
          <a:bodyPr>
            <a:normAutofit/>
          </a:bodyPr>
          <a:lstStyle>
            <a:lvl1pPr>
              <a:defRPr sz="1200">
                <a:solidFill>
                  <a:schemeClr val="bg1"/>
                </a:solidFill>
              </a:defRPr>
            </a:lvl1pPr>
            <a:lvl2pPr>
              <a:defRPr sz="1050">
                <a:solidFill>
                  <a:schemeClr val="bg1"/>
                </a:solidFill>
              </a:defRPr>
            </a:lvl2pPr>
            <a:lvl3pPr>
              <a:defRPr sz="900">
                <a:solidFill>
                  <a:schemeClr val="bg1"/>
                </a:solidFill>
              </a:defRPr>
            </a:lvl3pPr>
            <a:lvl4pPr>
              <a:defRPr sz="825">
                <a:solidFill>
                  <a:schemeClr val="bg1"/>
                </a:solidFill>
              </a:defRPr>
            </a:lvl4pPr>
            <a:lvl5pPr>
              <a:defRPr sz="825">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671357" y="2910544"/>
            <a:ext cx="3793798" cy="518457"/>
          </a:xfrm>
        </p:spPr>
        <p:txBody>
          <a:bodyPr anchor="ctr"/>
          <a:lstStyle>
            <a:lvl1pPr marL="0" indent="0">
              <a:buNone/>
              <a:defRPr sz="15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671357" y="3523421"/>
            <a:ext cx="3793798" cy="2181641"/>
          </a:xfrm>
        </p:spPr>
        <p:txBody>
          <a:bodyPr>
            <a:normAutofit/>
          </a:bodyPr>
          <a:lstStyle>
            <a:lvl1pPr>
              <a:defRPr sz="1200">
                <a:solidFill>
                  <a:schemeClr val="bg1"/>
                </a:solidFill>
              </a:defRPr>
            </a:lvl1pPr>
            <a:lvl2pPr>
              <a:defRPr sz="1050">
                <a:solidFill>
                  <a:schemeClr val="bg1"/>
                </a:solidFill>
              </a:defRPr>
            </a:lvl2pPr>
            <a:lvl3pPr>
              <a:defRPr sz="900">
                <a:solidFill>
                  <a:schemeClr val="bg1"/>
                </a:solidFill>
              </a:defRPr>
            </a:lvl3pPr>
            <a:lvl4pPr>
              <a:defRPr sz="825">
                <a:solidFill>
                  <a:schemeClr val="bg1"/>
                </a:solidFill>
              </a:defRPr>
            </a:lvl4pPr>
            <a:lvl5pPr>
              <a:defRPr sz="825">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464064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DB43705-0B3F-4F77-A8BB-08EC09D36A56}"/>
              </a:ext>
            </a:extLst>
          </p:cNvPr>
          <p:cNvSpPr/>
          <p:nvPr userDrawn="1"/>
        </p:nvSpPr>
        <p:spPr>
          <a:xfrm>
            <a:off x="0" y="0"/>
            <a:ext cx="9144000" cy="21463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278607" y="260352"/>
            <a:ext cx="8640365" cy="755649"/>
          </a:xfrm>
        </p:spPr>
        <p:txBody>
          <a:bodyPr/>
          <a:lstStyle>
            <a:lvl1pPr algn="ctr">
              <a:defRPr>
                <a:solidFill>
                  <a:schemeClr val="bg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4696348" y="3634444"/>
            <a:ext cx="4222624" cy="518457"/>
          </a:xfrm>
        </p:spPr>
        <p:txBody>
          <a:bodyPr anchor="ctr">
            <a:normAutofit/>
          </a:bodyPr>
          <a:lstStyle>
            <a:lvl1pPr marL="0" indent="0">
              <a:buNone/>
              <a:defRPr sz="1500" b="1">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4696348" y="4247321"/>
            <a:ext cx="4222624" cy="1953455"/>
          </a:xfrm>
        </p:spPr>
        <p:txBody>
          <a:bodyPr>
            <a:normAutofit/>
          </a:bodyPr>
          <a:lstStyle>
            <a:lvl1pPr>
              <a:defRPr sz="1350">
                <a:solidFill>
                  <a:schemeClr val="tx1"/>
                </a:solidFill>
              </a:defRPr>
            </a:lvl1pPr>
            <a:lvl2pPr>
              <a:defRPr sz="1200">
                <a:solidFill>
                  <a:schemeClr val="tx1"/>
                </a:solidFill>
              </a:defRPr>
            </a:lvl2pPr>
            <a:lvl3pPr>
              <a:defRPr sz="1050">
                <a:solidFill>
                  <a:schemeClr val="tx1"/>
                </a:solidFill>
              </a:defRPr>
            </a:lvl3pPr>
            <a:lvl4pPr>
              <a:defRPr sz="900">
                <a:solidFill>
                  <a:schemeClr val="tx1"/>
                </a:solidFill>
              </a:defRPr>
            </a:lvl4pPr>
            <a:lvl5pPr>
              <a:defRPr sz="9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278607" y="3634444"/>
            <a:ext cx="4186548" cy="518457"/>
          </a:xfrm>
        </p:spPr>
        <p:txBody>
          <a:bodyPr anchor="ctr"/>
          <a:lstStyle>
            <a:lvl1pPr marL="0" indent="0">
              <a:buNone/>
              <a:defRPr sz="1500" b="1">
                <a:solidFill>
                  <a:schemeClr val="tx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278607" y="4247321"/>
            <a:ext cx="4186548" cy="1953455"/>
          </a:xfrm>
        </p:spPr>
        <p:txBody>
          <a:bodyPr>
            <a:normAutofit/>
          </a:bodyPr>
          <a:lstStyle>
            <a:lvl1pPr>
              <a:defRPr sz="1350">
                <a:solidFill>
                  <a:schemeClr val="tx1"/>
                </a:solidFill>
              </a:defRPr>
            </a:lvl1pPr>
            <a:lvl2pPr>
              <a:defRPr sz="1200">
                <a:solidFill>
                  <a:schemeClr val="tx1"/>
                </a:solidFill>
              </a:defRPr>
            </a:lvl2pPr>
            <a:lvl3pPr>
              <a:defRPr sz="1050">
                <a:solidFill>
                  <a:schemeClr val="tx1"/>
                </a:solidFill>
              </a:defRPr>
            </a:lvl3pPr>
            <a:lvl4pPr>
              <a:defRPr sz="900">
                <a:solidFill>
                  <a:schemeClr val="tx1"/>
                </a:solidFill>
              </a:defRPr>
            </a:lvl4pPr>
            <a:lvl5pPr>
              <a:defRPr sz="9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6">
            <a:extLst>
              <a:ext uri="{FF2B5EF4-FFF2-40B4-BE49-F238E27FC236}">
                <a16:creationId xmlns:a16="http://schemas.microsoft.com/office/drawing/2014/main" id="{16CD8AAD-701B-4F23-AB47-6FC680787135}"/>
              </a:ext>
            </a:extLst>
          </p:cNvPr>
          <p:cNvSpPr>
            <a:spLocks noGrp="1"/>
          </p:cNvSpPr>
          <p:nvPr>
            <p:ph type="pic" sz="quarter" idx="13"/>
          </p:nvPr>
        </p:nvSpPr>
        <p:spPr>
          <a:xfrm>
            <a:off x="278607" y="1593852"/>
            <a:ext cx="4186548" cy="1929569"/>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16" name="Picture Placeholder 6">
            <a:extLst>
              <a:ext uri="{FF2B5EF4-FFF2-40B4-BE49-F238E27FC236}">
                <a16:creationId xmlns:a16="http://schemas.microsoft.com/office/drawing/2014/main" id="{2B9551A7-E41A-4D0E-925B-71270CA0F339}"/>
              </a:ext>
            </a:extLst>
          </p:cNvPr>
          <p:cNvSpPr>
            <a:spLocks noGrp="1"/>
          </p:cNvSpPr>
          <p:nvPr>
            <p:ph type="pic" sz="quarter" idx="14"/>
          </p:nvPr>
        </p:nvSpPr>
        <p:spPr>
          <a:xfrm>
            <a:off x="4711304" y="1593851"/>
            <a:ext cx="4186548" cy="1929569"/>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27526490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90C1024-E4C7-44C6-ADC4-870B3D482C3F}"/>
              </a:ext>
            </a:extLst>
          </p:cNvPr>
          <p:cNvSpPr/>
          <p:nvPr userDrawn="1"/>
        </p:nvSpPr>
        <p:spPr>
          <a:xfrm>
            <a:off x="4830959" y="3761721"/>
            <a:ext cx="4085100" cy="240095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DB43705-0B3F-4F77-A8BB-08EC09D36A56}"/>
              </a:ext>
            </a:extLst>
          </p:cNvPr>
          <p:cNvSpPr/>
          <p:nvPr userDrawn="1"/>
        </p:nvSpPr>
        <p:spPr>
          <a:xfrm>
            <a:off x="278606" y="1271589"/>
            <a:ext cx="4083844" cy="240095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2BA5B3-8B1C-4C1C-B4EB-C9A8AC24AEDE}"/>
              </a:ext>
            </a:extLst>
          </p:cNvPr>
          <p:cNvSpPr>
            <a:spLocks noGrp="1"/>
          </p:cNvSpPr>
          <p:nvPr>
            <p:ph type="title"/>
          </p:nvPr>
        </p:nvSpPr>
        <p:spPr>
          <a:xfrm>
            <a:off x="138709" y="243080"/>
            <a:ext cx="8640365" cy="755649"/>
          </a:xfrm>
        </p:spPr>
        <p:txBody>
          <a:bodyPr/>
          <a:lstStyle>
            <a:lvl1pPr algn="l">
              <a:defRPr>
                <a:solidFill>
                  <a:schemeClr val="tx1"/>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BA2A6524-3EAC-4E27-BF8E-8F87E480F902}"/>
              </a:ext>
            </a:extLst>
          </p:cNvPr>
          <p:cNvSpPr>
            <a:spLocks noGrp="1"/>
          </p:cNvSpPr>
          <p:nvPr>
            <p:ph type="body" sz="quarter" idx="3"/>
          </p:nvPr>
        </p:nvSpPr>
        <p:spPr>
          <a:xfrm>
            <a:off x="4957627" y="3956707"/>
            <a:ext cx="3831766" cy="518457"/>
          </a:xfrm>
        </p:spPr>
        <p:txBody>
          <a:bodyPr anchor="ctr">
            <a:normAutofit/>
          </a:bodyPr>
          <a:lstStyle>
            <a:lvl1pPr marL="0" indent="0">
              <a:buNone/>
              <a:defRPr sz="15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61FB94EC-1786-4ACB-B9A8-28216C7AB699}"/>
              </a:ext>
            </a:extLst>
          </p:cNvPr>
          <p:cNvSpPr>
            <a:spLocks noGrp="1"/>
          </p:cNvSpPr>
          <p:nvPr>
            <p:ph sz="quarter" idx="4"/>
          </p:nvPr>
        </p:nvSpPr>
        <p:spPr>
          <a:xfrm>
            <a:off x="4957627" y="4569584"/>
            <a:ext cx="3831766" cy="1412117"/>
          </a:xfrm>
        </p:spPr>
        <p:txBody>
          <a:bodyPr>
            <a:normAutofit/>
          </a:bodyPr>
          <a:lstStyle>
            <a:lvl1pPr>
              <a:defRPr sz="1200">
                <a:solidFill>
                  <a:schemeClr val="bg1"/>
                </a:solidFill>
              </a:defRPr>
            </a:lvl1pPr>
            <a:lvl2pPr>
              <a:defRPr sz="1050">
                <a:solidFill>
                  <a:schemeClr val="bg1"/>
                </a:solidFill>
              </a:defRPr>
            </a:lvl2pPr>
            <a:lvl3pPr>
              <a:defRPr sz="900">
                <a:solidFill>
                  <a:schemeClr val="bg1"/>
                </a:solidFill>
              </a:defRPr>
            </a:lvl3pPr>
            <a:lvl4pPr>
              <a:defRPr sz="825">
                <a:solidFill>
                  <a:schemeClr val="bg1"/>
                </a:solidFill>
              </a:defRPr>
            </a:lvl4pPr>
            <a:lvl5pPr>
              <a:defRPr sz="825">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 Placeholder 2">
            <a:extLst>
              <a:ext uri="{FF2B5EF4-FFF2-40B4-BE49-F238E27FC236}">
                <a16:creationId xmlns:a16="http://schemas.microsoft.com/office/drawing/2014/main" id="{9DA658D4-2F70-44A3-A7C3-BF6A1D7BE2A9}"/>
              </a:ext>
            </a:extLst>
          </p:cNvPr>
          <p:cNvSpPr>
            <a:spLocks noGrp="1"/>
          </p:cNvSpPr>
          <p:nvPr>
            <p:ph type="body" idx="1"/>
          </p:nvPr>
        </p:nvSpPr>
        <p:spPr>
          <a:xfrm>
            <a:off x="404877" y="1462744"/>
            <a:ext cx="3831300" cy="518457"/>
          </a:xfrm>
        </p:spPr>
        <p:txBody>
          <a:bodyPr anchor="ctr"/>
          <a:lstStyle>
            <a:lvl1pPr marL="0" indent="0">
              <a:buNone/>
              <a:defRPr sz="15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CDF57B0C-62A3-4053-936D-9841C7D76D8B}"/>
              </a:ext>
            </a:extLst>
          </p:cNvPr>
          <p:cNvSpPr>
            <a:spLocks noGrp="1"/>
          </p:cNvSpPr>
          <p:nvPr>
            <p:ph sz="half" idx="2"/>
          </p:nvPr>
        </p:nvSpPr>
        <p:spPr>
          <a:xfrm>
            <a:off x="404877" y="2075621"/>
            <a:ext cx="3831300" cy="1391480"/>
          </a:xfrm>
        </p:spPr>
        <p:txBody>
          <a:bodyPr>
            <a:normAutofit/>
          </a:bodyPr>
          <a:lstStyle>
            <a:lvl1pPr>
              <a:defRPr sz="1200">
                <a:solidFill>
                  <a:schemeClr val="bg1"/>
                </a:solidFill>
              </a:defRPr>
            </a:lvl1pPr>
            <a:lvl2pPr>
              <a:defRPr sz="1050">
                <a:solidFill>
                  <a:schemeClr val="bg1"/>
                </a:solidFill>
              </a:defRPr>
            </a:lvl2pPr>
            <a:lvl3pPr>
              <a:defRPr sz="900">
                <a:solidFill>
                  <a:schemeClr val="bg1"/>
                </a:solidFill>
              </a:defRPr>
            </a:lvl3pPr>
            <a:lvl4pPr>
              <a:defRPr sz="825">
                <a:solidFill>
                  <a:schemeClr val="bg1"/>
                </a:solidFill>
              </a:defRPr>
            </a:lvl4pPr>
            <a:lvl5pPr>
              <a:defRPr sz="825">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Picture Placeholder 6">
            <a:extLst>
              <a:ext uri="{FF2B5EF4-FFF2-40B4-BE49-F238E27FC236}">
                <a16:creationId xmlns:a16="http://schemas.microsoft.com/office/drawing/2014/main" id="{9DFBCB44-5019-402B-BEC3-12F7F5526F0E}"/>
              </a:ext>
            </a:extLst>
          </p:cNvPr>
          <p:cNvSpPr>
            <a:spLocks noGrp="1"/>
          </p:cNvSpPr>
          <p:nvPr>
            <p:ph type="pic" sz="quarter" idx="13"/>
          </p:nvPr>
        </p:nvSpPr>
        <p:spPr>
          <a:xfrm>
            <a:off x="4410076" y="1271589"/>
            <a:ext cx="4509000" cy="2400955"/>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18" name="Picture Placeholder 6">
            <a:extLst>
              <a:ext uri="{FF2B5EF4-FFF2-40B4-BE49-F238E27FC236}">
                <a16:creationId xmlns:a16="http://schemas.microsoft.com/office/drawing/2014/main" id="{8CD826C9-080C-4638-B261-376BD8B31622}"/>
              </a:ext>
            </a:extLst>
          </p:cNvPr>
          <p:cNvSpPr>
            <a:spLocks noGrp="1"/>
          </p:cNvSpPr>
          <p:nvPr>
            <p:ph type="pic" sz="quarter" idx="14"/>
          </p:nvPr>
        </p:nvSpPr>
        <p:spPr>
          <a:xfrm>
            <a:off x="278606" y="3758269"/>
            <a:ext cx="4508850" cy="2400955"/>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214459196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278607" y="149706"/>
            <a:ext cx="8640365" cy="758824"/>
          </a:xfrm>
        </p:spPr>
        <p:txBody>
          <a:bodyPr/>
          <a:lstStyle/>
          <a:p>
            <a:r>
              <a:rPr lang="en-US"/>
              <a:t>Click to edit Master title style</a:t>
            </a:r>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278607" y="1233488"/>
            <a:ext cx="4179094" cy="3973512"/>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4739878" y="2227263"/>
            <a:ext cx="4179094" cy="3973512"/>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7" name="Rectangle 6">
            <a:extLst>
              <a:ext uri="{FF2B5EF4-FFF2-40B4-BE49-F238E27FC236}">
                <a16:creationId xmlns:a16="http://schemas.microsoft.com/office/drawing/2014/main" id="{85661614-E5E5-43DF-A12A-7BE84E58EE3B}"/>
              </a:ext>
            </a:extLst>
          </p:cNvPr>
          <p:cNvSpPr/>
          <p:nvPr userDrawn="1"/>
        </p:nvSpPr>
        <p:spPr>
          <a:xfrm>
            <a:off x="278607" y="5271761"/>
            <a:ext cx="4179094" cy="92901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9161B260-71A2-402A-A38D-FE2C484B7F99}"/>
              </a:ext>
            </a:extLst>
          </p:cNvPr>
          <p:cNvSpPr/>
          <p:nvPr userDrawn="1"/>
        </p:nvSpPr>
        <p:spPr>
          <a:xfrm>
            <a:off x="4739877" y="1233489"/>
            <a:ext cx="4179094" cy="92901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401240" y="5380667"/>
            <a:ext cx="3933825" cy="711200"/>
          </a:xfrm>
        </p:spPr>
        <p:txBody>
          <a:bodyPr anchor="ctr">
            <a:noAutofit/>
          </a:bodyPr>
          <a:lstStyle>
            <a:lvl1pPr marL="0" indent="0" algn="ctr">
              <a:buNone/>
              <a:defRPr sz="1800" b="1">
                <a:solidFill>
                  <a:schemeClr val="bg1"/>
                </a:solidFill>
                <a:latin typeface="+mj-lt"/>
              </a:defRPr>
            </a:lvl1pPr>
            <a:lvl2pPr marL="342900" indent="0">
              <a:buNone/>
              <a:defRPr sz="1500"/>
            </a:lvl2pPr>
            <a:lvl3pPr marL="685800" indent="0">
              <a:buNone/>
              <a:defRPr sz="1350"/>
            </a:lvl3pPr>
            <a:lvl4pPr marL="1028700" indent="0">
              <a:buNone/>
              <a:defRPr sz="1200"/>
            </a:lvl4pPr>
            <a:lvl5pPr marL="1371600" indent="0">
              <a:buNone/>
              <a:defRPr sz="12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4862511" y="1342395"/>
            <a:ext cx="3933825" cy="711200"/>
          </a:xfrm>
        </p:spPr>
        <p:txBody>
          <a:bodyPr anchor="ctr">
            <a:noAutofit/>
          </a:bodyPr>
          <a:lstStyle>
            <a:lvl1pPr marL="0" indent="0" algn="ctr">
              <a:buNone/>
              <a:defRPr sz="1800" b="1">
                <a:solidFill>
                  <a:schemeClr val="bg1"/>
                </a:solidFill>
                <a:latin typeface="+mj-lt"/>
              </a:defRPr>
            </a:lvl1pPr>
            <a:lvl2pPr marL="342900" indent="0">
              <a:buNone/>
              <a:defRPr sz="1500"/>
            </a:lvl2pPr>
            <a:lvl3pPr marL="685800" indent="0">
              <a:buNone/>
              <a:defRPr sz="1350"/>
            </a:lvl3pPr>
            <a:lvl4pPr marL="1028700" indent="0">
              <a:buNone/>
              <a:defRPr sz="1200"/>
            </a:lvl4pPr>
            <a:lvl5pPr marL="1371600" indent="0">
              <a:buNone/>
              <a:defRPr sz="1200"/>
            </a:lvl5pPr>
          </a:lstStyle>
          <a:p>
            <a:pPr lvl="0"/>
            <a:r>
              <a:rPr lang="en-US" dirty="0"/>
              <a:t>Add your text here</a:t>
            </a:r>
          </a:p>
        </p:txBody>
      </p:sp>
    </p:spTree>
    <p:extLst>
      <p:ext uri="{BB962C8B-B14F-4D97-AF65-F5344CB8AC3E}">
        <p14:creationId xmlns:p14="http://schemas.microsoft.com/office/powerpoint/2010/main" val="363563008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485774" y="4517395"/>
            <a:ext cx="4029072" cy="711200"/>
          </a:xfrm>
        </p:spPr>
        <p:txBody>
          <a:bodyPr anchor="ctr">
            <a:noAutofit/>
          </a:bodyPr>
          <a:lstStyle>
            <a:lvl1pPr marL="0" indent="0" algn="ctr">
              <a:buNone/>
              <a:defRPr sz="1800" b="1">
                <a:solidFill>
                  <a:schemeClr val="tx1"/>
                </a:solidFill>
                <a:latin typeface="+mj-lt"/>
              </a:defRPr>
            </a:lvl1pPr>
            <a:lvl2pPr marL="342900" indent="0">
              <a:buNone/>
              <a:defRPr sz="1500"/>
            </a:lvl2pPr>
            <a:lvl3pPr marL="685800" indent="0">
              <a:buNone/>
              <a:defRPr sz="1350"/>
            </a:lvl3pPr>
            <a:lvl4pPr marL="1028700" indent="0">
              <a:buNone/>
              <a:defRPr sz="1200"/>
            </a:lvl4pPr>
            <a:lvl5pPr marL="1371600" indent="0">
              <a:buNone/>
              <a:defRPr sz="12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4691062" y="1642105"/>
            <a:ext cx="4029072" cy="711200"/>
          </a:xfrm>
        </p:spPr>
        <p:txBody>
          <a:bodyPr anchor="ctr">
            <a:noAutofit/>
          </a:bodyPr>
          <a:lstStyle>
            <a:lvl1pPr marL="0" indent="0" algn="ctr">
              <a:buNone/>
              <a:defRPr sz="1800" b="1">
                <a:solidFill>
                  <a:schemeClr val="tx1"/>
                </a:solidFill>
                <a:latin typeface="+mj-lt"/>
              </a:defRPr>
            </a:lvl1pPr>
            <a:lvl2pPr marL="342900" indent="0">
              <a:buNone/>
              <a:defRPr sz="1500"/>
            </a:lvl2pPr>
            <a:lvl3pPr marL="685800" indent="0">
              <a:buNone/>
              <a:defRPr sz="1350"/>
            </a:lvl3pPr>
            <a:lvl4pPr marL="1028700" indent="0">
              <a:buNone/>
              <a:defRPr sz="1200"/>
            </a:lvl4pPr>
            <a:lvl5pPr marL="1371600" indent="0">
              <a:buNone/>
              <a:defRPr sz="1200"/>
            </a:lvl5pPr>
          </a:lstStyle>
          <a:p>
            <a:pPr lvl="0"/>
            <a:r>
              <a:rPr lang="en-US" dirty="0"/>
              <a:t>Add your text here</a:t>
            </a:r>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0"/>
            <a:ext cx="139064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AF9F3577-4130-4F32-9302-DA8838D30560}"/>
              </a:ext>
            </a:extLst>
          </p:cNvPr>
          <p:cNvSpPr/>
          <p:nvPr userDrawn="1"/>
        </p:nvSpPr>
        <p:spPr>
          <a:xfrm>
            <a:off x="7753351" y="5122548"/>
            <a:ext cx="1390649" cy="17526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485775" y="571501"/>
            <a:ext cx="4029073" cy="3839847"/>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4691061" y="2429506"/>
            <a:ext cx="4029073" cy="3856995"/>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pic>
        <p:nvPicPr>
          <p:cNvPr id="2" name="Picture 1">
            <a:extLst>
              <a:ext uri="{FF2B5EF4-FFF2-40B4-BE49-F238E27FC236}">
                <a16:creationId xmlns:a16="http://schemas.microsoft.com/office/drawing/2014/main" id="{AF7881D7-7FD1-3E41-2129-6094A3D693CE}"/>
              </a:ext>
            </a:extLst>
          </p:cNvPr>
          <p:cNvPicPr>
            <a:picLocks noChangeAspect="1"/>
          </p:cNvPicPr>
          <p:nvPr userDrawn="1"/>
        </p:nvPicPr>
        <p:blipFill>
          <a:blip r:embed="rId2"/>
          <a:stretch>
            <a:fillRect/>
          </a:stretch>
        </p:blipFill>
        <p:spPr>
          <a:xfrm>
            <a:off x="8125691" y="1"/>
            <a:ext cx="1018309" cy="1357745"/>
          </a:xfrm>
          <a:prstGeom prst="rect">
            <a:avLst/>
          </a:prstGeom>
        </p:spPr>
      </p:pic>
    </p:spTree>
    <p:extLst>
      <p:ext uri="{BB962C8B-B14F-4D97-AF65-F5344CB8AC3E}">
        <p14:creationId xmlns:p14="http://schemas.microsoft.com/office/powerpoint/2010/main" val="209038076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1932304"/>
            <a:ext cx="9144000" cy="2917195"/>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485775" y="1470978"/>
            <a:ext cx="4029073" cy="3839847"/>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noProof="0"/>
              <a:t>Click icon to add picture</a:t>
            </a:r>
            <a:endParaRPr lang="en-US" noProof="0"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4691061" y="1462404"/>
            <a:ext cx="4029073" cy="3856995"/>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noProof="0"/>
              <a:t>Click icon to add picture</a:t>
            </a:r>
            <a:endParaRPr lang="en-US" noProof="0"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485774" y="5451475"/>
            <a:ext cx="4029072" cy="711200"/>
          </a:xfrm>
        </p:spPr>
        <p:txBody>
          <a:bodyPr anchor="ctr">
            <a:noAutofit/>
          </a:bodyPr>
          <a:lstStyle>
            <a:lvl1pPr marL="0" indent="0" algn="ctr">
              <a:buNone/>
              <a:defRPr sz="1800" b="1">
                <a:solidFill>
                  <a:schemeClr val="tx1"/>
                </a:solidFill>
                <a:latin typeface="+mj-lt"/>
              </a:defRPr>
            </a:lvl1pPr>
            <a:lvl2pPr marL="342900" indent="0">
              <a:buNone/>
              <a:defRPr sz="1500"/>
            </a:lvl2pPr>
            <a:lvl3pPr marL="685800" indent="0">
              <a:buNone/>
              <a:defRPr sz="1350"/>
            </a:lvl3pPr>
            <a:lvl4pPr marL="1028700" indent="0">
              <a:buNone/>
              <a:defRPr sz="1200"/>
            </a:lvl4pPr>
            <a:lvl5pPr marL="1371600" indent="0">
              <a:buNone/>
              <a:defRPr sz="1200"/>
            </a:lvl5pPr>
          </a:lstStyle>
          <a:p>
            <a:pPr lvl="0"/>
            <a:r>
              <a:rPr lang="en-US" noProof="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4691061" y="591502"/>
            <a:ext cx="4029072" cy="711200"/>
          </a:xfrm>
        </p:spPr>
        <p:txBody>
          <a:bodyPr anchor="ctr">
            <a:noAutofit/>
          </a:bodyPr>
          <a:lstStyle>
            <a:lvl1pPr marL="0" indent="0" algn="ctr">
              <a:buNone/>
              <a:defRPr sz="1800" b="1">
                <a:solidFill>
                  <a:schemeClr val="tx1"/>
                </a:solidFill>
                <a:latin typeface="+mj-lt"/>
              </a:defRPr>
            </a:lvl1pPr>
            <a:lvl2pPr marL="342900" indent="0">
              <a:buNone/>
              <a:defRPr sz="1500"/>
            </a:lvl2pPr>
            <a:lvl3pPr marL="685800" indent="0">
              <a:buNone/>
              <a:defRPr sz="1350"/>
            </a:lvl3pPr>
            <a:lvl4pPr marL="1028700" indent="0">
              <a:buNone/>
              <a:defRPr sz="1200"/>
            </a:lvl4pPr>
            <a:lvl5pPr marL="1371600" indent="0">
              <a:buNone/>
              <a:defRPr sz="1200"/>
            </a:lvl5pPr>
          </a:lstStyle>
          <a:p>
            <a:pPr lvl="0"/>
            <a:r>
              <a:rPr lang="en-US" noProof="0"/>
              <a:t>Add your text here</a:t>
            </a:r>
          </a:p>
        </p:txBody>
      </p:sp>
      <p:grpSp>
        <p:nvGrpSpPr>
          <p:cNvPr id="14" name="Group 13">
            <a:extLst>
              <a:ext uri="{FF2B5EF4-FFF2-40B4-BE49-F238E27FC236}">
                <a16:creationId xmlns:a16="http://schemas.microsoft.com/office/drawing/2014/main" id="{AF4B4D45-80E3-42F8-B437-4182608210C3}"/>
              </a:ext>
            </a:extLst>
          </p:cNvPr>
          <p:cNvGrpSpPr/>
          <p:nvPr userDrawn="1"/>
        </p:nvGrpSpPr>
        <p:grpSpPr>
          <a:xfrm>
            <a:off x="4040981" y="422433"/>
            <a:ext cx="483394" cy="973138"/>
            <a:chOff x="371475" y="671713"/>
            <a:chExt cx="496540" cy="836738"/>
          </a:xfrm>
          <a:solidFill>
            <a:schemeClr val="accent6"/>
          </a:solidFill>
        </p:grpSpPr>
        <p:sp>
          <p:nvSpPr>
            <p:cNvPr id="15" name="Rectangle 14">
              <a:extLst>
                <a:ext uri="{FF2B5EF4-FFF2-40B4-BE49-F238E27FC236}">
                  <a16:creationId xmlns:a16="http://schemas.microsoft.com/office/drawing/2014/main" id="{D670E361-AF23-4722-9250-CCF26B3C5884}"/>
                </a:ext>
              </a:extLst>
            </p:cNvPr>
            <p:cNvSpPr/>
            <p:nvPr userDrawn="1"/>
          </p:nvSpPr>
          <p:spPr>
            <a:xfrm>
              <a:off x="371475" y="1011911"/>
              <a:ext cx="496540" cy="4965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Rectangle 15">
              <a:extLst>
                <a:ext uri="{FF2B5EF4-FFF2-40B4-BE49-F238E27FC236}">
                  <a16:creationId xmlns:a16="http://schemas.microsoft.com/office/drawing/2014/main" id="{BDE16CED-9FCD-4407-99EF-FFBE689DA9F1}"/>
                </a:ext>
              </a:extLst>
            </p:cNvPr>
            <p:cNvSpPr/>
            <p:nvPr userDrawn="1"/>
          </p:nvSpPr>
          <p:spPr>
            <a:xfrm>
              <a:off x="620587" y="671713"/>
              <a:ext cx="247428" cy="2474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7" name="Group 16">
            <a:extLst>
              <a:ext uri="{FF2B5EF4-FFF2-40B4-BE49-F238E27FC236}">
                <a16:creationId xmlns:a16="http://schemas.microsoft.com/office/drawing/2014/main" id="{FA147081-5AFB-463F-B27C-7A0C4CA0573B}"/>
              </a:ext>
            </a:extLst>
          </p:cNvPr>
          <p:cNvGrpSpPr/>
          <p:nvPr userDrawn="1"/>
        </p:nvGrpSpPr>
        <p:grpSpPr>
          <a:xfrm flipH="1">
            <a:off x="4686301" y="5451475"/>
            <a:ext cx="483394" cy="973138"/>
            <a:chOff x="371475" y="671713"/>
            <a:chExt cx="496540" cy="836738"/>
          </a:xfrm>
          <a:solidFill>
            <a:schemeClr val="accent6"/>
          </a:solidFill>
        </p:grpSpPr>
        <p:sp>
          <p:nvSpPr>
            <p:cNvPr id="18" name="Rectangle 17">
              <a:extLst>
                <a:ext uri="{FF2B5EF4-FFF2-40B4-BE49-F238E27FC236}">
                  <a16:creationId xmlns:a16="http://schemas.microsoft.com/office/drawing/2014/main" id="{AE24567E-B0AE-4E55-A5FB-3019A9598162}"/>
                </a:ext>
              </a:extLst>
            </p:cNvPr>
            <p:cNvSpPr/>
            <p:nvPr userDrawn="1"/>
          </p:nvSpPr>
          <p:spPr>
            <a:xfrm>
              <a:off x="371475" y="1011911"/>
              <a:ext cx="496540" cy="49654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ectangle 18">
              <a:extLst>
                <a:ext uri="{FF2B5EF4-FFF2-40B4-BE49-F238E27FC236}">
                  <a16:creationId xmlns:a16="http://schemas.microsoft.com/office/drawing/2014/main" id="{4918E6C0-B582-4943-9462-FE9740846585}"/>
                </a:ext>
              </a:extLst>
            </p:cNvPr>
            <p:cNvSpPr/>
            <p:nvPr userDrawn="1"/>
          </p:nvSpPr>
          <p:spPr>
            <a:xfrm>
              <a:off x="620587" y="671713"/>
              <a:ext cx="247428" cy="247428"/>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pic>
        <p:nvPicPr>
          <p:cNvPr id="2" name="Picture 1">
            <a:extLst>
              <a:ext uri="{FF2B5EF4-FFF2-40B4-BE49-F238E27FC236}">
                <a16:creationId xmlns:a16="http://schemas.microsoft.com/office/drawing/2014/main" id="{5CCE5972-9430-99FF-4E05-CEABBEDC08B3}"/>
              </a:ext>
            </a:extLst>
          </p:cNvPr>
          <p:cNvPicPr>
            <a:picLocks noChangeAspect="1"/>
          </p:cNvPicPr>
          <p:nvPr userDrawn="1"/>
        </p:nvPicPr>
        <p:blipFill>
          <a:blip r:embed="rId2"/>
          <a:stretch>
            <a:fillRect/>
          </a:stretch>
        </p:blipFill>
        <p:spPr>
          <a:xfrm>
            <a:off x="8125692" y="-36496"/>
            <a:ext cx="1018309" cy="1357745"/>
          </a:xfrm>
          <a:prstGeom prst="rect">
            <a:avLst/>
          </a:prstGeom>
        </p:spPr>
      </p:pic>
    </p:spTree>
    <p:extLst>
      <p:ext uri="{BB962C8B-B14F-4D97-AF65-F5344CB8AC3E}">
        <p14:creationId xmlns:p14="http://schemas.microsoft.com/office/powerpoint/2010/main" val="103673078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0" y="0"/>
            <a:ext cx="4514400" cy="6858000"/>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4629151" y="0"/>
            <a:ext cx="4514849" cy="6858000"/>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544013" y="5008563"/>
            <a:ext cx="3682800" cy="711200"/>
          </a:xfrm>
        </p:spPr>
        <p:txBody>
          <a:bodyPr anchor="ctr">
            <a:noAutofit/>
          </a:bodyPr>
          <a:lstStyle>
            <a:lvl1pPr marL="0" indent="0" algn="ctr">
              <a:buNone/>
              <a:defRPr sz="1800" b="1">
                <a:solidFill>
                  <a:schemeClr val="tx1"/>
                </a:solidFill>
                <a:latin typeface="+mj-lt"/>
              </a:defRPr>
            </a:lvl1pPr>
            <a:lvl2pPr marL="342900" indent="0">
              <a:buNone/>
              <a:defRPr sz="1500"/>
            </a:lvl2pPr>
            <a:lvl3pPr marL="685800" indent="0">
              <a:buNone/>
              <a:defRPr sz="1350"/>
            </a:lvl3pPr>
            <a:lvl4pPr marL="1028700" indent="0">
              <a:buNone/>
              <a:defRPr sz="1200"/>
            </a:lvl4pPr>
            <a:lvl5pPr marL="1371600" indent="0">
              <a:buNone/>
              <a:defRPr sz="12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4976695" y="5008563"/>
            <a:ext cx="3681531" cy="711200"/>
          </a:xfrm>
        </p:spPr>
        <p:txBody>
          <a:bodyPr anchor="ctr">
            <a:noAutofit/>
          </a:bodyPr>
          <a:lstStyle>
            <a:lvl1pPr marL="0" indent="0" algn="ctr">
              <a:buNone/>
              <a:defRPr sz="1800" b="1">
                <a:solidFill>
                  <a:schemeClr val="tx1"/>
                </a:solidFill>
                <a:latin typeface="+mj-lt"/>
              </a:defRPr>
            </a:lvl1pPr>
            <a:lvl2pPr marL="342900" indent="0">
              <a:buNone/>
              <a:defRPr sz="1500"/>
            </a:lvl2pPr>
            <a:lvl3pPr marL="685800" indent="0">
              <a:buNone/>
              <a:defRPr sz="1350"/>
            </a:lvl3pPr>
            <a:lvl4pPr marL="1028700" indent="0">
              <a:buNone/>
              <a:defRPr sz="1200"/>
            </a:lvl4pPr>
            <a:lvl5pPr marL="1371600" indent="0">
              <a:buNone/>
              <a:defRPr sz="1200"/>
            </a:lvl5pPr>
          </a:lstStyle>
          <a:p>
            <a:pPr lvl="0"/>
            <a:r>
              <a:rPr lang="en-US" dirty="0"/>
              <a:t>Add your text here</a:t>
            </a:r>
          </a:p>
        </p:txBody>
      </p:sp>
      <p:pic>
        <p:nvPicPr>
          <p:cNvPr id="2" name="Picture 1">
            <a:extLst>
              <a:ext uri="{FF2B5EF4-FFF2-40B4-BE49-F238E27FC236}">
                <a16:creationId xmlns:a16="http://schemas.microsoft.com/office/drawing/2014/main" id="{F93F4970-AEA5-7310-76A3-361C1D69039F}"/>
              </a:ext>
            </a:extLst>
          </p:cNvPr>
          <p:cNvPicPr>
            <a:picLocks noChangeAspect="1"/>
          </p:cNvPicPr>
          <p:nvPr userDrawn="1"/>
        </p:nvPicPr>
        <p:blipFill>
          <a:blip r:embed="rId2"/>
          <a:stretch>
            <a:fillRect/>
          </a:stretch>
        </p:blipFill>
        <p:spPr>
          <a:xfrm>
            <a:off x="8125692" y="1"/>
            <a:ext cx="1018309" cy="1357745"/>
          </a:xfrm>
          <a:prstGeom prst="rect">
            <a:avLst/>
          </a:prstGeom>
        </p:spPr>
      </p:pic>
    </p:spTree>
    <p:extLst>
      <p:ext uri="{BB962C8B-B14F-4D97-AF65-F5344CB8AC3E}">
        <p14:creationId xmlns:p14="http://schemas.microsoft.com/office/powerpoint/2010/main" val="209516199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565E0AE-C9AC-4E26-B4A4-DDEE620D8979}"/>
              </a:ext>
            </a:extLst>
          </p:cNvPr>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6F023CF6-0A85-4867-A5CF-F75DDBC4C20A}"/>
              </a:ext>
            </a:extLst>
          </p:cNvPr>
          <p:cNvSpPr/>
          <p:nvPr userDrawn="1"/>
        </p:nvSpPr>
        <p:spPr>
          <a:xfrm>
            <a:off x="0" y="1"/>
            <a:ext cx="4029072" cy="685799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6">
            <a:extLst>
              <a:ext uri="{FF2B5EF4-FFF2-40B4-BE49-F238E27FC236}">
                <a16:creationId xmlns:a16="http://schemas.microsoft.com/office/drawing/2014/main" id="{7E138685-E3C5-48A4-8460-3BEDDDEDA6AD}"/>
              </a:ext>
            </a:extLst>
          </p:cNvPr>
          <p:cNvSpPr>
            <a:spLocks noGrp="1"/>
          </p:cNvSpPr>
          <p:nvPr>
            <p:ph type="pic" sz="quarter" idx="13"/>
          </p:nvPr>
        </p:nvSpPr>
        <p:spPr>
          <a:xfrm>
            <a:off x="278606" y="260351"/>
            <a:ext cx="4213615" cy="6300787"/>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20" name="Rectangle 19">
            <a:extLst>
              <a:ext uri="{FF2B5EF4-FFF2-40B4-BE49-F238E27FC236}">
                <a16:creationId xmlns:a16="http://schemas.microsoft.com/office/drawing/2014/main" id="{97E2F46B-C34E-40D3-9D43-BBA43EDFC924}"/>
              </a:ext>
            </a:extLst>
          </p:cNvPr>
          <p:cNvSpPr/>
          <p:nvPr userDrawn="1"/>
        </p:nvSpPr>
        <p:spPr>
          <a:xfrm>
            <a:off x="5114930" y="-18257"/>
            <a:ext cx="4029072" cy="68579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Picture Placeholder 6">
            <a:extLst>
              <a:ext uri="{FF2B5EF4-FFF2-40B4-BE49-F238E27FC236}">
                <a16:creationId xmlns:a16="http://schemas.microsoft.com/office/drawing/2014/main" id="{B6811C8C-D1DA-4EE5-888B-A30D6285BA5D}"/>
              </a:ext>
            </a:extLst>
          </p:cNvPr>
          <p:cNvSpPr>
            <a:spLocks noGrp="1"/>
          </p:cNvSpPr>
          <p:nvPr>
            <p:ph type="pic" sz="quarter" idx="14"/>
          </p:nvPr>
        </p:nvSpPr>
        <p:spPr>
          <a:xfrm>
            <a:off x="4710110" y="260351"/>
            <a:ext cx="4214700" cy="6300787"/>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9" name="Text Placeholder 8">
            <a:extLst>
              <a:ext uri="{FF2B5EF4-FFF2-40B4-BE49-F238E27FC236}">
                <a16:creationId xmlns:a16="http://schemas.microsoft.com/office/drawing/2014/main" id="{B15B70BB-4776-4914-92C9-092579FD6EBE}"/>
              </a:ext>
            </a:extLst>
          </p:cNvPr>
          <p:cNvSpPr>
            <a:spLocks noGrp="1"/>
          </p:cNvSpPr>
          <p:nvPr>
            <p:ph type="body" sz="quarter" idx="15" hasCustomPrompt="1"/>
          </p:nvPr>
        </p:nvSpPr>
        <p:spPr>
          <a:xfrm>
            <a:off x="544013" y="5008563"/>
            <a:ext cx="3682800" cy="711200"/>
          </a:xfrm>
        </p:spPr>
        <p:txBody>
          <a:bodyPr anchor="ctr">
            <a:noAutofit/>
          </a:bodyPr>
          <a:lstStyle>
            <a:lvl1pPr marL="0" indent="0" algn="ctr">
              <a:buNone/>
              <a:defRPr sz="1800" b="1">
                <a:solidFill>
                  <a:schemeClr val="tx1"/>
                </a:solidFill>
                <a:latin typeface="+mj-lt"/>
              </a:defRPr>
            </a:lvl1pPr>
            <a:lvl2pPr marL="342900" indent="0">
              <a:buNone/>
              <a:defRPr sz="1500"/>
            </a:lvl2pPr>
            <a:lvl3pPr marL="685800" indent="0">
              <a:buNone/>
              <a:defRPr sz="1350"/>
            </a:lvl3pPr>
            <a:lvl4pPr marL="1028700" indent="0">
              <a:buNone/>
              <a:defRPr sz="1200"/>
            </a:lvl4pPr>
            <a:lvl5pPr marL="1371600" indent="0">
              <a:buNone/>
              <a:defRPr sz="1200"/>
            </a:lvl5pPr>
          </a:lstStyle>
          <a:p>
            <a:pPr lvl="0"/>
            <a:r>
              <a:rPr lang="en-US" dirty="0"/>
              <a:t>Add your text here</a:t>
            </a:r>
          </a:p>
        </p:txBody>
      </p:sp>
      <p:sp>
        <p:nvSpPr>
          <p:cNvPr id="10" name="Text Placeholder 8">
            <a:extLst>
              <a:ext uri="{FF2B5EF4-FFF2-40B4-BE49-F238E27FC236}">
                <a16:creationId xmlns:a16="http://schemas.microsoft.com/office/drawing/2014/main" id="{58899736-796A-4B23-9534-D8784DD9A238}"/>
              </a:ext>
            </a:extLst>
          </p:cNvPr>
          <p:cNvSpPr>
            <a:spLocks noGrp="1"/>
          </p:cNvSpPr>
          <p:nvPr>
            <p:ph type="body" sz="quarter" idx="16" hasCustomPrompt="1"/>
          </p:nvPr>
        </p:nvSpPr>
        <p:spPr>
          <a:xfrm>
            <a:off x="4976695" y="5008563"/>
            <a:ext cx="3681531" cy="711200"/>
          </a:xfrm>
        </p:spPr>
        <p:txBody>
          <a:bodyPr anchor="ctr">
            <a:noAutofit/>
          </a:bodyPr>
          <a:lstStyle>
            <a:lvl1pPr marL="0" indent="0" algn="ctr">
              <a:buNone/>
              <a:defRPr sz="1800" b="1">
                <a:solidFill>
                  <a:schemeClr val="tx1"/>
                </a:solidFill>
                <a:latin typeface="+mj-lt"/>
              </a:defRPr>
            </a:lvl1pPr>
            <a:lvl2pPr marL="342900" indent="0">
              <a:buNone/>
              <a:defRPr sz="1500"/>
            </a:lvl2pPr>
            <a:lvl3pPr marL="685800" indent="0">
              <a:buNone/>
              <a:defRPr sz="1350"/>
            </a:lvl3pPr>
            <a:lvl4pPr marL="1028700" indent="0">
              <a:buNone/>
              <a:defRPr sz="1200"/>
            </a:lvl4pPr>
            <a:lvl5pPr marL="1371600" indent="0">
              <a:buNone/>
              <a:defRPr sz="1200"/>
            </a:lvl5pPr>
          </a:lstStyle>
          <a:p>
            <a:pPr lvl="0"/>
            <a:r>
              <a:rPr lang="en-US" dirty="0"/>
              <a:t>Add your text here</a:t>
            </a:r>
          </a:p>
        </p:txBody>
      </p:sp>
      <p:pic>
        <p:nvPicPr>
          <p:cNvPr id="2" name="Picture 1">
            <a:extLst>
              <a:ext uri="{FF2B5EF4-FFF2-40B4-BE49-F238E27FC236}">
                <a16:creationId xmlns:a16="http://schemas.microsoft.com/office/drawing/2014/main" id="{6C46FE4E-2C5E-D912-903D-7FC274776B8E}"/>
              </a:ext>
            </a:extLst>
          </p:cNvPr>
          <p:cNvPicPr>
            <a:picLocks noChangeAspect="1"/>
          </p:cNvPicPr>
          <p:nvPr userDrawn="1"/>
        </p:nvPicPr>
        <p:blipFill>
          <a:blip r:embed="rId2"/>
          <a:stretch>
            <a:fillRect/>
          </a:stretch>
        </p:blipFill>
        <p:spPr>
          <a:xfrm>
            <a:off x="8125692" y="1"/>
            <a:ext cx="1018309" cy="1357745"/>
          </a:xfrm>
          <a:prstGeom prst="rect">
            <a:avLst/>
          </a:prstGeom>
        </p:spPr>
      </p:pic>
    </p:spTree>
    <p:extLst>
      <p:ext uri="{BB962C8B-B14F-4D97-AF65-F5344CB8AC3E}">
        <p14:creationId xmlns:p14="http://schemas.microsoft.com/office/powerpoint/2010/main" val="106142782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6E5460C4-49C1-4270-BC58-5EEBC77615CD}"/>
              </a:ext>
            </a:extLst>
          </p:cNvPr>
          <p:cNvSpPr>
            <a:spLocks noGrp="1"/>
          </p:cNvSpPr>
          <p:nvPr>
            <p:ph type="sldNum" sz="quarter" idx="12"/>
          </p:nvPr>
        </p:nvSpPr>
        <p:spPr>
          <a:xfrm>
            <a:off x="8639175" y="6581978"/>
            <a:ext cx="279797" cy="206104"/>
          </a:xfrm>
          <a:prstGeom prst="rect">
            <a:avLst/>
          </a:prstGeom>
        </p:spPr>
        <p:txBody>
          <a:bodyPr/>
          <a:lstStyle/>
          <a:p>
            <a:fld id="{03DC2DEF-D2FE-4B45-ABA4-9F153FD1C98A}" type="slidenum">
              <a:rPr lang="en-US" smtClean="0"/>
              <a:t>‹#›</a:t>
            </a:fld>
            <a:endParaRPr lang="en-US" dirty="0"/>
          </a:p>
        </p:txBody>
      </p:sp>
      <p:sp>
        <p:nvSpPr>
          <p:cNvPr id="24" name="Rectangle 23">
            <a:extLst>
              <a:ext uri="{FF2B5EF4-FFF2-40B4-BE49-F238E27FC236}">
                <a16:creationId xmlns:a16="http://schemas.microsoft.com/office/drawing/2014/main" id="{E2950CCA-59F9-4C47-A5BA-294E9EDCBABE}"/>
              </a:ext>
            </a:extLst>
          </p:cNvPr>
          <p:cNvSpPr/>
          <p:nvPr userDrawn="1"/>
        </p:nvSpPr>
        <p:spPr>
          <a:xfrm>
            <a:off x="278606" y="1233488"/>
            <a:ext cx="2082266" cy="4967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EB5BF167-B9E6-4F02-9FA8-3CA79D552F0E}"/>
              </a:ext>
            </a:extLst>
          </p:cNvPr>
          <p:cNvSpPr/>
          <p:nvPr userDrawn="1"/>
        </p:nvSpPr>
        <p:spPr>
          <a:xfrm>
            <a:off x="2464639" y="1233488"/>
            <a:ext cx="2082266" cy="496728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B48694DE-D82B-49DB-8A45-D1DD4C9BCEF1}"/>
              </a:ext>
            </a:extLst>
          </p:cNvPr>
          <p:cNvSpPr/>
          <p:nvPr userDrawn="1"/>
        </p:nvSpPr>
        <p:spPr>
          <a:xfrm>
            <a:off x="4650673" y="1233488"/>
            <a:ext cx="2082266" cy="496728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407C1370-8D38-4641-8D37-30A1218A4372}"/>
              </a:ext>
            </a:extLst>
          </p:cNvPr>
          <p:cNvSpPr/>
          <p:nvPr userDrawn="1"/>
        </p:nvSpPr>
        <p:spPr>
          <a:xfrm>
            <a:off x="6836706" y="1246189"/>
            <a:ext cx="2082266" cy="496728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9" name="Straight Connector 28">
            <a:extLst>
              <a:ext uri="{FF2B5EF4-FFF2-40B4-BE49-F238E27FC236}">
                <a16:creationId xmlns:a16="http://schemas.microsoft.com/office/drawing/2014/main" id="{CE3EDDE5-9B23-44D7-8546-0B2365B42B16}"/>
              </a:ext>
            </a:extLst>
          </p:cNvPr>
          <p:cNvCxnSpPr/>
          <p:nvPr userDrawn="1"/>
        </p:nvCxnSpPr>
        <p:spPr>
          <a:xfrm>
            <a:off x="443439" y="3721100"/>
            <a:ext cx="17526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9D259D5-D3C0-4B60-B2D9-9B6DFFD270D8}"/>
              </a:ext>
            </a:extLst>
          </p:cNvPr>
          <p:cNvCxnSpPr/>
          <p:nvPr userDrawn="1"/>
        </p:nvCxnSpPr>
        <p:spPr>
          <a:xfrm>
            <a:off x="2629472" y="3721100"/>
            <a:ext cx="17526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710C392-9E34-4640-AC70-210A1B8C47B5}"/>
              </a:ext>
            </a:extLst>
          </p:cNvPr>
          <p:cNvCxnSpPr/>
          <p:nvPr userDrawn="1"/>
        </p:nvCxnSpPr>
        <p:spPr>
          <a:xfrm>
            <a:off x="4815506" y="3721100"/>
            <a:ext cx="17526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D7A92E0B-B060-48FA-A650-36894FF4B216}"/>
              </a:ext>
            </a:extLst>
          </p:cNvPr>
          <p:cNvCxnSpPr/>
          <p:nvPr userDrawn="1"/>
        </p:nvCxnSpPr>
        <p:spPr>
          <a:xfrm>
            <a:off x="7001539" y="3721100"/>
            <a:ext cx="17526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Picture Placeholder 33">
            <a:extLst>
              <a:ext uri="{FF2B5EF4-FFF2-40B4-BE49-F238E27FC236}">
                <a16:creationId xmlns:a16="http://schemas.microsoft.com/office/drawing/2014/main" id="{D9056F2B-EAFD-4A57-BB92-D14816C84DDE}"/>
              </a:ext>
            </a:extLst>
          </p:cNvPr>
          <p:cNvSpPr>
            <a:spLocks noGrp="1"/>
          </p:cNvSpPr>
          <p:nvPr>
            <p:ph type="pic" sz="quarter" idx="13"/>
          </p:nvPr>
        </p:nvSpPr>
        <p:spPr>
          <a:xfrm>
            <a:off x="657225" y="1739900"/>
            <a:ext cx="1266825"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35" name="Picture Placeholder 33">
            <a:extLst>
              <a:ext uri="{FF2B5EF4-FFF2-40B4-BE49-F238E27FC236}">
                <a16:creationId xmlns:a16="http://schemas.microsoft.com/office/drawing/2014/main" id="{E65006DE-F797-4019-BB72-F484F9FE7E58}"/>
              </a:ext>
            </a:extLst>
          </p:cNvPr>
          <p:cNvSpPr>
            <a:spLocks noGrp="1"/>
          </p:cNvSpPr>
          <p:nvPr>
            <p:ph type="pic" sz="quarter" idx="14"/>
          </p:nvPr>
        </p:nvSpPr>
        <p:spPr>
          <a:xfrm>
            <a:off x="2872360" y="4263232"/>
            <a:ext cx="1266825"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36" name="Picture Placeholder 33">
            <a:extLst>
              <a:ext uri="{FF2B5EF4-FFF2-40B4-BE49-F238E27FC236}">
                <a16:creationId xmlns:a16="http://schemas.microsoft.com/office/drawing/2014/main" id="{0947D252-5545-4406-8764-B7712464DA56}"/>
              </a:ext>
            </a:extLst>
          </p:cNvPr>
          <p:cNvSpPr>
            <a:spLocks noGrp="1"/>
          </p:cNvSpPr>
          <p:nvPr>
            <p:ph type="pic" sz="quarter" idx="15"/>
          </p:nvPr>
        </p:nvSpPr>
        <p:spPr>
          <a:xfrm>
            <a:off x="5058393" y="1739900"/>
            <a:ext cx="1266825"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38" name="Picture Placeholder 33">
            <a:extLst>
              <a:ext uri="{FF2B5EF4-FFF2-40B4-BE49-F238E27FC236}">
                <a16:creationId xmlns:a16="http://schemas.microsoft.com/office/drawing/2014/main" id="{DD89F80C-C1D7-4F63-BAD2-F4EE1F9A162F}"/>
              </a:ext>
            </a:extLst>
          </p:cNvPr>
          <p:cNvSpPr>
            <a:spLocks noGrp="1"/>
          </p:cNvSpPr>
          <p:nvPr>
            <p:ph type="pic" sz="quarter" idx="17"/>
          </p:nvPr>
        </p:nvSpPr>
        <p:spPr>
          <a:xfrm>
            <a:off x="7244426" y="4263232"/>
            <a:ext cx="1266825" cy="1397000"/>
          </a:xfrm>
        </p:spPr>
        <p:txBody>
          <a:bodyPr/>
          <a:lstStyle>
            <a:lvl1pPr marL="0" indent="0" algn="ctr">
              <a:buNone/>
              <a:defRPr>
                <a:solidFill>
                  <a:schemeClr val="bg1"/>
                </a:solidFill>
              </a:defRPr>
            </a:lvl1pPr>
          </a:lstStyle>
          <a:p>
            <a:r>
              <a:rPr lang="en-US"/>
              <a:t>Click icon to add picture</a:t>
            </a:r>
            <a:endParaRPr lang="en-US" dirty="0"/>
          </a:p>
        </p:txBody>
      </p:sp>
      <p:sp>
        <p:nvSpPr>
          <p:cNvPr id="40" name="Text Placeholder 39">
            <a:extLst>
              <a:ext uri="{FF2B5EF4-FFF2-40B4-BE49-F238E27FC236}">
                <a16:creationId xmlns:a16="http://schemas.microsoft.com/office/drawing/2014/main" id="{08BBFEC8-B6BE-4768-9284-26D98C06FFC4}"/>
              </a:ext>
            </a:extLst>
          </p:cNvPr>
          <p:cNvSpPr>
            <a:spLocks noGrp="1"/>
          </p:cNvSpPr>
          <p:nvPr>
            <p:ph type="body" sz="quarter" idx="18" hasCustomPrompt="1"/>
          </p:nvPr>
        </p:nvSpPr>
        <p:spPr>
          <a:xfrm>
            <a:off x="442912" y="3949700"/>
            <a:ext cx="1752600" cy="1854200"/>
          </a:xfrm>
        </p:spPr>
        <p:txBody>
          <a:bodyPr>
            <a:noAutofit/>
          </a:bodyPr>
          <a:lstStyle>
            <a:lvl1pPr marL="0" indent="0" algn="ctr">
              <a:buNone/>
              <a:defRPr sz="1350">
                <a:solidFill>
                  <a:schemeClr val="bg1"/>
                </a:solidFill>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D12C79C2-427D-418B-8FFA-C27D8F2C986B}"/>
              </a:ext>
            </a:extLst>
          </p:cNvPr>
          <p:cNvSpPr>
            <a:spLocks noGrp="1"/>
          </p:cNvSpPr>
          <p:nvPr>
            <p:ph type="body" sz="quarter" idx="19" hasCustomPrompt="1"/>
          </p:nvPr>
        </p:nvSpPr>
        <p:spPr>
          <a:xfrm>
            <a:off x="2629472" y="1595835"/>
            <a:ext cx="1752600" cy="1854200"/>
          </a:xfrm>
        </p:spPr>
        <p:txBody>
          <a:bodyPr anchor="b">
            <a:noAutofit/>
          </a:bodyPr>
          <a:lstStyle>
            <a:lvl1pPr marL="0" indent="0" algn="ctr">
              <a:buNone/>
              <a:defRPr sz="1350">
                <a:solidFill>
                  <a:schemeClr val="bg1"/>
                </a:solidFill>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0FD568C4-A06D-4A56-B7D6-AF338F5C329A}"/>
              </a:ext>
            </a:extLst>
          </p:cNvPr>
          <p:cNvSpPr>
            <a:spLocks noGrp="1"/>
          </p:cNvSpPr>
          <p:nvPr>
            <p:ph type="body" sz="quarter" idx="20" hasCustomPrompt="1"/>
          </p:nvPr>
        </p:nvSpPr>
        <p:spPr>
          <a:xfrm>
            <a:off x="4815506" y="3949700"/>
            <a:ext cx="1752600" cy="1854200"/>
          </a:xfrm>
        </p:spPr>
        <p:txBody>
          <a:bodyPr>
            <a:noAutofit/>
          </a:bodyPr>
          <a:lstStyle>
            <a:lvl1pPr marL="0" indent="0" algn="ctr">
              <a:buNone/>
              <a:defRPr sz="1350">
                <a:solidFill>
                  <a:schemeClr val="bg1"/>
                </a:solidFill>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43" name="Text Placeholder 39">
            <a:extLst>
              <a:ext uri="{FF2B5EF4-FFF2-40B4-BE49-F238E27FC236}">
                <a16:creationId xmlns:a16="http://schemas.microsoft.com/office/drawing/2014/main" id="{76B41443-1233-4172-B61C-7CC516D88802}"/>
              </a:ext>
            </a:extLst>
          </p:cNvPr>
          <p:cNvSpPr>
            <a:spLocks noGrp="1"/>
          </p:cNvSpPr>
          <p:nvPr>
            <p:ph type="body" sz="quarter" idx="21" hasCustomPrompt="1"/>
          </p:nvPr>
        </p:nvSpPr>
        <p:spPr>
          <a:xfrm>
            <a:off x="7001539" y="1595835"/>
            <a:ext cx="1752600" cy="1854200"/>
          </a:xfrm>
        </p:spPr>
        <p:txBody>
          <a:bodyPr anchor="b">
            <a:noAutofit/>
          </a:bodyPr>
          <a:lstStyle>
            <a:lvl1pPr marL="0" indent="0" algn="ctr">
              <a:buNone/>
              <a:defRPr sz="1350">
                <a:solidFill>
                  <a:schemeClr val="bg1"/>
                </a:solidFill>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Tree>
    <p:extLst>
      <p:ext uri="{BB962C8B-B14F-4D97-AF65-F5344CB8AC3E}">
        <p14:creationId xmlns:p14="http://schemas.microsoft.com/office/powerpoint/2010/main" val="270387975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6_Title Only">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B607F24-5B01-4964-9736-E876BC347E55}"/>
              </a:ext>
            </a:extLst>
          </p:cNvPr>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278607" y="260351"/>
            <a:ext cx="4626355" cy="758824"/>
          </a:xfrm>
        </p:spPr>
        <p:txBody>
          <a:bodyPr/>
          <a:lstStyle/>
          <a:p>
            <a:r>
              <a:rPr lang="en-US"/>
              <a:t>Click to edit Master title style</a:t>
            </a:r>
            <a:endParaRPr lang="en-US" dirty="0"/>
          </a:p>
        </p:txBody>
      </p:sp>
      <p:sp>
        <p:nvSpPr>
          <p:cNvPr id="24" name="Rectangle 23">
            <a:extLst>
              <a:ext uri="{FF2B5EF4-FFF2-40B4-BE49-F238E27FC236}">
                <a16:creationId xmlns:a16="http://schemas.microsoft.com/office/drawing/2014/main" id="{E2950CCA-59F9-4C47-A5BA-294E9EDCBABE}"/>
              </a:ext>
            </a:extLst>
          </p:cNvPr>
          <p:cNvSpPr/>
          <p:nvPr userDrawn="1"/>
        </p:nvSpPr>
        <p:spPr>
          <a:xfrm>
            <a:off x="5076826" y="0"/>
            <a:ext cx="2033312" cy="228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F44232AA-36A1-4A85-8868-9D12848EB106}"/>
              </a:ext>
            </a:extLst>
          </p:cNvPr>
          <p:cNvSpPr/>
          <p:nvPr userDrawn="1"/>
        </p:nvSpPr>
        <p:spPr>
          <a:xfrm>
            <a:off x="7110688" y="2286000"/>
            <a:ext cx="2033312"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0B045D93-056D-486E-A634-890ECB9AF9C2}"/>
              </a:ext>
            </a:extLst>
          </p:cNvPr>
          <p:cNvSpPr/>
          <p:nvPr userDrawn="1"/>
        </p:nvSpPr>
        <p:spPr>
          <a:xfrm>
            <a:off x="5076825" y="4572000"/>
            <a:ext cx="2033312" cy="2286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567CD5E4-19A9-4EFD-BBF1-2B1FBC9BB9BD}"/>
              </a:ext>
            </a:extLst>
          </p:cNvPr>
          <p:cNvSpPr/>
          <p:nvPr userDrawn="1"/>
        </p:nvSpPr>
        <p:spPr>
          <a:xfrm>
            <a:off x="7110688" y="0"/>
            <a:ext cx="203331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AA533582-AC3E-4F3B-9602-085EB97AD294}"/>
              </a:ext>
            </a:extLst>
          </p:cNvPr>
          <p:cNvSpPr/>
          <p:nvPr userDrawn="1"/>
        </p:nvSpPr>
        <p:spPr>
          <a:xfrm>
            <a:off x="5076273" y="2286000"/>
            <a:ext cx="203331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CF0B1BD9-4AC2-4549-9001-383664C7F224}"/>
              </a:ext>
            </a:extLst>
          </p:cNvPr>
          <p:cNvSpPr/>
          <p:nvPr userDrawn="1"/>
        </p:nvSpPr>
        <p:spPr>
          <a:xfrm>
            <a:off x="7110688" y="4572000"/>
            <a:ext cx="2033312" cy="2286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Isosceles Triangle 3">
            <a:extLst>
              <a:ext uri="{FF2B5EF4-FFF2-40B4-BE49-F238E27FC236}">
                <a16:creationId xmlns:a16="http://schemas.microsoft.com/office/drawing/2014/main" id="{32B2DC05-AAD7-458D-B737-BE8CCA1FFA99}"/>
              </a:ext>
            </a:extLst>
          </p:cNvPr>
          <p:cNvSpPr/>
          <p:nvPr userDrawn="1"/>
        </p:nvSpPr>
        <p:spPr>
          <a:xfrm rot="5400000">
            <a:off x="7029968" y="1073530"/>
            <a:ext cx="298174" cy="138941"/>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Isosceles Triangle 38">
            <a:extLst>
              <a:ext uri="{FF2B5EF4-FFF2-40B4-BE49-F238E27FC236}">
                <a16:creationId xmlns:a16="http://schemas.microsoft.com/office/drawing/2014/main" id="{E423C01B-EB10-48EF-8F1C-C2A7E1923E3E}"/>
              </a:ext>
            </a:extLst>
          </p:cNvPr>
          <p:cNvSpPr/>
          <p:nvPr userDrawn="1"/>
        </p:nvSpPr>
        <p:spPr>
          <a:xfrm rot="16200000">
            <a:off x="6891303" y="3359530"/>
            <a:ext cx="298174" cy="138941"/>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Isosceles Triangle 43">
            <a:extLst>
              <a:ext uri="{FF2B5EF4-FFF2-40B4-BE49-F238E27FC236}">
                <a16:creationId xmlns:a16="http://schemas.microsoft.com/office/drawing/2014/main" id="{BB0D5D5D-BB46-489A-A006-03E52FDA0AB6}"/>
              </a:ext>
            </a:extLst>
          </p:cNvPr>
          <p:cNvSpPr/>
          <p:nvPr userDrawn="1"/>
        </p:nvSpPr>
        <p:spPr>
          <a:xfrm rot="5400000">
            <a:off x="7029968" y="5645530"/>
            <a:ext cx="298174" cy="138941"/>
          </a:xfrm>
          <a:prstGeom prst="triangl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Picture Placeholder 33">
            <a:extLst>
              <a:ext uri="{FF2B5EF4-FFF2-40B4-BE49-F238E27FC236}">
                <a16:creationId xmlns:a16="http://schemas.microsoft.com/office/drawing/2014/main" id="{2D0DCA06-9544-45C9-BE22-EBB853AE757C}"/>
              </a:ext>
            </a:extLst>
          </p:cNvPr>
          <p:cNvSpPr>
            <a:spLocks noGrp="1"/>
          </p:cNvSpPr>
          <p:nvPr>
            <p:ph type="pic" sz="quarter" idx="13"/>
          </p:nvPr>
        </p:nvSpPr>
        <p:spPr>
          <a:xfrm>
            <a:off x="7600191" y="561678"/>
            <a:ext cx="1054307" cy="1162644"/>
          </a:xfrm>
        </p:spPr>
        <p:txBody>
          <a:bodyPr>
            <a:normAutofit/>
          </a:bodyPr>
          <a:lstStyle>
            <a:lvl1pPr marL="0" indent="0" algn="ctr">
              <a:buNone/>
              <a:defRPr sz="1500">
                <a:solidFill>
                  <a:schemeClr val="tx1"/>
                </a:solidFill>
              </a:defRPr>
            </a:lvl1pPr>
          </a:lstStyle>
          <a:p>
            <a:r>
              <a:rPr lang="en-US"/>
              <a:t>Click icon to add picture</a:t>
            </a:r>
            <a:endParaRPr lang="en-US" dirty="0"/>
          </a:p>
        </p:txBody>
      </p:sp>
      <p:sp>
        <p:nvSpPr>
          <p:cNvPr id="46" name="Picture Placeholder 33">
            <a:extLst>
              <a:ext uri="{FF2B5EF4-FFF2-40B4-BE49-F238E27FC236}">
                <a16:creationId xmlns:a16="http://schemas.microsoft.com/office/drawing/2014/main" id="{21403A13-F195-405D-B352-4B77969E358B}"/>
              </a:ext>
            </a:extLst>
          </p:cNvPr>
          <p:cNvSpPr>
            <a:spLocks noGrp="1"/>
          </p:cNvSpPr>
          <p:nvPr>
            <p:ph type="pic" sz="quarter" idx="14"/>
          </p:nvPr>
        </p:nvSpPr>
        <p:spPr>
          <a:xfrm>
            <a:off x="5565775" y="2847678"/>
            <a:ext cx="1054307" cy="1162644"/>
          </a:xfrm>
        </p:spPr>
        <p:txBody>
          <a:bodyPr>
            <a:normAutofit/>
          </a:bodyPr>
          <a:lstStyle>
            <a:lvl1pPr marL="0" indent="0" algn="ctr">
              <a:buNone/>
              <a:defRPr sz="1500">
                <a:solidFill>
                  <a:schemeClr val="tx1"/>
                </a:solidFill>
              </a:defRPr>
            </a:lvl1pPr>
          </a:lstStyle>
          <a:p>
            <a:r>
              <a:rPr lang="en-US"/>
              <a:t>Click icon to add picture</a:t>
            </a:r>
            <a:endParaRPr lang="en-US" dirty="0"/>
          </a:p>
        </p:txBody>
      </p:sp>
      <p:sp>
        <p:nvSpPr>
          <p:cNvPr id="47" name="Picture Placeholder 33">
            <a:extLst>
              <a:ext uri="{FF2B5EF4-FFF2-40B4-BE49-F238E27FC236}">
                <a16:creationId xmlns:a16="http://schemas.microsoft.com/office/drawing/2014/main" id="{390C9BE2-4328-41D9-82FB-F6FEE7026C55}"/>
              </a:ext>
            </a:extLst>
          </p:cNvPr>
          <p:cNvSpPr>
            <a:spLocks noGrp="1"/>
          </p:cNvSpPr>
          <p:nvPr>
            <p:ph type="pic" sz="quarter" idx="15"/>
          </p:nvPr>
        </p:nvSpPr>
        <p:spPr>
          <a:xfrm>
            <a:off x="7600191" y="5133678"/>
            <a:ext cx="1054307" cy="1162644"/>
          </a:xfrm>
        </p:spPr>
        <p:txBody>
          <a:bodyPr>
            <a:normAutofit/>
          </a:bodyPr>
          <a:lstStyle>
            <a:lvl1pPr marL="0" indent="0" algn="ctr">
              <a:buNone/>
              <a:defRPr sz="1500">
                <a:solidFill>
                  <a:schemeClr val="tx1"/>
                </a:solidFill>
              </a:defRPr>
            </a:lvl1pPr>
          </a:lstStyle>
          <a:p>
            <a:r>
              <a:rPr lang="en-US"/>
              <a:t>Click icon to add picture</a:t>
            </a:r>
            <a:endParaRPr lang="en-US" dirty="0"/>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278607" y="1233488"/>
            <a:ext cx="4626355" cy="5624512"/>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17" name="Text Placeholder 39">
            <a:extLst>
              <a:ext uri="{FF2B5EF4-FFF2-40B4-BE49-F238E27FC236}">
                <a16:creationId xmlns:a16="http://schemas.microsoft.com/office/drawing/2014/main" id="{1EE624A7-7FE4-44DC-B710-D995C25C9CEA}"/>
              </a:ext>
            </a:extLst>
          </p:cNvPr>
          <p:cNvSpPr>
            <a:spLocks noGrp="1"/>
          </p:cNvSpPr>
          <p:nvPr>
            <p:ph type="body" sz="quarter" idx="18" hasCustomPrompt="1"/>
          </p:nvPr>
        </p:nvSpPr>
        <p:spPr>
          <a:xfrm>
            <a:off x="5217182" y="215900"/>
            <a:ext cx="1752600" cy="1854200"/>
          </a:xfrm>
        </p:spPr>
        <p:txBody>
          <a:bodyPr anchor="ctr">
            <a:noAutofit/>
          </a:bodyPr>
          <a:lstStyle>
            <a:lvl1pPr marL="0" indent="0" algn="ctr">
              <a:buNone/>
              <a:defRPr sz="1350">
                <a:solidFill>
                  <a:schemeClr val="bg1"/>
                </a:solidFill>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18" name="Text Placeholder 39">
            <a:extLst>
              <a:ext uri="{FF2B5EF4-FFF2-40B4-BE49-F238E27FC236}">
                <a16:creationId xmlns:a16="http://schemas.microsoft.com/office/drawing/2014/main" id="{34CC27D1-7AB7-4922-81C5-41E9C01BAAE1}"/>
              </a:ext>
            </a:extLst>
          </p:cNvPr>
          <p:cNvSpPr>
            <a:spLocks noGrp="1"/>
          </p:cNvSpPr>
          <p:nvPr>
            <p:ph type="body" sz="quarter" idx="19" hasCustomPrompt="1"/>
          </p:nvPr>
        </p:nvSpPr>
        <p:spPr>
          <a:xfrm>
            <a:off x="7251044" y="2501900"/>
            <a:ext cx="1752600" cy="1854200"/>
          </a:xfrm>
        </p:spPr>
        <p:txBody>
          <a:bodyPr anchor="ctr">
            <a:noAutofit/>
          </a:bodyPr>
          <a:lstStyle>
            <a:lvl1pPr marL="0" indent="0" algn="ctr">
              <a:buNone/>
              <a:defRPr sz="1350">
                <a:solidFill>
                  <a:schemeClr val="bg1"/>
                </a:solidFill>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19" name="Text Placeholder 39">
            <a:extLst>
              <a:ext uri="{FF2B5EF4-FFF2-40B4-BE49-F238E27FC236}">
                <a16:creationId xmlns:a16="http://schemas.microsoft.com/office/drawing/2014/main" id="{03F0CFEB-33B8-47FE-BC44-44AF273543D5}"/>
              </a:ext>
            </a:extLst>
          </p:cNvPr>
          <p:cNvSpPr>
            <a:spLocks noGrp="1"/>
          </p:cNvSpPr>
          <p:nvPr>
            <p:ph type="body" sz="quarter" idx="20" hasCustomPrompt="1"/>
          </p:nvPr>
        </p:nvSpPr>
        <p:spPr>
          <a:xfrm>
            <a:off x="5217181" y="4787900"/>
            <a:ext cx="1752600" cy="1854200"/>
          </a:xfrm>
        </p:spPr>
        <p:txBody>
          <a:bodyPr anchor="ctr">
            <a:noAutofit/>
          </a:bodyPr>
          <a:lstStyle>
            <a:lvl1pPr marL="0" indent="0" algn="ctr">
              <a:buNone/>
              <a:defRPr sz="1350">
                <a:solidFill>
                  <a:schemeClr val="bg1"/>
                </a:solidFill>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Tree>
    <p:extLst>
      <p:ext uri="{BB962C8B-B14F-4D97-AF65-F5344CB8AC3E}">
        <p14:creationId xmlns:p14="http://schemas.microsoft.com/office/powerpoint/2010/main" val="180543860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7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251817" y="318255"/>
            <a:ext cx="8640366" cy="758824"/>
          </a:xfrm>
        </p:spPr>
        <p:txBody>
          <a:bodyPr/>
          <a:lstStyle/>
          <a:p>
            <a:r>
              <a:rPr lang="en-US"/>
              <a:t>Click to edit Master title style</a:t>
            </a:r>
            <a:endParaRPr lang="en-US" dirty="0"/>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278607" y="1233488"/>
            <a:ext cx="8640365" cy="3049754"/>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8639175" y="6581978"/>
            <a:ext cx="279797" cy="206104"/>
          </a:xfrm>
          <a:prstGeom prst="rect">
            <a:avLst/>
          </a:prstGeom>
        </p:spPr>
        <p:txBody>
          <a:bodyPr/>
          <a:lstStyle/>
          <a:p>
            <a:fld id="{03DC2DEF-D2FE-4B45-ABA4-9F153FD1C98A}" type="slidenum">
              <a:rPr lang="en-US" smtClean="0"/>
              <a:t>‹#›</a:t>
            </a:fld>
            <a:endParaRPr lang="en-US" dirty="0"/>
          </a:p>
        </p:txBody>
      </p:sp>
      <p:sp>
        <p:nvSpPr>
          <p:cNvPr id="20" name="Picture Placeholder 33">
            <a:extLst>
              <a:ext uri="{FF2B5EF4-FFF2-40B4-BE49-F238E27FC236}">
                <a16:creationId xmlns:a16="http://schemas.microsoft.com/office/drawing/2014/main" id="{917F3183-F8DC-409E-BDAF-E3190E5CC10A}"/>
              </a:ext>
            </a:extLst>
          </p:cNvPr>
          <p:cNvSpPr>
            <a:spLocks noGrp="1"/>
          </p:cNvSpPr>
          <p:nvPr>
            <p:ph type="pic" sz="quarter" idx="13"/>
          </p:nvPr>
        </p:nvSpPr>
        <p:spPr>
          <a:xfrm>
            <a:off x="1100033" y="2999731"/>
            <a:ext cx="1054307" cy="1162644"/>
          </a:xfrm>
        </p:spPr>
        <p:txBody>
          <a:bodyPr>
            <a:normAutofit/>
          </a:bodyPr>
          <a:lstStyle>
            <a:lvl1pPr marL="0" indent="0" algn="ctr">
              <a:buNone/>
              <a:defRPr sz="1500">
                <a:solidFill>
                  <a:schemeClr val="tx1"/>
                </a:solidFill>
              </a:defRPr>
            </a:lvl1pPr>
          </a:lstStyle>
          <a:p>
            <a:r>
              <a:rPr lang="en-US"/>
              <a:t>Click icon to add picture</a:t>
            </a:r>
            <a:endParaRPr lang="en-US" dirty="0"/>
          </a:p>
        </p:txBody>
      </p:sp>
      <p:sp>
        <p:nvSpPr>
          <p:cNvPr id="25" name="Picture Placeholder 33">
            <a:extLst>
              <a:ext uri="{FF2B5EF4-FFF2-40B4-BE49-F238E27FC236}">
                <a16:creationId xmlns:a16="http://schemas.microsoft.com/office/drawing/2014/main" id="{8DCF90EE-8A0F-46BB-A8EC-27CB7826EB0D}"/>
              </a:ext>
            </a:extLst>
          </p:cNvPr>
          <p:cNvSpPr>
            <a:spLocks noGrp="1"/>
          </p:cNvSpPr>
          <p:nvPr>
            <p:ph type="pic" sz="quarter" idx="17"/>
          </p:nvPr>
        </p:nvSpPr>
        <p:spPr>
          <a:xfrm>
            <a:off x="3081101" y="2999731"/>
            <a:ext cx="1054307" cy="1162644"/>
          </a:xfrm>
        </p:spPr>
        <p:txBody>
          <a:bodyPr>
            <a:normAutofit/>
          </a:bodyPr>
          <a:lstStyle>
            <a:lvl1pPr marL="0" indent="0" algn="ctr">
              <a:buNone/>
              <a:defRPr sz="1500">
                <a:solidFill>
                  <a:schemeClr val="tx1"/>
                </a:solidFill>
              </a:defRPr>
            </a:lvl1pPr>
          </a:lstStyle>
          <a:p>
            <a:r>
              <a:rPr lang="en-US"/>
              <a:t>Click icon to add picture</a:t>
            </a:r>
            <a:endParaRPr lang="en-US" dirty="0"/>
          </a:p>
        </p:txBody>
      </p:sp>
      <p:sp>
        <p:nvSpPr>
          <p:cNvPr id="26" name="Picture Placeholder 33">
            <a:extLst>
              <a:ext uri="{FF2B5EF4-FFF2-40B4-BE49-F238E27FC236}">
                <a16:creationId xmlns:a16="http://schemas.microsoft.com/office/drawing/2014/main" id="{4B6BCE84-A7A7-4701-966F-9F969C523C51}"/>
              </a:ext>
            </a:extLst>
          </p:cNvPr>
          <p:cNvSpPr>
            <a:spLocks noGrp="1"/>
          </p:cNvSpPr>
          <p:nvPr>
            <p:ph type="pic" sz="quarter" idx="18"/>
          </p:nvPr>
        </p:nvSpPr>
        <p:spPr>
          <a:xfrm>
            <a:off x="5062168" y="2999731"/>
            <a:ext cx="1054307" cy="1162644"/>
          </a:xfrm>
        </p:spPr>
        <p:txBody>
          <a:bodyPr>
            <a:normAutofit/>
          </a:bodyPr>
          <a:lstStyle>
            <a:lvl1pPr marL="0" indent="0" algn="ctr">
              <a:buNone/>
              <a:defRPr sz="1500">
                <a:solidFill>
                  <a:schemeClr val="tx1"/>
                </a:solidFill>
              </a:defRPr>
            </a:lvl1pPr>
          </a:lstStyle>
          <a:p>
            <a:r>
              <a:rPr lang="en-US"/>
              <a:t>Click icon to add picture</a:t>
            </a:r>
            <a:endParaRPr lang="en-US" dirty="0"/>
          </a:p>
        </p:txBody>
      </p:sp>
      <p:sp>
        <p:nvSpPr>
          <p:cNvPr id="27" name="Picture Placeholder 33">
            <a:extLst>
              <a:ext uri="{FF2B5EF4-FFF2-40B4-BE49-F238E27FC236}">
                <a16:creationId xmlns:a16="http://schemas.microsoft.com/office/drawing/2014/main" id="{2F810615-16AA-4D3F-93BB-1074BABE1234}"/>
              </a:ext>
            </a:extLst>
          </p:cNvPr>
          <p:cNvSpPr>
            <a:spLocks noGrp="1"/>
          </p:cNvSpPr>
          <p:nvPr>
            <p:ph type="pic" sz="quarter" idx="19"/>
          </p:nvPr>
        </p:nvSpPr>
        <p:spPr>
          <a:xfrm>
            <a:off x="7076316" y="2999731"/>
            <a:ext cx="1054307" cy="1162644"/>
          </a:xfrm>
        </p:spPr>
        <p:txBody>
          <a:bodyPr>
            <a:normAutofit/>
          </a:bodyPr>
          <a:lstStyle>
            <a:lvl1pPr marL="0" indent="0" algn="ctr">
              <a:buNone/>
              <a:defRPr sz="1500">
                <a:solidFill>
                  <a:schemeClr val="tx1"/>
                </a:solidFill>
              </a:defRPr>
            </a:lvl1pPr>
          </a:lstStyle>
          <a:p>
            <a:r>
              <a:rPr lang="en-US"/>
              <a:t>Click icon to add picture</a:t>
            </a:r>
            <a:endParaRPr lang="en-US" dirty="0"/>
          </a:p>
        </p:txBody>
      </p:sp>
      <p:sp>
        <p:nvSpPr>
          <p:cNvPr id="32" name="Rectangle 31">
            <a:extLst>
              <a:ext uri="{FF2B5EF4-FFF2-40B4-BE49-F238E27FC236}">
                <a16:creationId xmlns:a16="http://schemas.microsoft.com/office/drawing/2014/main" id="{E9E999B4-BC91-4EF5-915C-59E58E141134}"/>
              </a:ext>
            </a:extLst>
          </p:cNvPr>
          <p:cNvSpPr/>
          <p:nvPr userDrawn="1"/>
        </p:nvSpPr>
        <p:spPr>
          <a:xfrm>
            <a:off x="734940" y="4514248"/>
            <a:ext cx="1784494" cy="168652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8E3D72D1-545E-4FA9-B18F-DBE257DA9472}"/>
              </a:ext>
            </a:extLst>
          </p:cNvPr>
          <p:cNvSpPr/>
          <p:nvPr userDrawn="1"/>
        </p:nvSpPr>
        <p:spPr>
          <a:xfrm>
            <a:off x="2716008" y="4514248"/>
            <a:ext cx="1784494" cy="168652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A1FF2C74-7F94-4D15-9530-4844CA0ABABA}"/>
              </a:ext>
            </a:extLst>
          </p:cNvPr>
          <p:cNvSpPr/>
          <p:nvPr userDrawn="1"/>
        </p:nvSpPr>
        <p:spPr>
          <a:xfrm>
            <a:off x="4697075" y="4514248"/>
            <a:ext cx="1784494" cy="168652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D65048BF-5755-467D-94DA-799CD1A9ED70}"/>
              </a:ext>
            </a:extLst>
          </p:cNvPr>
          <p:cNvSpPr/>
          <p:nvPr userDrawn="1"/>
        </p:nvSpPr>
        <p:spPr>
          <a:xfrm>
            <a:off x="6678141" y="4514248"/>
            <a:ext cx="1784494" cy="1686527"/>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Text Placeholder 39">
            <a:extLst>
              <a:ext uri="{FF2B5EF4-FFF2-40B4-BE49-F238E27FC236}">
                <a16:creationId xmlns:a16="http://schemas.microsoft.com/office/drawing/2014/main" id="{3C8488B4-AC1B-43A6-A416-3F5BC72456F9}"/>
              </a:ext>
            </a:extLst>
          </p:cNvPr>
          <p:cNvSpPr>
            <a:spLocks noGrp="1"/>
          </p:cNvSpPr>
          <p:nvPr>
            <p:ph type="body" sz="quarter" idx="20" hasCustomPrompt="1"/>
          </p:nvPr>
        </p:nvSpPr>
        <p:spPr>
          <a:xfrm>
            <a:off x="818599" y="4598182"/>
            <a:ext cx="1617176" cy="1330436"/>
          </a:xfrm>
        </p:spPr>
        <p:txBody>
          <a:bodyPr>
            <a:noAutofit/>
          </a:bodyPr>
          <a:lstStyle>
            <a:lvl1pPr marL="0" indent="0" algn="ctr">
              <a:buNone/>
              <a:defRPr sz="1350">
                <a:solidFill>
                  <a:schemeClr val="bg1"/>
                </a:solidFill>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950DB978-3832-472D-9958-42D6A712EA6B}"/>
              </a:ext>
            </a:extLst>
          </p:cNvPr>
          <p:cNvSpPr>
            <a:spLocks noGrp="1"/>
          </p:cNvSpPr>
          <p:nvPr>
            <p:ph type="body" sz="quarter" idx="21" hasCustomPrompt="1"/>
          </p:nvPr>
        </p:nvSpPr>
        <p:spPr>
          <a:xfrm>
            <a:off x="2799666" y="4598182"/>
            <a:ext cx="1617176" cy="1330436"/>
          </a:xfrm>
        </p:spPr>
        <p:txBody>
          <a:bodyPr>
            <a:noAutofit/>
          </a:bodyPr>
          <a:lstStyle>
            <a:lvl1pPr marL="0" indent="0" algn="ctr">
              <a:buNone/>
              <a:defRPr sz="1350">
                <a:solidFill>
                  <a:schemeClr val="bg1"/>
                </a:solidFill>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7A9C8821-D3DD-40C3-83BD-38D190405711}"/>
              </a:ext>
            </a:extLst>
          </p:cNvPr>
          <p:cNvSpPr>
            <a:spLocks noGrp="1"/>
          </p:cNvSpPr>
          <p:nvPr>
            <p:ph type="body" sz="quarter" idx="22" hasCustomPrompt="1"/>
          </p:nvPr>
        </p:nvSpPr>
        <p:spPr>
          <a:xfrm>
            <a:off x="4780733" y="4598182"/>
            <a:ext cx="1617176" cy="1330436"/>
          </a:xfrm>
        </p:spPr>
        <p:txBody>
          <a:bodyPr>
            <a:noAutofit/>
          </a:bodyPr>
          <a:lstStyle>
            <a:lvl1pPr marL="0" indent="0" algn="ctr">
              <a:buNone/>
              <a:defRPr sz="1350">
                <a:solidFill>
                  <a:schemeClr val="bg1"/>
                </a:solidFill>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C3FC554A-BF67-40BD-BD4F-B2EA17BBDBC1}"/>
              </a:ext>
            </a:extLst>
          </p:cNvPr>
          <p:cNvSpPr>
            <a:spLocks noGrp="1"/>
          </p:cNvSpPr>
          <p:nvPr>
            <p:ph type="body" sz="quarter" idx="23" hasCustomPrompt="1"/>
          </p:nvPr>
        </p:nvSpPr>
        <p:spPr>
          <a:xfrm>
            <a:off x="6761800" y="4598182"/>
            <a:ext cx="1617176" cy="1330436"/>
          </a:xfrm>
        </p:spPr>
        <p:txBody>
          <a:bodyPr>
            <a:noAutofit/>
          </a:bodyPr>
          <a:lstStyle>
            <a:lvl1pPr marL="0" indent="0" algn="ctr">
              <a:buNone/>
              <a:defRPr sz="1350">
                <a:solidFill>
                  <a:schemeClr val="bg1"/>
                </a:solidFill>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cxnSp>
        <p:nvCxnSpPr>
          <p:cNvPr id="6" name="Straight Connector 5">
            <a:extLst>
              <a:ext uri="{FF2B5EF4-FFF2-40B4-BE49-F238E27FC236}">
                <a16:creationId xmlns:a16="http://schemas.microsoft.com/office/drawing/2014/main" id="{62ECF54D-C7AE-4FFE-A9FA-ECD663CD2A09}"/>
              </a:ext>
            </a:extLst>
          </p:cNvPr>
          <p:cNvCxnSpPr>
            <a:cxnSpLocks/>
          </p:cNvCxnSpPr>
          <p:nvPr userDrawn="1"/>
        </p:nvCxnSpPr>
        <p:spPr>
          <a:xfrm>
            <a:off x="734940" y="4357837"/>
            <a:ext cx="1784494"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7FB84BED-8481-4D23-AE06-31529215FE6C}"/>
              </a:ext>
            </a:extLst>
          </p:cNvPr>
          <p:cNvCxnSpPr>
            <a:cxnSpLocks/>
          </p:cNvCxnSpPr>
          <p:nvPr userDrawn="1"/>
        </p:nvCxnSpPr>
        <p:spPr>
          <a:xfrm>
            <a:off x="2716008" y="4357837"/>
            <a:ext cx="178449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A09D405-9228-4697-A91F-4E5A2B5B6512}"/>
              </a:ext>
            </a:extLst>
          </p:cNvPr>
          <p:cNvCxnSpPr>
            <a:cxnSpLocks/>
          </p:cNvCxnSpPr>
          <p:nvPr userDrawn="1"/>
        </p:nvCxnSpPr>
        <p:spPr>
          <a:xfrm>
            <a:off x="4697076" y="4357837"/>
            <a:ext cx="1784494" cy="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645748A-37E1-4661-B50F-D1FCAF7F3088}"/>
              </a:ext>
            </a:extLst>
          </p:cNvPr>
          <p:cNvCxnSpPr>
            <a:cxnSpLocks/>
          </p:cNvCxnSpPr>
          <p:nvPr userDrawn="1"/>
        </p:nvCxnSpPr>
        <p:spPr>
          <a:xfrm>
            <a:off x="6678143" y="4357837"/>
            <a:ext cx="1784494" cy="0"/>
          </a:xfrm>
          <a:prstGeom prst="line">
            <a:avLst/>
          </a:prstGeom>
          <a:ln w="28575">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813749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278606" y="260351"/>
            <a:ext cx="8640366" cy="758824"/>
          </a:xfrm>
        </p:spPr>
        <p:txBody>
          <a:bodyPr/>
          <a:lstStyle/>
          <a:p>
            <a:r>
              <a:rPr lang="en-US"/>
              <a:t>Click to edit Master title style</a:t>
            </a:r>
            <a:endParaRPr lang="en-US" dirty="0"/>
          </a:p>
        </p:txBody>
      </p:sp>
      <p:sp>
        <p:nvSpPr>
          <p:cNvPr id="48" name="Picture Placeholder 6">
            <a:extLst>
              <a:ext uri="{FF2B5EF4-FFF2-40B4-BE49-F238E27FC236}">
                <a16:creationId xmlns:a16="http://schemas.microsoft.com/office/drawing/2014/main" id="{7E57D58E-479C-4409-8D5F-7CAC3178A771}"/>
              </a:ext>
            </a:extLst>
          </p:cNvPr>
          <p:cNvSpPr>
            <a:spLocks noGrp="1"/>
          </p:cNvSpPr>
          <p:nvPr>
            <p:ph type="pic" sz="quarter" idx="16"/>
          </p:nvPr>
        </p:nvSpPr>
        <p:spPr>
          <a:xfrm>
            <a:off x="278607" y="1233488"/>
            <a:ext cx="3105668" cy="5148262"/>
          </a:xfrm>
          <a:solidFill>
            <a:schemeClr val="bg1">
              <a:lumMod val="95000"/>
            </a:schemeClr>
          </a:solidFill>
        </p:spPr>
        <p:txBody>
          <a:bodyPr vert="horz" lIns="91440" tIns="45720" rIns="91440" bIns="45720" rtlCol="0">
            <a:normAutofit/>
          </a:bodyPr>
          <a:lstStyle>
            <a:lvl1pPr>
              <a:defRPr lang="en-US" sz="1350"/>
            </a:lvl1pPr>
          </a:lstStyle>
          <a:p>
            <a:pPr marL="0" lvl="0" indent="0" algn="ctr">
              <a:buNone/>
            </a:pPr>
            <a:r>
              <a:rPr lang="en-US"/>
              <a:t>Click icon to add picture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8639175" y="6581978"/>
            <a:ext cx="279797" cy="206104"/>
          </a:xfrm>
          <a:prstGeom prst="rect">
            <a:avLst/>
          </a:prstGeom>
        </p:spPr>
        <p:txBody>
          <a:bodyPr/>
          <a:lstStyle/>
          <a:p>
            <a:fld id="{03DC2DEF-D2FE-4B45-ABA4-9F153FD1C98A}" type="slidenum">
              <a:rPr lang="en-US" smtClean="0"/>
              <a:t>‹#›</a:t>
            </a:fld>
            <a:endParaRPr lang="en-US" dirty="0"/>
          </a:p>
        </p:txBody>
      </p:sp>
      <p:sp>
        <p:nvSpPr>
          <p:cNvPr id="18" name="Rectangle 17">
            <a:extLst>
              <a:ext uri="{FF2B5EF4-FFF2-40B4-BE49-F238E27FC236}">
                <a16:creationId xmlns:a16="http://schemas.microsoft.com/office/drawing/2014/main" id="{1DD2DC66-11E4-4714-A8DE-E8AC34D49655}"/>
              </a:ext>
            </a:extLst>
          </p:cNvPr>
          <p:cNvSpPr/>
          <p:nvPr userDrawn="1"/>
        </p:nvSpPr>
        <p:spPr>
          <a:xfrm>
            <a:off x="3461443" y="1233489"/>
            <a:ext cx="1778964" cy="51482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B6748F93-9B1D-4874-A164-A654BF7D6C8C}"/>
              </a:ext>
            </a:extLst>
          </p:cNvPr>
          <p:cNvGrpSpPr/>
          <p:nvPr userDrawn="1"/>
        </p:nvGrpSpPr>
        <p:grpSpPr>
          <a:xfrm>
            <a:off x="3631580" y="2462886"/>
            <a:ext cx="1438689" cy="2689468"/>
            <a:chOff x="4790661" y="2266122"/>
            <a:chExt cx="1918252" cy="2852530"/>
          </a:xfrm>
        </p:grpSpPr>
        <p:cxnSp>
          <p:nvCxnSpPr>
            <p:cNvPr id="4" name="Straight Connector 3">
              <a:extLst>
                <a:ext uri="{FF2B5EF4-FFF2-40B4-BE49-F238E27FC236}">
                  <a16:creationId xmlns:a16="http://schemas.microsoft.com/office/drawing/2014/main" id="{4AEF10CE-C943-4C6B-9DBF-5A0E63CDC89B}"/>
                </a:ext>
              </a:extLst>
            </p:cNvPr>
            <p:cNvCxnSpPr/>
            <p:nvPr userDrawn="1"/>
          </p:nvCxnSpPr>
          <p:spPr>
            <a:xfrm>
              <a:off x="4790661" y="2266122"/>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3428B198-0637-4F15-900F-6709BFE4BDEA}"/>
                </a:ext>
              </a:extLst>
            </p:cNvPr>
            <p:cNvCxnSpPr/>
            <p:nvPr userDrawn="1"/>
          </p:nvCxnSpPr>
          <p:spPr>
            <a:xfrm>
              <a:off x="4790661" y="3692387"/>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F29A1B0-F4AB-4243-979A-50FADE3330EA}"/>
                </a:ext>
              </a:extLst>
            </p:cNvPr>
            <p:cNvCxnSpPr/>
            <p:nvPr userDrawn="1"/>
          </p:nvCxnSpPr>
          <p:spPr>
            <a:xfrm>
              <a:off x="4790661" y="5118652"/>
              <a:ext cx="1918252"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3592996" y="6917634"/>
            <a:ext cx="143868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8" name="Group 27">
            <a:extLst>
              <a:ext uri="{FF2B5EF4-FFF2-40B4-BE49-F238E27FC236}">
                <a16:creationId xmlns:a16="http://schemas.microsoft.com/office/drawing/2014/main" id="{F894F998-0FDF-4CA2-802E-4FCFA7674171}"/>
              </a:ext>
            </a:extLst>
          </p:cNvPr>
          <p:cNvGrpSpPr/>
          <p:nvPr userDrawn="1"/>
        </p:nvGrpSpPr>
        <p:grpSpPr>
          <a:xfrm>
            <a:off x="5317575" y="2462886"/>
            <a:ext cx="3601397" cy="2689468"/>
            <a:chOff x="4790661" y="2266122"/>
            <a:chExt cx="1918252" cy="2852530"/>
          </a:xfrm>
        </p:grpSpPr>
        <p:cxnSp>
          <p:nvCxnSpPr>
            <p:cNvPr id="33" name="Straight Connector 32">
              <a:extLst>
                <a:ext uri="{FF2B5EF4-FFF2-40B4-BE49-F238E27FC236}">
                  <a16:creationId xmlns:a16="http://schemas.microsoft.com/office/drawing/2014/main" id="{C1F0C0C8-87C4-49FB-B35B-E937E9D0BEC5}"/>
                </a:ext>
              </a:extLst>
            </p:cNvPr>
            <p:cNvCxnSpPr/>
            <p:nvPr userDrawn="1"/>
          </p:nvCxnSpPr>
          <p:spPr>
            <a:xfrm>
              <a:off x="4790661" y="2266122"/>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4857C5D3-7E33-4894-8AC3-0FD1BEB12F40}"/>
                </a:ext>
              </a:extLst>
            </p:cNvPr>
            <p:cNvCxnSpPr/>
            <p:nvPr userDrawn="1"/>
          </p:nvCxnSpPr>
          <p:spPr>
            <a:xfrm>
              <a:off x="4790661" y="3692387"/>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100BA9F8-92BF-42F0-BD46-D9B7E7422F75}"/>
                </a:ext>
              </a:extLst>
            </p:cNvPr>
            <p:cNvCxnSpPr/>
            <p:nvPr userDrawn="1"/>
          </p:nvCxnSpPr>
          <p:spPr>
            <a:xfrm>
              <a:off x="4790661" y="5118652"/>
              <a:ext cx="1918252"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sp>
        <p:nvSpPr>
          <p:cNvPr id="39" name="Text Placeholder 39">
            <a:extLst>
              <a:ext uri="{FF2B5EF4-FFF2-40B4-BE49-F238E27FC236}">
                <a16:creationId xmlns:a16="http://schemas.microsoft.com/office/drawing/2014/main" id="{9760B601-DCBC-47C8-95BE-A5DFCCBAD096}"/>
              </a:ext>
            </a:extLst>
          </p:cNvPr>
          <p:cNvSpPr>
            <a:spLocks noGrp="1"/>
          </p:cNvSpPr>
          <p:nvPr>
            <p:ph type="body" sz="quarter" idx="20" hasCustomPrompt="1"/>
          </p:nvPr>
        </p:nvSpPr>
        <p:spPr>
          <a:xfrm>
            <a:off x="5374881" y="1463643"/>
            <a:ext cx="3544091" cy="758822"/>
          </a:xfrm>
        </p:spPr>
        <p:txBody>
          <a:bodyPr anchor="ctr">
            <a:noAutofit/>
          </a:bodyPr>
          <a:lstStyle>
            <a:lvl1pPr marL="0" indent="0" algn="l">
              <a:buNone/>
              <a:defRPr sz="1350">
                <a:solidFill>
                  <a:schemeClr val="tx1"/>
                </a:solidFill>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179CBA0C-6465-4209-AF3F-548A57F20CE8}"/>
              </a:ext>
            </a:extLst>
          </p:cNvPr>
          <p:cNvSpPr>
            <a:spLocks noGrp="1"/>
          </p:cNvSpPr>
          <p:nvPr>
            <p:ph type="body" sz="quarter" idx="21" hasCustomPrompt="1"/>
          </p:nvPr>
        </p:nvSpPr>
        <p:spPr>
          <a:xfrm>
            <a:off x="5374881" y="2741755"/>
            <a:ext cx="3544091" cy="758822"/>
          </a:xfrm>
        </p:spPr>
        <p:txBody>
          <a:bodyPr anchor="ctr">
            <a:noAutofit/>
          </a:bodyPr>
          <a:lstStyle>
            <a:lvl1pPr marL="0" indent="0" algn="l">
              <a:buNone/>
              <a:defRPr sz="1350">
                <a:solidFill>
                  <a:schemeClr val="tx1"/>
                </a:solidFill>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99852211-6BD9-4B69-BBC9-F2181F272D23}"/>
              </a:ext>
            </a:extLst>
          </p:cNvPr>
          <p:cNvSpPr>
            <a:spLocks noGrp="1"/>
          </p:cNvSpPr>
          <p:nvPr>
            <p:ph type="body" sz="quarter" idx="22" hasCustomPrompt="1"/>
          </p:nvPr>
        </p:nvSpPr>
        <p:spPr>
          <a:xfrm>
            <a:off x="5374881" y="4069997"/>
            <a:ext cx="3544091" cy="758822"/>
          </a:xfrm>
        </p:spPr>
        <p:txBody>
          <a:bodyPr anchor="ctr">
            <a:noAutofit/>
          </a:bodyPr>
          <a:lstStyle>
            <a:lvl1pPr marL="0" indent="0" algn="l">
              <a:buNone/>
              <a:defRPr sz="1350">
                <a:solidFill>
                  <a:schemeClr val="tx1"/>
                </a:solidFill>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EEF11D65-7095-41D2-9630-E2EB44552E58}"/>
              </a:ext>
            </a:extLst>
          </p:cNvPr>
          <p:cNvSpPr>
            <a:spLocks noGrp="1"/>
          </p:cNvSpPr>
          <p:nvPr>
            <p:ph type="body" sz="quarter" idx="23" hasCustomPrompt="1"/>
          </p:nvPr>
        </p:nvSpPr>
        <p:spPr>
          <a:xfrm>
            <a:off x="5374881" y="5394355"/>
            <a:ext cx="3544091" cy="758822"/>
          </a:xfrm>
        </p:spPr>
        <p:txBody>
          <a:bodyPr anchor="ctr">
            <a:noAutofit/>
          </a:bodyPr>
          <a:lstStyle>
            <a:lvl1pPr marL="0" indent="0" algn="l">
              <a:buNone/>
              <a:defRPr sz="1350">
                <a:solidFill>
                  <a:schemeClr val="tx1"/>
                </a:solidFill>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3920679" y="1437539"/>
            <a:ext cx="860494" cy="811033"/>
          </a:xfrm>
        </p:spPr>
        <p:txBody>
          <a:bodyPr>
            <a:normAutofit/>
          </a:bodyPr>
          <a:lstStyle>
            <a:lvl1pPr marL="0" indent="0" algn="ctr">
              <a:buNone/>
              <a:defRPr sz="1200">
                <a:solidFill>
                  <a:schemeClr val="bg1"/>
                </a:solidFill>
              </a:defRPr>
            </a:lvl1pPr>
          </a:lstStyle>
          <a:p>
            <a:r>
              <a:rPr lang="en-US"/>
              <a:t>Click icon to add picture</a:t>
            </a:r>
            <a:endParaRPr lang="en-US" dirty="0"/>
          </a:p>
        </p:txBody>
      </p:sp>
      <p:sp>
        <p:nvSpPr>
          <p:cNvPr id="44" name="Picture Placeholder 33">
            <a:extLst>
              <a:ext uri="{FF2B5EF4-FFF2-40B4-BE49-F238E27FC236}">
                <a16:creationId xmlns:a16="http://schemas.microsoft.com/office/drawing/2014/main" id="{9A1BE0BE-1FFD-445C-B6BA-E4A602D22112}"/>
              </a:ext>
            </a:extLst>
          </p:cNvPr>
          <p:cNvSpPr>
            <a:spLocks noGrp="1"/>
          </p:cNvSpPr>
          <p:nvPr>
            <p:ph type="pic" sz="quarter" idx="24"/>
          </p:nvPr>
        </p:nvSpPr>
        <p:spPr>
          <a:xfrm>
            <a:off x="3920679" y="2715651"/>
            <a:ext cx="860494" cy="811033"/>
          </a:xfrm>
        </p:spPr>
        <p:txBody>
          <a:bodyPr>
            <a:normAutofit/>
          </a:bodyPr>
          <a:lstStyle>
            <a:lvl1pPr marL="0" indent="0" algn="ctr">
              <a:buNone/>
              <a:defRPr sz="1200">
                <a:solidFill>
                  <a:schemeClr val="bg1"/>
                </a:solidFill>
              </a:defRPr>
            </a:lvl1pPr>
          </a:lstStyle>
          <a:p>
            <a:r>
              <a:rPr lang="en-US"/>
              <a:t>Click icon to add picture</a:t>
            </a:r>
            <a:endParaRPr lang="en-US" dirty="0"/>
          </a:p>
        </p:txBody>
      </p:sp>
      <p:sp>
        <p:nvSpPr>
          <p:cNvPr id="45" name="Picture Placeholder 33">
            <a:extLst>
              <a:ext uri="{FF2B5EF4-FFF2-40B4-BE49-F238E27FC236}">
                <a16:creationId xmlns:a16="http://schemas.microsoft.com/office/drawing/2014/main" id="{B577AF17-6C7E-48B9-B267-0874B232A710}"/>
              </a:ext>
            </a:extLst>
          </p:cNvPr>
          <p:cNvSpPr>
            <a:spLocks noGrp="1"/>
          </p:cNvSpPr>
          <p:nvPr>
            <p:ph type="pic" sz="quarter" idx="25"/>
          </p:nvPr>
        </p:nvSpPr>
        <p:spPr>
          <a:xfrm>
            <a:off x="3920679" y="4043893"/>
            <a:ext cx="860494" cy="811033"/>
          </a:xfrm>
        </p:spPr>
        <p:txBody>
          <a:bodyPr>
            <a:normAutofit/>
          </a:bodyPr>
          <a:lstStyle>
            <a:lvl1pPr marL="0" indent="0" algn="ctr">
              <a:buNone/>
              <a:defRPr sz="1200">
                <a:solidFill>
                  <a:schemeClr val="bg1"/>
                </a:solidFill>
              </a:defRPr>
            </a:lvl1pPr>
          </a:lstStyle>
          <a:p>
            <a:r>
              <a:rPr lang="en-US"/>
              <a:t>Click icon to add picture</a:t>
            </a:r>
            <a:endParaRPr lang="en-US" dirty="0"/>
          </a:p>
        </p:txBody>
      </p:sp>
      <p:sp>
        <p:nvSpPr>
          <p:cNvPr id="46" name="Picture Placeholder 33">
            <a:extLst>
              <a:ext uri="{FF2B5EF4-FFF2-40B4-BE49-F238E27FC236}">
                <a16:creationId xmlns:a16="http://schemas.microsoft.com/office/drawing/2014/main" id="{98A01AB1-3434-46C7-B1B3-90AFD4B1799F}"/>
              </a:ext>
            </a:extLst>
          </p:cNvPr>
          <p:cNvSpPr>
            <a:spLocks noGrp="1"/>
          </p:cNvSpPr>
          <p:nvPr>
            <p:ph type="pic" sz="quarter" idx="26"/>
          </p:nvPr>
        </p:nvSpPr>
        <p:spPr>
          <a:xfrm>
            <a:off x="3920679" y="5368251"/>
            <a:ext cx="860494" cy="811033"/>
          </a:xfrm>
        </p:spPr>
        <p:txBody>
          <a:bodyPr>
            <a:normAutofit/>
          </a:bodyPr>
          <a:lstStyle>
            <a:lvl1pPr marL="0" indent="0" algn="ctr">
              <a:buNone/>
              <a:defRPr sz="12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197690058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9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278606" y="260351"/>
            <a:ext cx="8640366"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8639175" y="6581978"/>
            <a:ext cx="279797" cy="206104"/>
          </a:xfrm>
          <a:prstGeom prst="rect">
            <a:avLst/>
          </a:prstGeo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3592996" y="6917634"/>
            <a:ext cx="143868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1DD2DC66-11E4-4714-A8DE-E8AC34D49655}"/>
              </a:ext>
            </a:extLst>
          </p:cNvPr>
          <p:cNvSpPr/>
          <p:nvPr userDrawn="1"/>
        </p:nvSpPr>
        <p:spPr>
          <a:xfrm>
            <a:off x="278606" y="1233489"/>
            <a:ext cx="1719900" cy="242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EAF541B1-4F4B-40BC-BF0B-B80864399D0C}"/>
              </a:ext>
            </a:extLst>
          </p:cNvPr>
          <p:cNvSpPr/>
          <p:nvPr userDrawn="1"/>
        </p:nvSpPr>
        <p:spPr>
          <a:xfrm>
            <a:off x="278606" y="3773173"/>
            <a:ext cx="1719900" cy="2427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DB837A4A-8DA3-4F45-9468-2C7DE5B35803}"/>
              </a:ext>
            </a:extLst>
          </p:cNvPr>
          <p:cNvSpPr/>
          <p:nvPr userDrawn="1"/>
        </p:nvSpPr>
        <p:spPr>
          <a:xfrm>
            <a:off x="4627977" y="1233488"/>
            <a:ext cx="1720678" cy="24276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39CA034F-F360-4CF5-B944-C16768254C5A}"/>
              </a:ext>
            </a:extLst>
          </p:cNvPr>
          <p:cNvSpPr/>
          <p:nvPr userDrawn="1"/>
        </p:nvSpPr>
        <p:spPr>
          <a:xfrm>
            <a:off x="4627977" y="3773172"/>
            <a:ext cx="1720678" cy="24276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461605" y="1713955"/>
            <a:ext cx="1353903" cy="1466666"/>
          </a:xfrm>
        </p:spPr>
        <p:txBody>
          <a:bodyPr>
            <a:normAutofit/>
          </a:bodyPr>
          <a:lstStyle>
            <a:lvl1pPr marL="0" indent="0" algn="ctr">
              <a:buNone/>
              <a:defRPr sz="1200">
                <a:solidFill>
                  <a:schemeClr val="bg1"/>
                </a:solidFill>
              </a:defRPr>
            </a:lvl1pPr>
          </a:lstStyle>
          <a:p>
            <a:r>
              <a:rPr lang="en-US"/>
              <a:t>Click icon to add picture</a:t>
            </a:r>
            <a:endParaRPr lang="en-US" dirty="0"/>
          </a:p>
        </p:txBody>
      </p:sp>
      <p:sp>
        <p:nvSpPr>
          <p:cNvPr id="32" name="Rectangle 31">
            <a:extLst>
              <a:ext uri="{FF2B5EF4-FFF2-40B4-BE49-F238E27FC236}">
                <a16:creationId xmlns:a16="http://schemas.microsoft.com/office/drawing/2014/main" id="{ECA01639-D8FA-4F18-8FE5-E923F5A1BB48}"/>
              </a:ext>
            </a:extLst>
          </p:cNvPr>
          <p:cNvSpPr/>
          <p:nvPr userDrawn="1"/>
        </p:nvSpPr>
        <p:spPr>
          <a:xfrm>
            <a:off x="2047921" y="1233489"/>
            <a:ext cx="2506686"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AF02D09E-3C25-405E-BF24-A884A07C224A}"/>
              </a:ext>
            </a:extLst>
          </p:cNvPr>
          <p:cNvSpPr/>
          <p:nvPr userDrawn="1"/>
        </p:nvSpPr>
        <p:spPr>
          <a:xfrm>
            <a:off x="2047921" y="3773172"/>
            <a:ext cx="2506686"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Text Placeholder 39">
            <a:extLst>
              <a:ext uri="{FF2B5EF4-FFF2-40B4-BE49-F238E27FC236}">
                <a16:creationId xmlns:a16="http://schemas.microsoft.com/office/drawing/2014/main" id="{9760B601-DCBC-47C8-95BE-A5DFCCBAD096}"/>
              </a:ext>
            </a:extLst>
          </p:cNvPr>
          <p:cNvSpPr>
            <a:spLocks noGrp="1"/>
          </p:cNvSpPr>
          <p:nvPr>
            <p:ph type="body" sz="quarter" idx="20" hasCustomPrompt="1"/>
          </p:nvPr>
        </p:nvSpPr>
        <p:spPr>
          <a:xfrm>
            <a:off x="2175184" y="1460126"/>
            <a:ext cx="2252160" cy="1974324"/>
          </a:xfrm>
        </p:spPr>
        <p:txBody>
          <a:bodyPr anchor="ctr">
            <a:noAutofit/>
          </a:bodyPr>
          <a:lstStyle>
            <a:lvl1pPr marL="0" indent="0" algn="l">
              <a:buNone/>
              <a:defRPr sz="1350">
                <a:solidFill>
                  <a:schemeClr val="tx1"/>
                </a:solidFill>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35" name="Text Placeholder 39">
            <a:extLst>
              <a:ext uri="{FF2B5EF4-FFF2-40B4-BE49-F238E27FC236}">
                <a16:creationId xmlns:a16="http://schemas.microsoft.com/office/drawing/2014/main" id="{33BDF68D-A417-4526-95BD-83DC0A4FA5B1}"/>
              </a:ext>
            </a:extLst>
          </p:cNvPr>
          <p:cNvSpPr>
            <a:spLocks noGrp="1"/>
          </p:cNvSpPr>
          <p:nvPr>
            <p:ph type="body" sz="quarter" idx="27" hasCustomPrompt="1"/>
          </p:nvPr>
        </p:nvSpPr>
        <p:spPr>
          <a:xfrm>
            <a:off x="2175184" y="3999809"/>
            <a:ext cx="2252160" cy="1974324"/>
          </a:xfrm>
        </p:spPr>
        <p:txBody>
          <a:bodyPr anchor="ctr">
            <a:noAutofit/>
          </a:bodyPr>
          <a:lstStyle>
            <a:lvl1pPr marL="0" indent="0" algn="l">
              <a:buNone/>
              <a:defRPr sz="1350">
                <a:solidFill>
                  <a:schemeClr val="tx1"/>
                </a:solidFill>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36" name="Rectangle 35">
            <a:extLst>
              <a:ext uri="{FF2B5EF4-FFF2-40B4-BE49-F238E27FC236}">
                <a16:creationId xmlns:a16="http://schemas.microsoft.com/office/drawing/2014/main" id="{1C6F0F84-9668-4EA8-A3F5-3AD5AED3EFDD}"/>
              </a:ext>
            </a:extLst>
          </p:cNvPr>
          <p:cNvSpPr/>
          <p:nvPr userDrawn="1"/>
        </p:nvSpPr>
        <p:spPr>
          <a:xfrm>
            <a:off x="6412286" y="1233489"/>
            <a:ext cx="2506686"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19CCCFCB-4EAD-47A3-8F4A-307EE022DD53}"/>
              </a:ext>
            </a:extLst>
          </p:cNvPr>
          <p:cNvSpPr/>
          <p:nvPr userDrawn="1"/>
        </p:nvSpPr>
        <p:spPr>
          <a:xfrm>
            <a:off x="6412286" y="3773172"/>
            <a:ext cx="2506686" cy="242760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Text Placeholder 39">
            <a:extLst>
              <a:ext uri="{FF2B5EF4-FFF2-40B4-BE49-F238E27FC236}">
                <a16:creationId xmlns:a16="http://schemas.microsoft.com/office/drawing/2014/main" id="{058CD71F-A7E3-4F68-ADE3-4E6B1BAE3129}"/>
              </a:ext>
            </a:extLst>
          </p:cNvPr>
          <p:cNvSpPr>
            <a:spLocks noGrp="1"/>
          </p:cNvSpPr>
          <p:nvPr>
            <p:ph type="body" sz="quarter" idx="28" hasCustomPrompt="1"/>
          </p:nvPr>
        </p:nvSpPr>
        <p:spPr>
          <a:xfrm>
            <a:off x="6539549" y="1460126"/>
            <a:ext cx="2252160" cy="1974324"/>
          </a:xfrm>
        </p:spPr>
        <p:txBody>
          <a:bodyPr anchor="ctr">
            <a:noAutofit/>
          </a:bodyPr>
          <a:lstStyle>
            <a:lvl1pPr marL="0" indent="0" algn="l">
              <a:buNone/>
              <a:defRPr sz="1350">
                <a:solidFill>
                  <a:schemeClr val="tx1"/>
                </a:solidFill>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50" name="Text Placeholder 39">
            <a:extLst>
              <a:ext uri="{FF2B5EF4-FFF2-40B4-BE49-F238E27FC236}">
                <a16:creationId xmlns:a16="http://schemas.microsoft.com/office/drawing/2014/main" id="{6EC40EC2-3775-4AF2-965D-0235107D8342}"/>
              </a:ext>
            </a:extLst>
          </p:cNvPr>
          <p:cNvSpPr>
            <a:spLocks noGrp="1"/>
          </p:cNvSpPr>
          <p:nvPr>
            <p:ph type="body" sz="quarter" idx="29" hasCustomPrompt="1"/>
          </p:nvPr>
        </p:nvSpPr>
        <p:spPr>
          <a:xfrm>
            <a:off x="6539549" y="3999809"/>
            <a:ext cx="2252160" cy="1974324"/>
          </a:xfrm>
        </p:spPr>
        <p:txBody>
          <a:bodyPr anchor="ctr">
            <a:noAutofit/>
          </a:bodyPr>
          <a:lstStyle>
            <a:lvl1pPr marL="0" indent="0" algn="l">
              <a:buNone/>
              <a:defRPr sz="1350">
                <a:solidFill>
                  <a:schemeClr val="tx1"/>
                </a:solidFill>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51" name="Picture Placeholder 33">
            <a:extLst>
              <a:ext uri="{FF2B5EF4-FFF2-40B4-BE49-F238E27FC236}">
                <a16:creationId xmlns:a16="http://schemas.microsoft.com/office/drawing/2014/main" id="{F196EA03-E36C-4E2A-A82F-8FA76EC2DBFC}"/>
              </a:ext>
            </a:extLst>
          </p:cNvPr>
          <p:cNvSpPr>
            <a:spLocks noGrp="1"/>
          </p:cNvSpPr>
          <p:nvPr>
            <p:ph type="pic" sz="quarter" idx="30"/>
          </p:nvPr>
        </p:nvSpPr>
        <p:spPr>
          <a:xfrm>
            <a:off x="461605" y="4253638"/>
            <a:ext cx="1353903" cy="1466666"/>
          </a:xfrm>
        </p:spPr>
        <p:txBody>
          <a:bodyPr>
            <a:normAutofit/>
          </a:bodyPr>
          <a:lstStyle>
            <a:lvl1pPr marL="0" indent="0" algn="ctr">
              <a:buNone/>
              <a:defRPr sz="1200">
                <a:solidFill>
                  <a:schemeClr val="bg1"/>
                </a:solidFill>
              </a:defRPr>
            </a:lvl1pPr>
          </a:lstStyle>
          <a:p>
            <a:r>
              <a:rPr lang="en-US"/>
              <a:t>Click icon to add picture</a:t>
            </a:r>
            <a:endParaRPr lang="en-US" dirty="0"/>
          </a:p>
        </p:txBody>
      </p:sp>
      <p:sp>
        <p:nvSpPr>
          <p:cNvPr id="52" name="Picture Placeholder 33">
            <a:extLst>
              <a:ext uri="{FF2B5EF4-FFF2-40B4-BE49-F238E27FC236}">
                <a16:creationId xmlns:a16="http://schemas.microsoft.com/office/drawing/2014/main" id="{9A754FAD-4B3A-4A76-9F0D-84DA72FD822B}"/>
              </a:ext>
            </a:extLst>
          </p:cNvPr>
          <p:cNvSpPr>
            <a:spLocks noGrp="1"/>
          </p:cNvSpPr>
          <p:nvPr>
            <p:ph type="pic" sz="quarter" idx="31"/>
          </p:nvPr>
        </p:nvSpPr>
        <p:spPr>
          <a:xfrm>
            <a:off x="4811363" y="4253638"/>
            <a:ext cx="1353903" cy="1466666"/>
          </a:xfrm>
        </p:spPr>
        <p:txBody>
          <a:bodyPr>
            <a:normAutofit/>
          </a:bodyPr>
          <a:lstStyle>
            <a:lvl1pPr marL="0" indent="0" algn="ctr">
              <a:buNone/>
              <a:defRPr sz="1200">
                <a:solidFill>
                  <a:schemeClr val="bg1"/>
                </a:solidFill>
              </a:defRPr>
            </a:lvl1pPr>
          </a:lstStyle>
          <a:p>
            <a:r>
              <a:rPr lang="en-US"/>
              <a:t>Click icon to add picture</a:t>
            </a:r>
            <a:endParaRPr lang="en-US" dirty="0"/>
          </a:p>
        </p:txBody>
      </p:sp>
      <p:sp>
        <p:nvSpPr>
          <p:cNvPr id="53" name="Picture Placeholder 33">
            <a:extLst>
              <a:ext uri="{FF2B5EF4-FFF2-40B4-BE49-F238E27FC236}">
                <a16:creationId xmlns:a16="http://schemas.microsoft.com/office/drawing/2014/main" id="{7A45718F-1012-47C4-BF29-7462E5C6CB90}"/>
              </a:ext>
            </a:extLst>
          </p:cNvPr>
          <p:cNvSpPr>
            <a:spLocks noGrp="1"/>
          </p:cNvSpPr>
          <p:nvPr>
            <p:ph type="pic" sz="quarter" idx="32"/>
          </p:nvPr>
        </p:nvSpPr>
        <p:spPr>
          <a:xfrm>
            <a:off x="4811363" y="1713954"/>
            <a:ext cx="1353903" cy="1466666"/>
          </a:xfrm>
        </p:spPr>
        <p:txBody>
          <a:bodyPr>
            <a:normAutofit/>
          </a:bodyPr>
          <a:lstStyle>
            <a:lvl1pPr marL="0" indent="0" algn="ctr">
              <a:buNone/>
              <a:defRPr sz="12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96701435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0_Title Only">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DD2DC66-11E4-4714-A8DE-E8AC34D49655}"/>
              </a:ext>
            </a:extLst>
          </p:cNvPr>
          <p:cNvSpPr/>
          <p:nvPr userDrawn="1"/>
        </p:nvSpPr>
        <p:spPr>
          <a:xfrm>
            <a:off x="278606" y="1660869"/>
            <a:ext cx="2014960" cy="24276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8CD9ECBB-3A0A-409C-B1C0-C8F4C3087894}"/>
              </a:ext>
            </a:extLst>
          </p:cNvPr>
          <p:cNvSpPr/>
          <p:nvPr userDrawn="1"/>
        </p:nvSpPr>
        <p:spPr>
          <a:xfrm>
            <a:off x="2487075" y="1660869"/>
            <a:ext cx="2014960" cy="24276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6FB4FA2C-0414-484D-95CD-C5E17E33E238}"/>
              </a:ext>
            </a:extLst>
          </p:cNvPr>
          <p:cNvSpPr/>
          <p:nvPr userDrawn="1"/>
        </p:nvSpPr>
        <p:spPr>
          <a:xfrm>
            <a:off x="4695543" y="1660869"/>
            <a:ext cx="2014960" cy="242760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8D0DE753-6478-4950-8F99-15952FCB6521}"/>
              </a:ext>
            </a:extLst>
          </p:cNvPr>
          <p:cNvSpPr/>
          <p:nvPr userDrawn="1"/>
        </p:nvSpPr>
        <p:spPr>
          <a:xfrm>
            <a:off x="6904011" y="1660869"/>
            <a:ext cx="2014960" cy="2427601"/>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278606" y="260351"/>
            <a:ext cx="8640366"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8639175" y="6581978"/>
            <a:ext cx="279797" cy="206104"/>
          </a:xfrm>
          <a:prstGeom prst="rect">
            <a:avLst/>
          </a:prstGeo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3592996" y="6917634"/>
            <a:ext cx="143868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350565" y="1761485"/>
            <a:ext cx="1871041" cy="2226366"/>
          </a:xfrm>
        </p:spPr>
        <p:txBody>
          <a:bodyPr>
            <a:normAutofit/>
          </a:bodyPr>
          <a:lstStyle>
            <a:lvl1pPr marL="0" indent="0" algn="ctr">
              <a:buNone/>
              <a:defRPr sz="1200">
                <a:solidFill>
                  <a:schemeClr val="bg1"/>
                </a:solidFill>
              </a:defRPr>
            </a:lvl1pPr>
          </a:lstStyle>
          <a:p>
            <a:r>
              <a:rPr lang="en-US"/>
              <a:t>Click icon to add picture</a:t>
            </a:r>
            <a:endParaRPr lang="en-US" dirty="0"/>
          </a:p>
        </p:txBody>
      </p:sp>
      <p:sp>
        <p:nvSpPr>
          <p:cNvPr id="28" name="Picture Placeholder 33">
            <a:extLst>
              <a:ext uri="{FF2B5EF4-FFF2-40B4-BE49-F238E27FC236}">
                <a16:creationId xmlns:a16="http://schemas.microsoft.com/office/drawing/2014/main" id="{85BB27A3-DB87-46F4-8CA4-3C04A088E787}"/>
              </a:ext>
            </a:extLst>
          </p:cNvPr>
          <p:cNvSpPr>
            <a:spLocks noGrp="1"/>
          </p:cNvSpPr>
          <p:nvPr>
            <p:ph type="pic" sz="quarter" idx="21"/>
          </p:nvPr>
        </p:nvSpPr>
        <p:spPr>
          <a:xfrm>
            <a:off x="2559034" y="1761485"/>
            <a:ext cx="1871041" cy="2226366"/>
          </a:xfrm>
        </p:spPr>
        <p:txBody>
          <a:bodyPr>
            <a:normAutofit/>
          </a:bodyPr>
          <a:lstStyle>
            <a:lvl1pPr marL="0" indent="0" algn="ctr">
              <a:buNone/>
              <a:defRPr sz="1200">
                <a:solidFill>
                  <a:schemeClr val="bg1"/>
                </a:solidFill>
              </a:defRPr>
            </a:lvl1pPr>
          </a:lstStyle>
          <a:p>
            <a:r>
              <a:rPr lang="en-US"/>
              <a:t>Click icon to add picture</a:t>
            </a:r>
            <a:endParaRPr lang="en-US" dirty="0"/>
          </a:p>
        </p:txBody>
      </p:sp>
      <p:sp>
        <p:nvSpPr>
          <p:cNvPr id="29" name="Picture Placeholder 33">
            <a:extLst>
              <a:ext uri="{FF2B5EF4-FFF2-40B4-BE49-F238E27FC236}">
                <a16:creationId xmlns:a16="http://schemas.microsoft.com/office/drawing/2014/main" id="{F356E399-83ED-4937-A1CC-F591866C0E8C}"/>
              </a:ext>
            </a:extLst>
          </p:cNvPr>
          <p:cNvSpPr>
            <a:spLocks noGrp="1"/>
          </p:cNvSpPr>
          <p:nvPr>
            <p:ph type="pic" sz="quarter" idx="22"/>
          </p:nvPr>
        </p:nvSpPr>
        <p:spPr>
          <a:xfrm>
            <a:off x="4767502" y="1761485"/>
            <a:ext cx="1871041" cy="2226366"/>
          </a:xfrm>
        </p:spPr>
        <p:txBody>
          <a:bodyPr>
            <a:normAutofit/>
          </a:bodyPr>
          <a:lstStyle>
            <a:lvl1pPr marL="0" indent="0" algn="ctr">
              <a:buNone/>
              <a:defRPr sz="1200">
                <a:solidFill>
                  <a:schemeClr val="bg1"/>
                </a:solidFill>
              </a:defRPr>
            </a:lvl1pPr>
          </a:lstStyle>
          <a:p>
            <a:r>
              <a:rPr lang="en-US"/>
              <a:t>Click icon to add picture</a:t>
            </a:r>
            <a:endParaRPr lang="en-US" dirty="0"/>
          </a:p>
        </p:txBody>
      </p:sp>
      <p:sp>
        <p:nvSpPr>
          <p:cNvPr id="30" name="Picture Placeholder 33">
            <a:extLst>
              <a:ext uri="{FF2B5EF4-FFF2-40B4-BE49-F238E27FC236}">
                <a16:creationId xmlns:a16="http://schemas.microsoft.com/office/drawing/2014/main" id="{0967254B-CF1D-4F0D-A7F6-EC4E117B7509}"/>
              </a:ext>
            </a:extLst>
          </p:cNvPr>
          <p:cNvSpPr>
            <a:spLocks noGrp="1"/>
          </p:cNvSpPr>
          <p:nvPr>
            <p:ph type="pic" sz="quarter" idx="23"/>
          </p:nvPr>
        </p:nvSpPr>
        <p:spPr>
          <a:xfrm>
            <a:off x="6975971" y="1761485"/>
            <a:ext cx="1871041" cy="2226366"/>
          </a:xfrm>
        </p:spPr>
        <p:txBody>
          <a:bodyPr>
            <a:normAutofit/>
          </a:bodyPr>
          <a:lstStyle>
            <a:lvl1pPr marL="0" indent="0" algn="ctr">
              <a:buNone/>
              <a:defRPr sz="1200">
                <a:solidFill>
                  <a:schemeClr val="bg1"/>
                </a:solidFill>
              </a:defRPr>
            </a:lvl1pPr>
          </a:lstStyle>
          <a:p>
            <a:r>
              <a:rPr lang="en-US"/>
              <a:t>Click icon to add picture</a:t>
            </a:r>
            <a:endParaRPr lang="en-US" dirty="0"/>
          </a:p>
        </p:txBody>
      </p:sp>
      <p:sp>
        <p:nvSpPr>
          <p:cNvPr id="31" name="Text Placeholder 39">
            <a:extLst>
              <a:ext uri="{FF2B5EF4-FFF2-40B4-BE49-F238E27FC236}">
                <a16:creationId xmlns:a16="http://schemas.microsoft.com/office/drawing/2014/main" id="{0CEF6C35-6F7B-43AD-9E4D-44C2F8A7DFAC}"/>
              </a:ext>
            </a:extLst>
          </p:cNvPr>
          <p:cNvSpPr>
            <a:spLocks noGrp="1"/>
          </p:cNvSpPr>
          <p:nvPr>
            <p:ph type="body" sz="quarter" idx="20" hasCustomPrompt="1"/>
          </p:nvPr>
        </p:nvSpPr>
        <p:spPr>
          <a:xfrm>
            <a:off x="278606" y="4302783"/>
            <a:ext cx="2014960" cy="666781"/>
          </a:xfrm>
        </p:spPr>
        <p:txBody>
          <a:bodyPr anchor="t">
            <a:noAutofit/>
          </a:bodyPr>
          <a:lstStyle>
            <a:lvl1pPr marL="0" indent="0" algn="ctr">
              <a:buNone/>
              <a:defRPr sz="1500" b="1">
                <a:solidFill>
                  <a:schemeClr val="accent1"/>
                </a:solidFill>
                <a:latin typeface="+mj-lt"/>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33" name="Text Placeholder 39">
            <a:extLst>
              <a:ext uri="{FF2B5EF4-FFF2-40B4-BE49-F238E27FC236}">
                <a16:creationId xmlns:a16="http://schemas.microsoft.com/office/drawing/2014/main" id="{44EF032C-161A-4C58-B624-66488C255E1F}"/>
              </a:ext>
            </a:extLst>
          </p:cNvPr>
          <p:cNvSpPr>
            <a:spLocks noGrp="1"/>
          </p:cNvSpPr>
          <p:nvPr>
            <p:ph type="body" sz="quarter" idx="24" hasCustomPrompt="1"/>
          </p:nvPr>
        </p:nvSpPr>
        <p:spPr>
          <a:xfrm>
            <a:off x="278606" y="5058157"/>
            <a:ext cx="2014960" cy="666781"/>
          </a:xfrm>
        </p:spPr>
        <p:txBody>
          <a:bodyPr anchor="t">
            <a:noAutofit/>
          </a:bodyPr>
          <a:lstStyle>
            <a:lvl1pPr marL="0" indent="0" algn="ctr">
              <a:buNone/>
              <a:defRPr sz="1200" b="0">
                <a:solidFill>
                  <a:schemeClr val="tx1"/>
                </a:solidFill>
                <a:latin typeface="+mn-lt"/>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37" name="Text Placeholder 39">
            <a:extLst>
              <a:ext uri="{FF2B5EF4-FFF2-40B4-BE49-F238E27FC236}">
                <a16:creationId xmlns:a16="http://schemas.microsoft.com/office/drawing/2014/main" id="{ACF86334-F4A8-4CCD-944F-524700CD8386}"/>
              </a:ext>
            </a:extLst>
          </p:cNvPr>
          <p:cNvSpPr>
            <a:spLocks noGrp="1"/>
          </p:cNvSpPr>
          <p:nvPr>
            <p:ph type="body" sz="quarter" idx="25" hasCustomPrompt="1"/>
          </p:nvPr>
        </p:nvSpPr>
        <p:spPr>
          <a:xfrm>
            <a:off x="2487075" y="4302783"/>
            <a:ext cx="2014960" cy="666781"/>
          </a:xfrm>
        </p:spPr>
        <p:txBody>
          <a:bodyPr anchor="t">
            <a:noAutofit/>
          </a:bodyPr>
          <a:lstStyle>
            <a:lvl1pPr marL="0" indent="0" algn="ctr">
              <a:buNone/>
              <a:defRPr sz="1500" b="1">
                <a:solidFill>
                  <a:schemeClr val="accent2"/>
                </a:solidFill>
                <a:latin typeface="+mj-lt"/>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38" name="Text Placeholder 39">
            <a:extLst>
              <a:ext uri="{FF2B5EF4-FFF2-40B4-BE49-F238E27FC236}">
                <a16:creationId xmlns:a16="http://schemas.microsoft.com/office/drawing/2014/main" id="{135B4AC9-821C-4D70-8A4A-1992394DE432}"/>
              </a:ext>
            </a:extLst>
          </p:cNvPr>
          <p:cNvSpPr>
            <a:spLocks noGrp="1"/>
          </p:cNvSpPr>
          <p:nvPr>
            <p:ph type="body" sz="quarter" idx="26" hasCustomPrompt="1"/>
          </p:nvPr>
        </p:nvSpPr>
        <p:spPr>
          <a:xfrm>
            <a:off x="2487075" y="5058157"/>
            <a:ext cx="2014960" cy="666781"/>
          </a:xfrm>
        </p:spPr>
        <p:txBody>
          <a:bodyPr anchor="t">
            <a:noAutofit/>
          </a:bodyPr>
          <a:lstStyle>
            <a:lvl1pPr marL="0" indent="0" algn="ctr">
              <a:buNone/>
              <a:defRPr sz="1200" b="0">
                <a:solidFill>
                  <a:schemeClr val="tx1"/>
                </a:solidFill>
                <a:latin typeface="+mn-lt"/>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D2CF516C-7598-43D3-95E9-5633F8F4469B}"/>
              </a:ext>
            </a:extLst>
          </p:cNvPr>
          <p:cNvSpPr>
            <a:spLocks noGrp="1"/>
          </p:cNvSpPr>
          <p:nvPr>
            <p:ph type="body" sz="quarter" idx="27" hasCustomPrompt="1"/>
          </p:nvPr>
        </p:nvSpPr>
        <p:spPr>
          <a:xfrm>
            <a:off x="4695543" y="4302783"/>
            <a:ext cx="2014960" cy="666781"/>
          </a:xfrm>
        </p:spPr>
        <p:txBody>
          <a:bodyPr anchor="t">
            <a:noAutofit/>
          </a:bodyPr>
          <a:lstStyle>
            <a:lvl1pPr marL="0" indent="0" algn="ctr">
              <a:buNone/>
              <a:defRPr sz="1500" b="1">
                <a:solidFill>
                  <a:schemeClr val="accent4"/>
                </a:solidFill>
                <a:latin typeface="+mj-lt"/>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12A6084C-5383-4EFC-8D49-33C5B61E6492}"/>
              </a:ext>
            </a:extLst>
          </p:cNvPr>
          <p:cNvSpPr>
            <a:spLocks noGrp="1"/>
          </p:cNvSpPr>
          <p:nvPr>
            <p:ph type="body" sz="quarter" idx="28" hasCustomPrompt="1"/>
          </p:nvPr>
        </p:nvSpPr>
        <p:spPr>
          <a:xfrm>
            <a:off x="4695543" y="5058157"/>
            <a:ext cx="2014960" cy="666781"/>
          </a:xfrm>
        </p:spPr>
        <p:txBody>
          <a:bodyPr anchor="t">
            <a:noAutofit/>
          </a:bodyPr>
          <a:lstStyle>
            <a:lvl1pPr marL="0" indent="0" algn="ctr">
              <a:buNone/>
              <a:defRPr sz="1200" b="0">
                <a:solidFill>
                  <a:schemeClr val="tx1"/>
                </a:solidFill>
                <a:latin typeface="+mn-lt"/>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EFC5493B-D3CF-41B9-A996-7FBE932504B8}"/>
              </a:ext>
            </a:extLst>
          </p:cNvPr>
          <p:cNvSpPr>
            <a:spLocks noGrp="1"/>
          </p:cNvSpPr>
          <p:nvPr>
            <p:ph type="body" sz="quarter" idx="29" hasCustomPrompt="1"/>
          </p:nvPr>
        </p:nvSpPr>
        <p:spPr>
          <a:xfrm>
            <a:off x="6904013" y="4302783"/>
            <a:ext cx="2014960" cy="666781"/>
          </a:xfrm>
        </p:spPr>
        <p:txBody>
          <a:bodyPr anchor="t">
            <a:noAutofit/>
          </a:bodyPr>
          <a:lstStyle>
            <a:lvl1pPr marL="0" indent="0" algn="ctr">
              <a:buNone/>
              <a:defRPr sz="1500" b="1">
                <a:solidFill>
                  <a:schemeClr val="accent6"/>
                </a:solidFill>
                <a:latin typeface="+mj-lt"/>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44" name="Text Placeholder 39">
            <a:extLst>
              <a:ext uri="{FF2B5EF4-FFF2-40B4-BE49-F238E27FC236}">
                <a16:creationId xmlns:a16="http://schemas.microsoft.com/office/drawing/2014/main" id="{33A98F60-C169-44C1-9654-2239C9C1F29A}"/>
              </a:ext>
            </a:extLst>
          </p:cNvPr>
          <p:cNvSpPr>
            <a:spLocks noGrp="1"/>
          </p:cNvSpPr>
          <p:nvPr>
            <p:ph type="body" sz="quarter" idx="30" hasCustomPrompt="1"/>
          </p:nvPr>
        </p:nvSpPr>
        <p:spPr>
          <a:xfrm>
            <a:off x="6904013" y="5058157"/>
            <a:ext cx="2014960" cy="666781"/>
          </a:xfrm>
        </p:spPr>
        <p:txBody>
          <a:bodyPr anchor="t">
            <a:noAutofit/>
          </a:bodyPr>
          <a:lstStyle>
            <a:lvl1pPr marL="0" indent="0" algn="ctr">
              <a:buNone/>
              <a:defRPr sz="1200" b="0">
                <a:solidFill>
                  <a:schemeClr val="tx1"/>
                </a:solidFill>
                <a:latin typeface="+mn-lt"/>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Tree>
    <p:extLst>
      <p:ext uri="{BB962C8B-B14F-4D97-AF65-F5344CB8AC3E}">
        <p14:creationId xmlns:p14="http://schemas.microsoft.com/office/powerpoint/2010/main" val="22505866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1_Title Only">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FBB81E01-55F6-44A7-8ACB-B172EA0F9FB3}"/>
              </a:ext>
            </a:extLst>
          </p:cNvPr>
          <p:cNvSpPr/>
          <p:nvPr userDrawn="1"/>
        </p:nvSpPr>
        <p:spPr>
          <a:xfrm>
            <a:off x="350565" y="3895002"/>
            <a:ext cx="1871041" cy="2067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FAD85DF7-0BE8-4B88-98A1-F5062CDAA964}"/>
              </a:ext>
            </a:extLst>
          </p:cNvPr>
          <p:cNvSpPr/>
          <p:nvPr userDrawn="1"/>
        </p:nvSpPr>
        <p:spPr>
          <a:xfrm>
            <a:off x="2559033" y="3895002"/>
            <a:ext cx="1871041" cy="206723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DF69394C-95D0-4D10-A34D-A35EF27D2806}"/>
              </a:ext>
            </a:extLst>
          </p:cNvPr>
          <p:cNvSpPr/>
          <p:nvPr userDrawn="1"/>
        </p:nvSpPr>
        <p:spPr>
          <a:xfrm>
            <a:off x="4767501" y="3895002"/>
            <a:ext cx="1871041" cy="2067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86DBF753-694A-4503-A33B-73C09E8EE3A5}"/>
              </a:ext>
            </a:extLst>
          </p:cNvPr>
          <p:cNvSpPr/>
          <p:nvPr userDrawn="1"/>
        </p:nvSpPr>
        <p:spPr>
          <a:xfrm>
            <a:off x="6975971" y="3895002"/>
            <a:ext cx="1871041" cy="206723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278606" y="260351"/>
            <a:ext cx="8640366"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8639175" y="6581978"/>
            <a:ext cx="279797" cy="206104"/>
          </a:xfrm>
          <a:prstGeom prst="rect">
            <a:avLst/>
          </a:prstGeo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3592996" y="6917634"/>
            <a:ext cx="143868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3" name="Picture Placeholder 33">
            <a:extLst>
              <a:ext uri="{FF2B5EF4-FFF2-40B4-BE49-F238E27FC236}">
                <a16:creationId xmlns:a16="http://schemas.microsoft.com/office/drawing/2014/main" id="{1644FD94-AD03-4C4F-A1A5-085DD8F56646}"/>
              </a:ext>
            </a:extLst>
          </p:cNvPr>
          <p:cNvSpPr>
            <a:spLocks noGrp="1"/>
          </p:cNvSpPr>
          <p:nvPr>
            <p:ph type="pic" sz="quarter" idx="13"/>
          </p:nvPr>
        </p:nvSpPr>
        <p:spPr>
          <a:xfrm>
            <a:off x="350565" y="1522949"/>
            <a:ext cx="1871041" cy="2226366"/>
          </a:xfrm>
        </p:spPr>
        <p:txBody>
          <a:bodyPr>
            <a:normAutofit/>
          </a:bodyPr>
          <a:lstStyle>
            <a:lvl1pPr marL="0" indent="0" algn="ctr">
              <a:buNone/>
              <a:defRPr sz="1200">
                <a:solidFill>
                  <a:schemeClr val="tx1"/>
                </a:solidFill>
              </a:defRPr>
            </a:lvl1pPr>
          </a:lstStyle>
          <a:p>
            <a:r>
              <a:rPr lang="en-US"/>
              <a:t>Click icon to add picture</a:t>
            </a:r>
            <a:endParaRPr lang="en-US" dirty="0"/>
          </a:p>
        </p:txBody>
      </p:sp>
      <p:sp>
        <p:nvSpPr>
          <p:cNvPr id="28" name="Picture Placeholder 33">
            <a:extLst>
              <a:ext uri="{FF2B5EF4-FFF2-40B4-BE49-F238E27FC236}">
                <a16:creationId xmlns:a16="http://schemas.microsoft.com/office/drawing/2014/main" id="{85BB27A3-DB87-46F4-8CA4-3C04A088E787}"/>
              </a:ext>
            </a:extLst>
          </p:cNvPr>
          <p:cNvSpPr>
            <a:spLocks noGrp="1"/>
          </p:cNvSpPr>
          <p:nvPr>
            <p:ph type="pic" sz="quarter" idx="21"/>
          </p:nvPr>
        </p:nvSpPr>
        <p:spPr>
          <a:xfrm>
            <a:off x="2559034" y="1522949"/>
            <a:ext cx="1871041" cy="2226366"/>
          </a:xfrm>
        </p:spPr>
        <p:txBody>
          <a:bodyPr>
            <a:normAutofit/>
          </a:bodyPr>
          <a:lstStyle>
            <a:lvl1pPr marL="0" indent="0" algn="ctr">
              <a:buNone/>
              <a:defRPr sz="1200">
                <a:solidFill>
                  <a:schemeClr val="tx1"/>
                </a:solidFill>
              </a:defRPr>
            </a:lvl1pPr>
          </a:lstStyle>
          <a:p>
            <a:r>
              <a:rPr lang="en-US"/>
              <a:t>Click icon to add picture</a:t>
            </a:r>
            <a:endParaRPr lang="en-US" dirty="0"/>
          </a:p>
        </p:txBody>
      </p:sp>
      <p:sp>
        <p:nvSpPr>
          <p:cNvPr id="29" name="Picture Placeholder 33">
            <a:extLst>
              <a:ext uri="{FF2B5EF4-FFF2-40B4-BE49-F238E27FC236}">
                <a16:creationId xmlns:a16="http://schemas.microsoft.com/office/drawing/2014/main" id="{F356E399-83ED-4937-A1CC-F591866C0E8C}"/>
              </a:ext>
            </a:extLst>
          </p:cNvPr>
          <p:cNvSpPr>
            <a:spLocks noGrp="1"/>
          </p:cNvSpPr>
          <p:nvPr>
            <p:ph type="pic" sz="quarter" idx="22"/>
          </p:nvPr>
        </p:nvSpPr>
        <p:spPr>
          <a:xfrm>
            <a:off x="4767502" y="1522949"/>
            <a:ext cx="1871041" cy="2226366"/>
          </a:xfrm>
        </p:spPr>
        <p:txBody>
          <a:bodyPr>
            <a:normAutofit/>
          </a:bodyPr>
          <a:lstStyle>
            <a:lvl1pPr marL="0" indent="0" algn="ctr">
              <a:buNone/>
              <a:defRPr sz="1200">
                <a:solidFill>
                  <a:schemeClr val="tx1"/>
                </a:solidFill>
              </a:defRPr>
            </a:lvl1pPr>
          </a:lstStyle>
          <a:p>
            <a:r>
              <a:rPr lang="en-US"/>
              <a:t>Click icon to add picture</a:t>
            </a:r>
            <a:endParaRPr lang="en-US" dirty="0"/>
          </a:p>
        </p:txBody>
      </p:sp>
      <p:sp>
        <p:nvSpPr>
          <p:cNvPr id="30" name="Picture Placeholder 33">
            <a:extLst>
              <a:ext uri="{FF2B5EF4-FFF2-40B4-BE49-F238E27FC236}">
                <a16:creationId xmlns:a16="http://schemas.microsoft.com/office/drawing/2014/main" id="{0967254B-CF1D-4F0D-A7F6-EC4E117B7509}"/>
              </a:ext>
            </a:extLst>
          </p:cNvPr>
          <p:cNvSpPr>
            <a:spLocks noGrp="1"/>
          </p:cNvSpPr>
          <p:nvPr>
            <p:ph type="pic" sz="quarter" idx="23"/>
          </p:nvPr>
        </p:nvSpPr>
        <p:spPr>
          <a:xfrm>
            <a:off x="6975971" y="1522949"/>
            <a:ext cx="1871041" cy="2226366"/>
          </a:xfrm>
        </p:spPr>
        <p:txBody>
          <a:bodyPr>
            <a:normAutofit/>
          </a:bodyPr>
          <a:lstStyle>
            <a:lvl1pPr marL="0" indent="0" algn="ctr">
              <a:buNone/>
              <a:defRPr sz="1200">
                <a:solidFill>
                  <a:schemeClr val="tx1"/>
                </a:solidFill>
              </a:defRPr>
            </a:lvl1pPr>
          </a:lstStyle>
          <a:p>
            <a:r>
              <a:rPr lang="en-US"/>
              <a:t>Click icon to add picture</a:t>
            </a:r>
            <a:endParaRPr lang="en-US" dirty="0"/>
          </a:p>
        </p:txBody>
      </p:sp>
      <p:sp>
        <p:nvSpPr>
          <p:cNvPr id="31" name="Text Placeholder 39">
            <a:extLst>
              <a:ext uri="{FF2B5EF4-FFF2-40B4-BE49-F238E27FC236}">
                <a16:creationId xmlns:a16="http://schemas.microsoft.com/office/drawing/2014/main" id="{0CEF6C35-6F7B-43AD-9E4D-44C2F8A7DFAC}"/>
              </a:ext>
            </a:extLst>
          </p:cNvPr>
          <p:cNvSpPr>
            <a:spLocks noGrp="1"/>
          </p:cNvSpPr>
          <p:nvPr>
            <p:ph type="body" sz="quarter" idx="20" hasCustomPrompt="1"/>
          </p:nvPr>
        </p:nvSpPr>
        <p:spPr>
          <a:xfrm>
            <a:off x="453458" y="4123881"/>
            <a:ext cx="1665256" cy="666781"/>
          </a:xfrm>
        </p:spPr>
        <p:txBody>
          <a:bodyPr anchor="t">
            <a:noAutofit/>
          </a:bodyPr>
          <a:lstStyle>
            <a:lvl1pPr marL="0" indent="0" algn="ctr">
              <a:buNone/>
              <a:defRPr sz="1500" b="1">
                <a:solidFill>
                  <a:schemeClr val="bg1"/>
                </a:solidFill>
                <a:latin typeface="+mj-lt"/>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33" name="Text Placeholder 39">
            <a:extLst>
              <a:ext uri="{FF2B5EF4-FFF2-40B4-BE49-F238E27FC236}">
                <a16:creationId xmlns:a16="http://schemas.microsoft.com/office/drawing/2014/main" id="{44EF032C-161A-4C58-B624-66488C255E1F}"/>
              </a:ext>
            </a:extLst>
          </p:cNvPr>
          <p:cNvSpPr>
            <a:spLocks noGrp="1"/>
          </p:cNvSpPr>
          <p:nvPr>
            <p:ph type="body" sz="quarter" idx="24" hasCustomPrompt="1"/>
          </p:nvPr>
        </p:nvSpPr>
        <p:spPr>
          <a:xfrm>
            <a:off x="453458" y="4879255"/>
            <a:ext cx="1665256" cy="666781"/>
          </a:xfrm>
        </p:spPr>
        <p:txBody>
          <a:bodyPr anchor="t">
            <a:noAutofit/>
          </a:bodyPr>
          <a:lstStyle>
            <a:lvl1pPr marL="0" indent="0" algn="ctr">
              <a:buNone/>
              <a:defRPr sz="1200" b="0">
                <a:solidFill>
                  <a:schemeClr val="bg1"/>
                </a:solidFill>
                <a:latin typeface="+mn-lt"/>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37" name="Text Placeholder 39">
            <a:extLst>
              <a:ext uri="{FF2B5EF4-FFF2-40B4-BE49-F238E27FC236}">
                <a16:creationId xmlns:a16="http://schemas.microsoft.com/office/drawing/2014/main" id="{ACF86334-F4A8-4CCD-944F-524700CD8386}"/>
              </a:ext>
            </a:extLst>
          </p:cNvPr>
          <p:cNvSpPr>
            <a:spLocks noGrp="1"/>
          </p:cNvSpPr>
          <p:nvPr>
            <p:ph type="body" sz="quarter" idx="25" hasCustomPrompt="1"/>
          </p:nvPr>
        </p:nvSpPr>
        <p:spPr>
          <a:xfrm>
            <a:off x="2661927" y="4123881"/>
            <a:ext cx="1665256" cy="666781"/>
          </a:xfrm>
        </p:spPr>
        <p:txBody>
          <a:bodyPr anchor="t">
            <a:noAutofit/>
          </a:bodyPr>
          <a:lstStyle>
            <a:lvl1pPr marL="0" indent="0" algn="ctr">
              <a:buNone/>
              <a:defRPr sz="1500" b="1">
                <a:solidFill>
                  <a:schemeClr val="bg1"/>
                </a:solidFill>
                <a:latin typeface="+mj-lt"/>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38" name="Text Placeholder 39">
            <a:extLst>
              <a:ext uri="{FF2B5EF4-FFF2-40B4-BE49-F238E27FC236}">
                <a16:creationId xmlns:a16="http://schemas.microsoft.com/office/drawing/2014/main" id="{135B4AC9-821C-4D70-8A4A-1992394DE432}"/>
              </a:ext>
            </a:extLst>
          </p:cNvPr>
          <p:cNvSpPr>
            <a:spLocks noGrp="1"/>
          </p:cNvSpPr>
          <p:nvPr>
            <p:ph type="body" sz="quarter" idx="26" hasCustomPrompt="1"/>
          </p:nvPr>
        </p:nvSpPr>
        <p:spPr>
          <a:xfrm>
            <a:off x="2661927" y="4879255"/>
            <a:ext cx="1665256" cy="666781"/>
          </a:xfrm>
        </p:spPr>
        <p:txBody>
          <a:bodyPr anchor="t">
            <a:noAutofit/>
          </a:bodyPr>
          <a:lstStyle>
            <a:lvl1pPr marL="0" indent="0" algn="ctr">
              <a:buNone/>
              <a:defRPr sz="1200" b="0">
                <a:solidFill>
                  <a:schemeClr val="bg1"/>
                </a:solidFill>
                <a:latin typeface="+mn-lt"/>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40" name="Text Placeholder 39">
            <a:extLst>
              <a:ext uri="{FF2B5EF4-FFF2-40B4-BE49-F238E27FC236}">
                <a16:creationId xmlns:a16="http://schemas.microsoft.com/office/drawing/2014/main" id="{D2CF516C-7598-43D3-95E9-5633F8F4469B}"/>
              </a:ext>
            </a:extLst>
          </p:cNvPr>
          <p:cNvSpPr>
            <a:spLocks noGrp="1"/>
          </p:cNvSpPr>
          <p:nvPr>
            <p:ph type="body" sz="quarter" idx="27" hasCustomPrompt="1"/>
          </p:nvPr>
        </p:nvSpPr>
        <p:spPr>
          <a:xfrm>
            <a:off x="4870395" y="4123881"/>
            <a:ext cx="1665256" cy="666781"/>
          </a:xfrm>
        </p:spPr>
        <p:txBody>
          <a:bodyPr anchor="t">
            <a:noAutofit/>
          </a:bodyPr>
          <a:lstStyle>
            <a:lvl1pPr marL="0" indent="0" algn="ctr">
              <a:buNone/>
              <a:defRPr sz="1500" b="1">
                <a:solidFill>
                  <a:schemeClr val="bg1"/>
                </a:solidFill>
                <a:latin typeface="+mj-lt"/>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41" name="Text Placeholder 39">
            <a:extLst>
              <a:ext uri="{FF2B5EF4-FFF2-40B4-BE49-F238E27FC236}">
                <a16:creationId xmlns:a16="http://schemas.microsoft.com/office/drawing/2014/main" id="{12A6084C-5383-4EFC-8D49-33C5B61E6492}"/>
              </a:ext>
            </a:extLst>
          </p:cNvPr>
          <p:cNvSpPr>
            <a:spLocks noGrp="1"/>
          </p:cNvSpPr>
          <p:nvPr>
            <p:ph type="body" sz="quarter" idx="28" hasCustomPrompt="1"/>
          </p:nvPr>
        </p:nvSpPr>
        <p:spPr>
          <a:xfrm>
            <a:off x="4870395" y="4879255"/>
            <a:ext cx="1665256" cy="666781"/>
          </a:xfrm>
        </p:spPr>
        <p:txBody>
          <a:bodyPr anchor="t">
            <a:noAutofit/>
          </a:bodyPr>
          <a:lstStyle>
            <a:lvl1pPr marL="0" indent="0" algn="ctr">
              <a:buNone/>
              <a:defRPr sz="1200" b="0">
                <a:solidFill>
                  <a:schemeClr val="bg1"/>
                </a:solidFill>
                <a:latin typeface="+mn-lt"/>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42" name="Text Placeholder 39">
            <a:extLst>
              <a:ext uri="{FF2B5EF4-FFF2-40B4-BE49-F238E27FC236}">
                <a16:creationId xmlns:a16="http://schemas.microsoft.com/office/drawing/2014/main" id="{EFC5493B-D3CF-41B9-A996-7FBE932504B8}"/>
              </a:ext>
            </a:extLst>
          </p:cNvPr>
          <p:cNvSpPr>
            <a:spLocks noGrp="1"/>
          </p:cNvSpPr>
          <p:nvPr>
            <p:ph type="body" sz="quarter" idx="29" hasCustomPrompt="1"/>
          </p:nvPr>
        </p:nvSpPr>
        <p:spPr>
          <a:xfrm>
            <a:off x="7078865" y="4123881"/>
            <a:ext cx="1665256" cy="666781"/>
          </a:xfrm>
        </p:spPr>
        <p:txBody>
          <a:bodyPr anchor="t">
            <a:noAutofit/>
          </a:bodyPr>
          <a:lstStyle>
            <a:lvl1pPr marL="0" indent="0" algn="ctr">
              <a:buNone/>
              <a:defRPr sz="1500" b="1">
                <a:solidFill>
                  <a:schemeClr val="bg1"/>
                </a:solidFill>
                <a:latin typeface="+mj-lt"/>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
        <p:nvSpPr>
          <p:cNvPr id="44" name="Text Placeholder 39">
            <a:extLst>
              <a:ext uri="{FF2B5EF4-FFF2-40B4-BE49-F238E27FC236}">
                <a16:creationId xmlns:a16="http://schemas.microsoft.com/office/drawing/2014/main" id="{33A98F60-C169-44C1-9654-2239C9C1F29A}"/>
              </a:ext>
            </a:extLst>
          </p:cNvPr>
          <p:cNvSpPr>
            <a:spLocks noGrp="1"/>
          </p:cNvSpPr>
          <p:nvPr>
            <p:ph type="body" sz="quarter" idx="30" hasCustomPrompt="1"/>
          </p:nvPr>
        </p:nvSpPr>
        <p:spPr>
          <a:xfrm>
            <a:off x="7078865" y="4879255"/>
            <a:ext cx="1665256" cy="666781"/>
          </a:xfrm>
        </p:spPr>
        <p:txBody>
          <a:bodyPr anchor="t">
            <a:noAutofit/>
          </a:bodyPr>
          <a:lstStyle>
            <a:lvl1pPr marL="0" indent="0" algn="ctr">
              <a:buNone/>
              <a:defRPr sz="1200" b="0">
                <a:solidFill>
                  <a:schemeClr val="bg1"/>
                </a:solidFill>
                <a:latin typeface="+mn-lt"/>
              </a:defRPr>
            </a:lvl1pPr>
            <a:lvl2pPr marL="342900" indent="0">
              <a:buNone/>
              <a:defRPr sz="1200">
                <a:solidFill>
                  <a:schemeClr val="bg1"/>
                </a:solidFill>
              </a:defRPr>
            </a:lvl2pPr>
            <a:lvl3pPr marL="685800" indent="0">
              <a:buNone/>
              <a:defRPr sz="1050">
                <a:solidFill>
                  <a:schemeClr val="bg1"/>
                </a:solidFill>
              </a:defRPr>
            </a:lvl3pPr>
            <a:lvl4pPr marL="1028700" indent="0">
              <a:buNone/>
              <a:defRPr sz="900">
                <a:solidFill>
                  <a:schemeClr val="bg1"/>
                </a:solidFill>
              </a:defRPr>
            </a:lvl4pPr>
            <a:lvl5pPr marL="1371600" indent="0">
              <a:buNone/>
              <a:defRPr sz="900">
                <a:solidFill>
                  <a:schemeClr val="bg1"/>
                </a:solidFill>
              </a:defRPr>
            </a:lvl5pPr>
          </a:lstStyle>
          <a:p>
            <a:pPr lvl="0"/>
            <a:r>
              <a:rPr lang="en-US" dirty="0"/>
              <a:t>Add your text here</a:t>
            </a:r>
          </a:p>
        </p:txBody>
      </p:sp>
    </p:spTree>
    <p:extLst>
      <p:ext uri="{BB962C8B-B14F-4D97-AF65-F5344CB8AC3E}">
        <p14:creationId xmlns:p14="http://schemas.microsoft.com/office/powerpoint/2010/main" val="104748396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278606" y="260351"/>
            <a:ext cx="8640366" cy="758824"/>
          </a:xfrm>
        </p:spPr>
        <p:txBody>
          <a:bodyPr/>
          <a:lstStyle/>
          <a:p>
            <a:r>
              <a:rPr lang="en-US"/>
              <a:t>Click to edit Master title style</a:t>
            </a:r>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3592996" y="6917634"/>
            <a:ext cx="143868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675460" y="1233488"/>
            <a:ext cx="5243513" cy="4967287"/>
          </a:xfrm>
        </p:spPr>
        <p:txBody>
          <a:bodyPr>
            <a:normAutofit/>
          </a:bodyPr>
          <a:lstStyle>
            <a:lvl1pPr marL="0" indent="0" algn="ctr">
              <a:buNone/>
              <a:defRPr sz="1500"/>
            </a:lvl1pPr>
          </a:lstStyle>
          <a:p>
            <a:r>
              <a:rPr lang="en-US"/>
              <a:t>Click icon to add chart</a:t>
            </a:r>
            <a:endParaRPr lang="en-US" dirty="0"/>
          </a:p>
        </p:txBody>
      </p:sp>
      <p:sp>
        <p:nvSpPr>
          <p:cNvPr id="25" name="Rectangle 24">
            <a:extLst>
              <a:ext uri="{FF2B5EF4-FFF2-40B4-BE49-F238E27FC236}">
                <a16:creationId xmlns:a16="http://schemas.microsoft.com/office/drawing/2014/main" id="{D928258E-48B5-471F-BC61-B45FB2CA51BA}"/>
              </a:ext>
            </a:extLst>
          </p:cNvPr>
          <p:cNvSpPr/>
          <p:nvPr userDrawn="1"/>
        </p:nvSpPr>
        <p:spPr>
          <a:xfrm>
            <a:off x="278606" y="1233488"/>
            <a:ext cx="3314390" cy="49672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 Placeholder 5">
            <a:extLst>
              <a:ext uri="{FF2B5EF4-FFF2-40B4-BE49-F238E27FC236}">
                <a16:creationId xmlns:a16="http://schemas.microsoft.com/office/drawing/2014/main" id="{9867FAC3-5109-4D5D-8105-FC48313396C4}"/>
              </a:ext>
            </a:extLst>
          </p:cNvPr>
          <p:cNvSpPr>
            <a:spLocks noGrp="1"/>
          </p:cNvSpPr>
          <p:nvPr>
            <p:ph type="body" sz="quarter" idx="14"/>
          </p:nvPr>
        </p:nvSpPr>
        <p:spPr>
          <a:xfrm>
            <a:off x="409575" y="1450975"/>
            <a:ext cx="3049191" cy="4552950"/>
          </a:xfrm>
        </p:spPr>
        <p:txBody>
          <a:bodyPr>
            <a:normAutofit/>
          </a:bodyPr>
          <a:lstStyle>
            <a:lvl1pPr>
              <a:defRPr sz="1800">
                <a:solidFill>
                  <a:schemeClr val="bg1"/>
                </a:solidFill>
              </a:defRPr>
            </a:lvl1pPr>
            <a:lvl2pPr>
              <a:defRPr sz="1500">
                <a:solidFill>
                  <a:schemeClr val="bg1"/>
                </a:solidFill>
              </a:defRPr>
            </a:lvl2pPr>
            <a:lvl3pPr>
              <a:defRPr sz="1350">
                <a:solidFill>
                  <a:schemeClr val="bg1"/>
                </a:solidFill>
              </a:defRPr>
            </a:lvl3pPr>
            <a:lvl4pPr>
              <a:defRPr sz="1200">
                <a:solidFill>
                  <a:schemeClr val="bg1"/>
                </a:solidFill>
              </a:defRPr>
            </a:lvl4pPr>
            <a:lvl5pPr>
              <a:defRPr sz="12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2977434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278606" y="260351"/>
            <a:ext cx="8640366"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8639175" y="6581978"/>
            <a:ext cx="279797" cy="206104"/>
          </a:xfrm>
          <a:prstGeom prst="rect">
            <a:avLst/>
          </a:prstGeo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3592996" y="6917634"/>
            <a:ext cx="143868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278606" y="1233488"/>
            <a:ext cx="8640366" cy="4967287"/>
          </a:xfrm>
        </p:spPr>
        <p:txBody>
          <a:bodyPr>
            <a:normAutofit/>
          </a:bodyPr>
          <a:lstStyle>
            <a:lvl1pPr marL="0" indent="0" algn="ctr">
              <a:buNone/>
              <a:defRPr sz="1500"/>
            </a:lvl1pPr>
          </a:lstStyle>
          <a:p>
            <a:r>
              <a:rPr lang="en-US"/>
              <a:t>Click icon to add chart</a:t>
            </a:r>
            <a:endParaRPr lang="en-US" dirty="0"/>
          </a:p>
        </p:txBody>
      </p:sp>
    </p:spTree>
    <p:extLst>
      <p:ext uri="{BB962C8B-B14F-4D97-AF65-F5344CB8AC3E}">
        <p14:creationId xmlns:p14="http://schemas.microsoft.com/office/powerpoint/2010/main" val="230701166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278606" y="260351"/>
            <a:ext cx="8640366"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8639175" y="6581978"/>
            <a:ext cx="279797" cy="206104"/>
          </a:xfrm>
          <a:prstGeom prst="rect">
            <a:avLst/>
          </a:prstGeo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3592996" y="6917634"/>
            <a:ext cx="143868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278607" y="1233488"/>
            <a:ext cx="5587966" cy="4967287"/>
          </a:xfrm>
        </p:spPr>
        <p:txBody>
          <a:bodyPr>
            <a:normAutofit/>
          </a:bodyPr>
          <a:lstStyle>
            <a:lvl1pPr marL="0" indent="0" algn="ctr">
              <a:buNone/>
              <a:defRPr sz="1500"/>
            </a:lvl1pPr>
          </a:lstStyle>
          <a:p>
            <a:r>
              <a:rPr lang="en-US"/>
              <a:t>Click icon to add chart</a:t>
            </a:r>
            <a:endParaRPr lang="en-US" dirty="0"/>
          </a:p>
        </p:txBody>
      </p:sp>
      <p:sp>
        <p:nvSpPr>
          <p:cNvPr id="5" name="Picture Placeholder 4">
            <a:extLst>
              <a:ext uri="{FF2B5EF4-FFF2-40B4-BE49-F238E27FC236}">
                <a16:creationId xmlns:a16="http://schemas.microsoft.com/office/drawing/2014/main" id="{F1D1D3DC-359F-47D3-A498-6E5DEF615BD3}"/>
              </a:ext>
            </a:extLst>
          </p:cNvPr>
          <p:cNvSpPr>
            <a:spLocks noGrp="1"/>
          </p:cNvSpPr>
          <p:nvPr>
            <p:ph type="pic" sz="quarter" idx="14"/>
          </p:nvPr>
        </p:nvSpPr>
        <p:spPr>
          <a:xfrm>
            <a:off x="5955506" y="1233488"/>
            <a:ext cx="2963466" cy="4967287"/>
          </a:xfrm>
        </p:spPr>
        <p:txBody>
          <a:bodyPr>
            <a:normAutofit/>
          </a:bodyPr>
          <a:lstStyle>
            <a:lvl1pPr marL="0" indent="0" algn="ctr">
              <a:buNone/>
              <a:defRPr sz="1500"/>
            </a:lvl1pPr>
          </a:lstStyle>
          <a:p>
            <a:r>
              <a:rPr lang="en-US"/>
              <a:t>Click icon to add picture</a:t>
            </a:r>
            <a:endParaRPr lang="en-US" dirty="0"/>
          </a:p>
        </p:txBody>
      </p:sp>
    </p:spTree>
    <p:extLst>
      <p:ext uri="{BB962C8B-B14F-4D97-AF65-F5344CB8AC3E}">
        <p14:creationId xmlns:p14="http://schemas.microsoft.com/office/powerpoint/2010/main" val="229263921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278606" y="260351"/>
            <a:ext cx="8640366"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8639175" y="6581978"/>
            <a:ext cx="279797" cy="206104"/>
          </a:xfrm>
          <a:prstGeom prst="rect">
            <a:avLst/>
          </a:prstGeo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3592996" y="6917634"/>
            <a:ext cx="143868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286061" y="1233488"/>
            <a:ext cx="4134368" cy="4967287"/>
          </a:xfrm>
        </p:spPr>
        <p:txBody>
          <a:bodyPr>
            <a:normAutofit/>
          </a:bodyPr>
          <a:lstStyle>
            <a:lvl1pPr marL="0" indent="0" algn="ctr">
              <a:buNone/>
              <a:defRPr sz="1500"/>
            </a:lvl1pPr>
          </a:lstStyle>
          <a:p>
            <a:r>
              <a:rPr lang="en-US"/>
              <a:t>Click icon to add chart</a:t>
            </a:r>
            <a:endParaRPr lang="en-US" dirty="0"/>
          </a:p>
        </p:txBody>
      </p:sp>
      <p:sp>
        <p:nvSpPr>
          <p:cNvPr id="7" name="Chart Placeholder 3">
            <a:extLst>
              <a:ext uri="{FF2B5EF4-FFF2-40B4-BE49-F238E27FC236}">
                <a16:creationId xmlns:a16="http://schemas.microsoft.com/office/drawing/2014/main" id="{6750280A-6976-42F9-B984-8601DD1972DC}"/>
              </a:ext>
            </a:extLst>
          </p:cNvPr>
          <p:cNvSpPr>
            <a:spLocks noGrp="1"/>
          </p:cNvSpPr>
          <p:nvPr>
            <p:ph type="chart" sz="quarter" idx="14"/>
          </p:nvPr>
        </p:nvSpPr>
        <p:spPr>
          <a:xfrm>
            <a:off x="4784605" y="1233488"/>
            <a:ext cx="4134368" cy="4967287"/>
          </a:xfrm>
        </p:spPr>
        <p:txBody>
          <a:bodyPr>
            <a:normAutofit/>
          </a:bodyPr>
          <a:lstStyle>
            <a:lvl1pPr marL="0" indent="0" algn="ctr">
              <a:buNone/>
              <a:defRPr sz="1500"/>
            </a:lvl1pPr>
          </a:lstStyle>
          <a:p>
            <a:r>
              <a:rPr lang="en-US"/>
              <a:t>Click icon to add chart</a:t>
            </a:r>
            <a:endParaRPr lang="en-US" dirty="0"/>
          </a:p>
        </p:txBody>
      </p:sp>
      <p:cxnSp>
        <p:nvCxnSpPr>
          <p:cNvPr id="6" name="Straight Connector 5">
            <a:extLst>
              <a:ext uri="{FF2B5EF4-FFF2-40B4-BE49-F238E27FC236}">
                <a16:creationId xmlns:a16="http://schemas.microsoft.com/office/drawing/2014/main" id="{5E63221D-DF23-4F80-AB42-A74C1B1CB425}"/>
              </a:ext>
            </a:extLst>
          </p:cNvPr>
          <p:cNvCxnSpPr/>
          <p:nvPr userDrawn="1"/>
        </p:nvCxnSpPr>
        <p:spPr>
          <a:xfrm>
            <a:off x="4594363" y="1233488"/>
            <a:ext cx="0" cy="4967287"/>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709620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6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B3C88-F13B-4B5F-920D-B4EFFAA592E5}"/>
              </a:ext>
            </a:extLst>
          </p:cNvPr>
          <p:cNvSpPr>
            <a:spLocks noGrp="1"/>
          </p:cNvSpPr>
          <p:nvPr>
            <p:ph type="title"/>
          </p:nvPr>
        </p:nvSpPr>
        <p:spPr>
          <a:xfrm>
            <a:off x="278606" y="260351"/>
            <a:ext cx="8640366" cy="758824"/>
          </a:xfrm>
        </p:spPr>
        <p:txBody>
          <a:bodyPr/>
          <a:lstStyle/>
          <a:p>
            <a:r>
              <a:rPr lang="en-US"/>
              <a:t>Click to edit Master title style</a:t>
            </a:r>
            <a:endParaRPr lang="en-US" dirty="0"/>
          </a:p>
        </p:txBody>
      </p:sp>
      <p:sp>
        <p:nvSpPr>
          <p:cNvPr id="17" name="Slide Number Placeholder 4">
            <a:extLst>
              <a:ext uri="{FF2B5EF4-FFF2-40B4-BE49-F238E27FC236}">
                <a16:creationId xmlns:a16="http://schemas.microsoft.com/office/drawing/2014/main" id="{76336E3A-55EE-4423-B1AA-7489CA988813}"/>
              </a:ext>
            </a:extLst>
          </p:cNvPr>
          <p:cNvSpPr>
            <a:spLocks noGrp="1"/>
          </p:cNvSpPr>
          <p:nvPr>
            <p:ph type="sldNum" sz="quarter" idx="12"/>
          </p:nvPr>
        </p:nvSpPr>
        <p:spPr>
          <a:xfrm>
            <a:off x="8639175" y="6581978"/>
            <a:ext cx="279797" cy="206104"/>
          </a:xfrm>
          <a:prstGeom prst="rect">
            <a:avLst/>
          </a:prstGeom>
        </p:spPr>
        <p:txBody>
          <a:bodyPr/>
          <a:lstStyle/>
          <a:p>
            <a:fld id="{03DC2DEF-D2FE-4B45-ABA4-9F153FD1C98A}" type="slidenum">
              <a:rPr lang="en-US" smtClean="0"/>
              <a:t>‹#›</a:t>
            </a:fld>
            <a:endParaRPr lang="en-US" dirty="0"/>
          </a:p>
        </p:txBody>
      </p:sp>
      <p:cxnSp>
        <p:nvCxnSpPr>
          <p:cNvPr id="24" name="Straight Connector 23">
            <a:extLst>
              <a:ext uri="{FF2B5EF4-FFF2-40B4-BE49-F238E27FC236}">
                <a16:creationId xmlns:a16="http://schemas.microsoft.com/office/drawing/2014/main" id="{0C61EA57-B8EA-4589-A9DD-E25F300D5AFD}"/>
              </a:ext>
            </a:extLst>
          </p:cNvPr>
          <p:cNvCxnSpPr/>
          <p:nvPr userDrawn="1"/>
        </p:nvCxnSpPr>
        <p:spPr>
          <a:xfrm>
            <a:off x="3592996" y="6917634"/>
            <a:ext cx="143868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Chart Placeholder 3">
            <a:extLst>
              <a:ext uri="{FF2B5EF4-FFF2-40B4-BE49-F238E27FC236}">
                <a16:creationId xmlns:a16="http://schemas.microsoft.com/office/drawing/2014/main" id="{56084AEC-DB39-4367-A213-BB2FE4AD38BE}"/>
              </a:ext>
            </a:extLst>
          </p:cNvPr>
          <p:cNvSpPr>
            <a:spLocks noGrp="1"/>
          </p:cNvSpPr>
          <p:nvPr>
            <p:ph type="chart" sz="quarter" idx="13"/>
          </p:nvPr>
        </p:nvSpPr>
        <p:spPr>
          <a:xfrm>
            <a:off x="382966" y="1362697"/>
            <a:ext cx="4164185" cy="2294899"/>
          </a:xfrm>
        </p:spPr>
        <p:txBody>
          <a:bodyPr>
            <a:normAutofit/>
          </a:bodyPr>
          <a:lstStyle>
            <a:lvl1pPr marL="0" indent="0" algn="ctr">
              <a:buNone/>
              <a:defRPr sz="1500"/>
            </a:lvl1pPr>
          </a:lstStyle>
          <a:p>
            <a:r>
              <a:rPr lang="en-US"/>
              <a:t>Click icon to add chart</a:t>
            </a:r>
            <a:endParaRPr lang="en-US" dirty="0"/>
          </a:p>
        </p:txBody>
      </p:sp>
      <p:sp>
        <p:nvSpPr>
          <p:cNvPr id="9" name="Chart Placeholder 3">
            <a:extLst>
              <a:ext uri="{FF2B5EF4-FFF2-40B4-BE49-F238E27FC236}">
                <a16:creationId xmlns:a16="http://schemas.microsoft.com/office/drawing/2014/main" id="{3CC4F2FB-E360-40E2-BDA5-455EB243C216}"/>
              </a:ext>
            </a:extLst>
          </p:cNvPr>
          <p:cNvSpPr>
            <a:spLocks noGrp="1"/>
          </p:cNvSpPr>
          <p:nvPr>
            <p:ph type="chart" sz="quarter" idx="14"/>
          </p:nvPr>
        </p:nvSpPr>
        <p:spPr>
          <a:xfrm>
            <a:off x="375511" y="3781219"/>
            <a:ext cx="4164185" cy="2294899"/>
          </a:xfrm>
        </p:spPr>
        <p:txBody>
          <a:bodyPr>
            <a:normAutofit/>
          </a:bodyPr>
          <a:lstStyle>
            <a:lvl1pPr marL="0" indent="0" algn="ctr">
              <a:buNone/>
              <a:defRPr sz="1500"/>
            </a:lvl1pPr>
          </a:lstStyle>
          <a:p>
            <a:r>
              <a:rPr lang="en-US"/>
              <a:t>Click icon to add chart</a:t>
            </a:r>
            <a:endParaRPr lang="en-US" dirty="0"/>
          </a:p>
        </p:txBody>
      </p:sp>
      <p:sp>
        <p:nvSpPr>
          <p:cNvPr id="10" name="Chart Placeholder 3">
            <a:extLst>
              <a:ext uri="{FF2B5EF4-FFF2-40B4-BE49-F238E27FC236}">
                <a16:creationId xmlns:a16="http://schemas.microsoft.com/office/drawing/2014/main" id="{6373EAFD-6648-4861-97FB-A3961B86C814}"/>
              </a:ext>
            </a:extLst>
          </p:cNvPr>
          <p:cNvSpPr>
            <a:spLocks noGrp="1"/>
          </p:cNvSpPr>
          <p:nvPr>
            <p:ph type="chart" sz="quarter" idx="15"/>
          </p:nvPr>
        </p:nvSpPr>
        <p:spPr>
          <a:xfrm>
            <a:off x="4656482" y="1367562"/>
            <a:ext cx="4164185" cy="2294899"/>
          </a:xfrm>
        </p:spPr>
        <p:txBody>
          <a:bodyPr>
            <a:normAutofit/>
          </a:bodyPr>
          <a:lstStyle>
            <a:lvl1pPr marL="0" indent="0" algn="ctr">
              <a:buNone/>
              <a:defRPr sz="1500"/>
            </a:lvl1pPr>
          </a:lstStyle>
          <a:p>
            <a:r>
              <a:rPr lang="en-US"/>
              <a:t>Click icon to add chart</a:t>
            </a:r>
            <a:endParaRPr lang="en-US" dirty="0"/>
          </a:p>
        </p:txBody>
      </p:sp>
      <p:sp>
        <p:nvSpPr>
          <p:cNvPr id="11" name="Chart Placeholder 3">
            <a:extLst>
              <a:ext uri="{FF2B5EF4-FFF2-40B4-BE49-F238E27FC236}">
                <a16:creationId xmlns:a16="http://schemas.microsoft.com/office/drawing/2014/main" id="{CF0E102C-57E1-46ED-BE41-21C356F42BAD}"/>
              </a:ext>
            </a:extLst>
          </p:cNvPr>
          <p:cNvSpPr>
            <a:spLocks noGrp="1"/>
          </p:cNvSpPr>
          <p:nvPr>
            <p:ph type="chart" sz="quarter" idx="16"/>
          </p:nvPr>
        </p:nvSpPr>
        <p:spPr>
          <a:xfrm>
            <a:off x="4649027" y="3786084"/>
            <a:ext cx="4164185" cy="2294899"/>
          </a:xfrm>
        </p:spPr>
        <p:txBody>
          <a:bodyPr>
            <a:normAutofit/>
          </a:bodyPr>
          <a:lstStyle>
            <a:lvl1pPr marL="0" indent="0" algn="ctr">
              <a:buNone/>
              <a:defRPr sz="1500"/>
            </a:lvl1pPr>
          </a:lstStyle>
          <a:p>
            <a:r>
              <a:rPr lang="en-US"/>
              <a:t>Click icon to add chart</a:t>
            </a:r>
            <a:endParaRPr lang="en-US" dirty="0"/>
          </a:p>
        </p:txBody>
      </p:sp>
    </p:spTree>
    <p:extLst>
      <p:ext uri="{BB962C8B-B14F-4D97-AF65-F5344CB8AC3E}">
        <p14:creationId xmlns:p14="http://schemas.microsoft.com/office/powerpoint/2010/main" val="301271882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6607FB0-0FB2-41FD-B334-74C7B05B8CEE}"/>
              </a:ext>
            </a:extLst>
          </p:cNvPr>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2D02598E-521E-41CD-B068-134834CFF4FF}"/>
              </a:ext>
            </a:extLst>
          </p:cNvPr>
          <p:cNvSpPr>
            <a:spLocks noGrp="1"/>
          </p:cNvSpPr>
          <p:nvPr>
            <p:ph type="pic" sz="quarter" idx="10"/>
          </p:nvPr>
        </p:nvSpPr>
        <p:spPr>
          <a:xfrm>
            <a:off x="0" y="1"/>
            <a:ext cx="9144000" cy="6857999"/>
          </a:xfrm>
          <a:solidFill>
            <a:schemeClr val="bg1">
              <a:lumMod val="95000"/>
            </a:schemeClr>
          </a:solidFill>
        </p:spPr>
        <p:txBody>
          <a:bodyPr>
            <a:normAutofit/>
          </a:bodyPr>
          <a:lstStyle>
            <a:lvl1pPr marL="0" indent="0" algn="ctr">
              <a:buNone/>
              <a:defRPr sz="1350"/>
            </a:lvl1pPr>
          </a:lstStyle>
          <a:p>
            <a:r>
              <a:rPr lang="en-US"/>
              <a:t>Click icon to add picture</a:t>
            </a:r>
            <a:endParaRPr lang="en-US" dirty="0"/>
          </a:p>
        </p:txBody>
      </p:sp>
      <p:sp>
        <p:nvSpPr>
          <p:cNvPr id="2" name="Title 1">
            <a:extLst>
              <a:ext uri="{FF2B5EF4-FFF2-40B4-BE49-F238E27FC236}">
                <a16:creationId xmlns:a16="http://schemas.microsoft.com/office/drawing/2014/main" id="{4E8B51C6-9166-4F67-995A-396809E6533C}"/>
              </a:ext>
            </a:extLst>
          </p:cNvPr>
          <p:cNvSpPr>
            <a:spLocks noGrp="1"/>
          </p:cNvSpPr>
          <p:nvPr>
            <p:ph type="ctrTitle" hasCustomPrompt="1"/>
          </p:nvPr>
        </p:nvSpPr>
        <p:spPr>
          <a:xfrm>
            <a:off x="1295401" y="2337596"/>
            <a:ext cx="6553200" cy="2182811"/>
          </a:xfrm>
        </p:spPr>
        <p:txBody>
          <a:bodyPr anchor="ctr">
            <a:normAutofit/>
          </a:bodyPr>
          <a:lstStyle>
            <a:lvl1pPr algn="ctr">
              <a:defRPr sz="8625">
                <a:solidFill>
                  <a:schemeClr val="tx1"/>
                </a:solidFill>
              </a:defRPr>
            </a:lvl1pPr>
          </a:lstStyle>
          <a:p>
            <a:r>
              <a:rPr lang="en-US" dirty="0"/>
              <a:t>Thank You</a:t>
            </a:r>
          </a:p>
        </p:txBody>
      </p:sp>
    </p:spTree>
    <p:extLst>
      <p:ext uri="{BB962C8B-B14F-4D97-AF65-F5344CB8AC3E}">
        <p14:creationId xmlns:p14="http://schemas.microsoft.com/office/powerpoint/2010/main" val="52471322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C3DD3-9184-4434-93FC-DDB3E5B5328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A4302458-F7EC-4A75-A897-E73CF8028E73}"/>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FD31584-D229-4F6C-BA8E-36782FDA8DA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7" name="Slide Number Placeholder 6">
            <a:extLst>
              <a:ext uri="{FF2B5EF4-FFF2-40B4-BE49-F238E27FC236}">
                <a16:creationId xmlns:a16="http://schemas.microsoft.com/office/drawing/2014/main" id="{382B7AE8-665C-4FF6-B292-B525984D93C4}"/>
              </a:ext>
            </a:extLst>
          </p:cNvPr>
          <p:cNvSpPr>
            <a:spLocks noGrp="1"/>
          </p:cNvSpPr>
          <p:nvPr>
            <p:ph type="sldNum" sz="quarter" idx="12"/>
          </p:nvPr>
        </p:nvSpPr>
        <p:spPr>
          <a:xfrm>
            <a:off x="8639175" y="6581978"/>
            <a:ext cx="279797" cy="206104"/>
          </a:xfrm>
          <a:prstGeom prst="rect">
            <a:avLst/>
          </a:prstGeom>
        </p:spPr>
        <p:txBody>
          <a:bodyPr/>
          <a:lstStyle/>
          <a:p>
            <a:fld id="{03DC2DEF-D2FE-4B45-ABA4-9F153FD1C98A}" type="slidenum">
              <a:rPr lang="en-US" smtClean="0"/>
              <a:t>‹#›</a:t>
            </a:fld>
            <a:endParaRPr lang="en-US" dirty="0"/>
          </a:p>
        </p:txBody>
      </p:sp>
    </p:spTree>
    <p:extLst>
      <p:ext uri="{BB962C8B-B14F-4D97-AF65-F5344CB8AC3E}">
        <p14:creationId xmlns:p14="http://schemas.microsoft.com/office/powerpoint/2010/main" val="4093185414"/>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2ACFC-0D65-4857-AAEE-904747F38A57}"/>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8A594C5E-E06C-488C-AC82-331C53B94F1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4EC8C27-FA57-408C-8D6B-844D81BC8312}"/>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7" name="Slide Number Placeholder 6">
            <a:extLst>
              <a:ext uri="{FF2B5EF4-FFF2-40B4-BE49-F238E27FC236}">
                <a16:creationId xmlns:a16="http://schemas.microsoft.com/office/drawing/2014/main" id="{E468A18F-96D4-4F1F-BF6B-EDFACBF8D67C}"/>
              </a:ext>
            </a:extLst>
          </p:cNvPr>
          <p:cNvSpPr>
            <a:spLocks noGrp="1"/>
          </p:cNvSpPr>
          <p:nvPr>
            <p:ph type="sldNum" sz="quarter" idx="12"/>
          </p:nvPr>
        </p:nvSpPr>
        <p:spPr>
          <a:xfrm>
            <a:off x="8639175" y="6581978"/>
            <a:ext cx="279797" cy="206104"/>
          </a:xfrm>
          <a:prstGeom prst="rect">
            <a:avLst/>
          </a:prstGeom>
        </p:spPr>
        <p:txBody>
          <a:bodyPr/>
          <a:lstStyle/>
          <a:p>
            <a:fld id="{03DC2DEF-D2FE-4B45-ABA4-9F153FD1C98A}" type="slidenum">
              <a:rPr lang="en-US" smtClean="0"/>
              <a:t>‹#›</a:t>
            </a:fld>
            <a:endParaRPr lang="en-US" dirty="0"/>
          </a:p>
        </p:txBody>
      </p:sp>
    </p:spTree>
    <p:extLst>
      <p:ext uri="{BB962C8B-B14F-4D97-AF65-F5344CB8AC3E}">
        <p14:creationId xmlns:p14="http://schemas.microsoft.com/office/powerpoint/2010/main" val="2656041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slideLayout" Target="../slideLayouts/slideLayout41.xml"/><Relationship Id="rId39" Type="http://schemas.openxmlformats.org/officeDocument/2006/relationships/slideLayout" Target="../slideLayouts/slideLayout54.xml"/><Relationship Id="rId21" Type="http://schemas.openxmlformats.org/officeDocument/2006/relationships/slideLayout" Target="../slideLayouts/slideLayout36.xml"/><Relationship Id="rId34" Type="http://schemas.openxmlformats.org/officeDocument/2006/relationships/slideLayout" Target="../slideLayouts/slideLayout49.xml"/><Relationship Id="rId42" Type="http://schemas.openxmlformats.org/officeDocument/2006/relationships/slideLayout" Target="../slideLayouts/slideLayout57.xml"/><Relationship Id="rId47" Type="http://schemas.openxmlformats.org/officeDocument/2006/relationships/slideLayout" Target="../slideLayouts/slideLayout62.xml"/><Relationship Id="rId50" Type="http://schemas.openxmlformats.org/officeDocument/2006/relationships/slideLayout" Target="../slideLayouts/slideLayout65.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9" Type="http://schemas.openxmlformats.org/officeDocument/2006/relationships/slideLayout" Target="../slideLayouts/slideLayout44.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32" Type="http://schemas.openxmlformats.org/officeDocument/2006/relationships/slideLayout" Target="../slideLayouts/slideLayout47.xml"/><Relationship Id="rId37" Type="http://schemas.openxmlformats.org/officeDocument/2006/relationships/slideLayout" Target="../slideLayouts/slideLayout52.xml"/><Relationship Id="rId40" Type="http://schemas.openxmlformats.org/officeDocument/2006/relationships/slideLayout" Target="../slideLayouts/slideLayout55.xml"/><Relationship Id="rId45" Type="http://schemas.openxmlformats.org/officeDocument/2006/relationships/slideLayout" Target="../slideLayouts/slideLayout60.xml"/><Relationship Id="rId53" Type="http://schemas.openxmlformats.org/officeDocument/2006/relationships/theme" Target="../theme/theme2.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31" Type="http://schemas.openxmlformats.org/officeDocument/2006/relationships/slideLayout" Target="../slideLayouts/slideLayout46.xml"/><Relationship Id="rId44" Type="http://schemas.openxmlformats.org/officeDocument/2006/relationships/slideLayout" Target="../slideLayouts/slideLayout59.xml"/><Relationship Id="rId52" Type="http://schemas.openxmlformats.org/officeDocument/2006/relationships/slideLayout" Target="../slideLayouts/slideLayout67.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 Id="rId30" Type="http://schemas.openxmlformats.org/officeDocument/2006/relationships/slideLayout" Target="../slideLayouts/slideLayout45.xml"/><Relationship Id="rId35" Type="http://schemas.openxmlformats.org/officeDocument/2006/relationships/slideLayout" Target="../slideLayouts/slideLayout50.xml"/><Relationship Id="rId43" Type="http://schemas.openxmlformats.org/officeDocument/2006/relationships/slideLayout" Target="../slideLayouts/slideLayout58.xml"/><Relationship Id="rId48" Type="http://schemas.openxmlformats.org/officeDocument/2006/relationships/slideLayout" Target="../slideLayouts/slideLayout63.xml"/><Relationship Id="rId8" Type="http://schemas.openxmlformats.org/officeDocument/2006/relationships/slideLayout" Target="../slideLayouts/slideLayout23.xml"/><Relationship Id="rId51" Type="http://schemas.openxmlformats.org/officeDocument/2006/relationships/slideLayout" Target="../slideLayouts/slideLayout66.xml"/><Relationship Id="rId3" Type="http://schemas.openxmlformats.org/officeDocument/2006/relationships/slideLayout" Target="../slideLayouts/slideLayout18.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33" Type="http://schemas.openxmlformats.org/officeDocument/2006/relationships/slideLayout" Target="../slideLayouts/slideLayout48.xml"/><Relationship Id="rId38" Type="http://schemas.openxmlformats.org/officeDocument/2006/relationships/slideLayout" Target="../slideLayouts/slideLayout53.xml"/><Relationship Id="rId46" Type="http://schemas.openxmlformats.org/officeDocument/2006/relationships/slideLayout" Target="../slideLayouts/slideLayout61.xml"/><Relationship Id="rId20" Type="http://schemas.openxmlformats.org/officeDocument/2006/relationships/slideLayout" Target="../slideLayouts/slideLayout35.xml"/><Relationship Id="rId41" Type="http://schemas.openxmlformats.org/officeDocument/2006/relationships/slideLayout" Target="../slideLayouts/slideLayout56.xml"/><Relationship Id="rId54" Type="http://schemas.openxmlformats.org/officeDocument/2006/relationships/image" Target="../media/image1.png"/><Relationship Id="rId1" Type="http://schemas.openxmlformats.org/officeDocument/2006/relationships/slideLayout" Target="../slideLayouts/slideLayout16.xml"/><Relationship Id="rId6" Type="http://schemas.openxmlformats.org/officeDocument/2006/relationships/slideLayout" Target="../slideLayouts/slideLayout21.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36" Type="http://schemas.openxmlformats.org/officeDocument/2006/relationships/slideLayout" Target="../slideLayouts/slideLayout51.xml"/><Relationship Id="rId49" Type="http://schemas.openxmlformats.org/officeDocument/2006/relationships/slideLayout" Target="../slideLayouts/slideLayout6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6400800"/>
            <a:ext cx="9144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Rectangle 8"/>
          <p:cNvSpPr/>
          <p:nvPr/>
        </p:nvSpPr>
        <p:spPr>
          <a:xfrm>
            <a:off x="0" y="6334125"/>
            <a:ext cx="9144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822325" y="152400"/>
            <a:ext cx="7543800" cy="1025525"/>
          </a:xfrm>
          <a:prstGeom prst="rect">
            <a:avLst/>
          </a:prstGeom>
        </p:spPr>
        <p:txBody>
          <a:bodyPr vert="horz" lIns="91440" tIns="45720" rIns="91440" bIns="45720" rtlCol="0" anchor="b">
            <a:normAutofit/>
          </a:bodyPr>
          <a:lstStyle/>
          <a:p>
            <a:r>
              <a:rPr lang="en-US" dirty="0"/>
              <a:t>Click to edit Master title style</a:t>
            </a:r>
          </a:p>
        </p:txBody>
      </p:sp>
      <p:sp>
        <p:nvSpPr>
          <p:cNvPr id="1029" name="Text Placeholder 2"/>
          <p:cNvSpPr>
            <a:spLocks noGrp="1"/>
          </p:cNvSpPr>
          <p:nvPr>
            <p:ph type="body" idx="1"/>
          </p:nvPr>
        </p:nvSpPr>
        <p:spPr bwMode="auto">
          <a:xfrm>
            <a:off x="822325" y="1447800"/>
            <a:ext cx="7543800" cy="4724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22325" y="6459538"/>
            <a:ext cx="1854200" cy="365125"/>
          </a:xfrm>
          <a:prstGeom prst="rect">
            <a:avLst/>
          </a:prstGeom>
        </p:spPr>
        <p:txBody>
          <a:bodyPr vert="horz" wrap="square" lIns="91440" tIns="45720" rIns="91440" bIns="45720" numCol="1" anchor="ctr" anchorCtr="0" compatLnSpc="1">
            <a:prstTxWarp prst="textNoShape">
              <a:avLst/>
            </a:prstTxWarp>
          </a:bodyPr>
          <a:lstStyle>
            <a:lvl1pPr>
              <a:defRPr sz="900">
                <a:solidFill>
                  <a:srgbClr val="FFFFFF"/>
                </a:solidFill>
              </a:defRPr>
            </a:lvl1pPr>
          </a:lstStyle>
          <a:p>
            <a:fld id="{72D044A1-7E6B-EA43-9EA7-3F2FE1090EEC}" type="datetimeFigureOut">
              <a:rPr lang="en-US"/>
              <a:pPr/>
              <a:t>4/18/2026</a:t>
            </a:fld>
            <a:endParaRPr lang="en-US"/>
          </a:p>
        </p:txBody>
      </p:sp>
      <p:sp>
        <p:nvSpPr>
          <p:cNvPr id="5" name="Footer Placeholder 4"/>
          <p:cNvSpPr>
            <a:spLocks noGrp="1"/>
          </p:cNvSpPr>
          <p:nvPr>
            <p:ph type="ftr" sz="quarter" idx="3"/>
          </p:nvPr>
        </p:nvSpPr>
        <p:spPr>
          <a:xfrm>
            <a:off x="2743200" y="6535738"/>
            <a:ext cx="6302375" cy="322262"/>
          </a:xfrm>
          <a:prstGeom prst="rect">
            <a:avLst/>
          </a:prstGeom>
        </p:spPr>
        <p:txBody>
          <a:bodyPr vert="horz" wrap="square" lIns="91440" tIns="45720" rIns="91440" bIns="45720" numCol="1" anchor="ctr" anchorCtr="0" compatLnSpc="1">
            <a:prstTxWarp prst="textNoShape">
              <a:avLst/>
            </a:prstTxWarp>
          </a:bodyPr>
          <a:lstStyle>
            <a:lvl1pPr algn="ctr">
              <a:defRPr sz="900">
                <a:solidFill>
                  <a:srgbClr val="FFFFFF"/>
                </a:solidFill>
              </a:defRPr>
            </a:lvl1pPr>
          </a:lstStyle>
          <a:p>
            <a:r>
              <a:rPr lang="en-US" sz="900" i="1" dirty="0">
                <a:solidFill>
                  <a:schemeClr val="bg1"/>
                </a:solidFill>
                <a:ea typeface="ＭＳ Ｐゴシック" charset="0"/>
              </a:rPr>
              <a:t>Copyright ©2020</a:t>
            </a:r>
            <a:r>
              <a:rPr lang="en-US" sz="900" i="1" baseline="0" dirty="0">
                <a:solidFill>
                  <a:schemeClr val="bg1"/>
                </a:solidFill>
                <a:ea typeface="ＭＳ Ｐゴシック" charset="0"/>
              </a:rPr>
              <a:t> McGraw-Hill Education. All rights reserved. No reproduction or distribution without the prior written consent of McGraw-Hill Education. </a:t>
            </a:r>
            <a:r>
              <a:rPr lang="en-US" sz="900" i="1" dirty="0">
                <a:solidFill>
                  <a:schemeClr val="bg1"/>
                </a:solidFill>
                <a:ea typeface="ＭＳ Ｐゴシック" charset="0"/>
              </a:rPr>
              <a:t> </a:t>
            </a:r>
          </a:p>
          <a:p>
            <a:endParaRPr lang="en-US" i="1" dirty="0"/>
          </a:p>
        </p:txBody>
      </p:sp>
      <p:sp>
        <p:nvSpPr>
          <p:cNvPr id="6" name="Slide Number Placeholder 5"/>
          <p:cNvSpPr>
            <a:spLocks noGrp="1"/>
          </p:cNvSpPr>
          <p:nvPr>
            <p:ph type="sldNum" sz="quarter" idx="4"/>
          </p:nvPr>
        </p:nvSpPr>
        <p:spPr>
          <a:xfrm>
            <a:off x="7424738" y="6459538"/>
            <a:ext cx="984250" cy="365125"/>
          </a:xfrm>
          <a:prstGeom prst="rect">
            <a:avLst/>
          </a:prstGeom>
        </p:spPr>
        <p:txBody>
          <a:bodyPr vert="horz" wrap="square" lIns="91440" tIns="45720" rIns="91440" bIns="45720" numCol="1" anchor="ctr" anchorCtr="0" compatLnSpc="1">
            <a:prstTxWarp prst="textNoShape">
              <a:avLst/>
            </a:prstTxWarp>
          </a:bodyPr>
          <a:lstStyle>
            <a:lvl1pPr algn="r">
              <a:defRPr sz="1000">
                <a:solidFill>
                  <a:srgbClr val="FFFFFF"/>
                </a:solidFill>
              </a:defRPr>
            </a:lvl1pPr>
          </a:lstStyle>
          <a:p>
            <a:fld id="{90B35B00-E68E-BB40-8320-FFA9339AF092}" type="slidenum">
              <a:rPr lang="en-US"/>
              <a:pPr/>
              <a:t>‹#›</a:t>
            </a:fld>
            <a:endParaRPr lang="en-US"/>
          </a:p>
        </p:txBody>
      </p:sp>
      <p:cxnSp>
        <p:nvCxnSpPr>
          <p:cNvPr id="10" name="Straight Connector 9"/>
          <p:cNvCxnSpPr/>
          <p:nvPr/>
        </p:nvCxnSpPr>
        <p:spPr>
          <a:xfrm>
            <a:off x="895350" y="1219200"/>
            <a:ext cx="747553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7772400" y="0"/>
            <a:ext cx="1219200" cy="246063"/>
          </a:xfrm>
          <a:prstGeom prst="rect">
            <a:avLst/>
          </a:prstGeom>
          <a:noFill/>
        </p:spPr>
        <p:txBody>
          <a:bodyPr>
            <a:spAutoFit/>
          </a:bodyPr>
          <a:lstStyle>
            <a:lvl1pPr>
              <a:defRPr>
                <a:solidFill>
                  <a:schemeClr val="tx1"/>
                </a:solidFill>
                <a:latin typeface="Arial" charset="0"/>
                <a:ea typeface="ＭＳ Ｐゴシック" charset="0"/>
                <a:cs typeface="MS PGothic" charset="0"/>
              </a:defRPr>
            </a:lvl1pPr>
            <a:lvl2pPr marL="742950" indent="-285750">
              <a:defRPr>
                <a:solidFill>
                  <a:schemeClr val="tx1"/>
                </a:solidFill>
                <a:latin typeface="Arial" charset="0"/>
                <a:ea typeface="MS PGothic" charset="0"/>
                <a:cs typeface="MS PGothic" charset="0"/>
              </a:defRPr>
            </a:lvl2pPr>
            <a:lvl3pPr marL="1143000" indent="-228600">
              <a:defRPr>
                <a:solidFill>
                  <a:schemeClr val="tx1"/>
                </a:solidFill>
                <a:latin typeface="Arial" charset="0"/>
                <a:ea typeface="MS PGothic" charset="0"/>
                <a:cs typeface="MS PGothic" charset="0"/>
              </a:defRPr>
            </a:lvl3pPr>
            <a:lvl4pPr marL="1600200" indent="-228600">
              <a:defRPr>
                <a:solidFill>
                  <a:schemeClr val="tx1"/>
                </a:solidFill>
                <a:latin typeface="Arial" charset="0"/>
                <a:ea typeface="MS PGothic" charset="0"/>
                <a:cs typeface="MS PGothic" charset="0"/>
              </a:defRPr>
            </a:lvl4pPr>
            <a:lvl5pPr marL="2057400" indent="-228600">
              <a:defRPr>
                <a:solidFill>
                  <a:schemeClr val="tx1"/>
                </a:solidFill>
                <a:latin typeface="Arial" charset="0"/>
                <a:ea typeface="MS PGothic" charset="0"/>
                <a:cs typeface="MS PGothic" charset="0"/>
              </a:defRPr>
            </a:lvl5pPr>
            <a:lvl6pPr marL="2514600" indent="-228600" eaLnBrk="0" fontAlgn="base" hangingPunct="0">
              <a:spcBef>
                <a:spcPct val="0"/>
              </a:spcBef>
              <a:spcAft>
                <a:spcPct val="0"/>
              </a:spcAft>
              <a:defRPr>
                <a:solidFill>
                  <a:schemeClr val="tx1"/>
                </a:solidFill>
                <a:latin typeface="Arial" charset="0"/>
                <a:ea typeface="MS PGothic" charset="0"/>
                <a:cs typeface="MS PGothic" charset="0"/>
              </a:defRPr>
            </a:lvl6pPr>
            <a:lvl7pPr marL="2971800" indent="-228600" eaLnBrk="0" fontAlgn="base" hangingPunct="0">
              <a:spcBef>
                <a:spcPct val="0"/>
              </a:spcBef>
              <a:spcAft>
                <a:spcPct val="0"/>
              </a:spcAft>
              <a:defRPr>
                <a:solidFill>
                  <a:schemeClr val="tx1"/>
                </a:solidFill>
                <a:latin typeface="Arial" charset="0"/>
                <a:ea typeface="MS PGothic" charset="0"/>
                <a:cs typeface="MS PGothic" charset="0"/>
              </a:defRPr>
            </a:lvl7pPr>
            <a:lvl8pPr marL="3429000" indent="-228600" eaLnBrk="0" fontAlgn="base" hangingPunct="0">
              <a:spcBef>
                <a:spcPct val="0"/>
              </a:spcBef>
              <a:spcAft>
                <a:spcPct val="0"/>
              </a:spcAft>
              <a:defRPr>
                <a:solidFill>
                  <a:schemeClr val="tx1"/>
                </a:solidFill>
                <a:latin typeface="Arial" charset="0"/>
                <a:ea typeface="MS PGothic" charset="0"/>
                <a:cs typeface="MS PGothic" charset="0"/>
              </a:defRPr>
            </a:lvl8pPr>
            <a:lvl9pPr marL="3886200" indent="-228600" eaLnBrk="0" fontAlgn="base" hangingPunct="0">
              <a:spcBef>
                <a:spcPct val="0"/>
              </a:spcBef>
              <a:spcAft>
                <a:spcPct val="0"/>
              </a:spcAft>
              <a:defRPr>
                <a:solidFill>
                  <a:schemeClr val="tx1"/>
                </a:solidFill>
                <a:latin typeface="Arial" charset="0"/>
                <a:ea typeface="MS PGothic" charset="0"/>
                <a:cs typeface="MS PGothic" charset="0"/>
              </a:defRPr>
            </a:lvl9pPr>
          </a:lstStyle>
          <a:p>
            <a:pPr algn="r" eaLnBrk="1" hangingPunct="1"/>
            <a:r>
              <a:rPr lang="en-US" sz="1000" dirty="0"/>
              <a:t>3-</a:t>
            </a:r>
            <a:fld id="{DD301089-3D58-6841-B183-47AB8241EAA7}" type="slidenum">
              <a:rPr lang="en-US" sz="1000"/>
              <a:pPr algn="r" eaLnBrk="1" hangingPunct="1"/>
              <a:t>‹#›</a:t>
            </a:fld>
            <a:endParaRPr lang="en-US" sz="1000" dirty="0"/>
          </a:p>
        </p:txBody>
      </p:sp>
    </p:spTree>
  </p:cSld>
  <p:clrMap bg1="lt1" tx1="dk1" bg2="lt2" tx2="dk2" accent1="accent1" accent2="accent2" accent3="accent3" accent4="accent4" accent5="accent5" accent6="accent6" hlink="hlink" folHlink="folHlink"/>
  <p:sldLayoutIdLst>
    <p:sldLayoutId id="2147484642" r:id="rId1"/>
    <p:sldLayoutId id="2147484637" r:id="rId2"/>
    <p:sldLayoutId id="2147484649" r:id="rId3"/>
    <p:sldLayoutId id="2147484650" r:id="rId4"/>
    <p:sldLayoutId id="2147484643" r:id="rId5"/>
    <p:sldLayoutId id="2147484638" r:id="rId6"/>
    <p:sldLayoutId id="2147484639" r:id="rId7"/>
    <p:sldLayoutId id="2147484640" r:id="rId8"/>
    <p:sldLayoutId id="2147484644" r:id="rId9"/>
    <p:sldLayoutId id="2147484645" r:id="rId10"/>
    <p:sldLayoutId id="2147484646" r:id="rId11"/>
    <p:sldLayoutId id="2147484641" r:id="rId12"/>
    <p:sldLayoutId id="2147484647" r:id="rId13"/>
    <p:sldLayoutId id="2147484648" r:id="rId14"/>
    <p:sldLayoutId id="2147484651" r:id="rId15"/>
  </p:sldLayoutIdLst>
  <p:txStyles>
    <p:titleStyle>
      <a:lvl1pPr algn="l" rtl="0" eaLnBrk="0" fontAlgn="base" hangingPunct="0">
        <a:lnSpc>
          <a:spcPct val="85000"/>
        </a:lnSpc>
        <a:spcBef>
          <a:spcPct val="0"/>
        </a:spcBef>
        <a:spcAft>
          <a:spcPct val="0"/>
        </a:spcAft>
        <a:defRPr sz="4000" kern="1200" spc="-50">
          <a:solidFill>
            <a:srgbClr val="404040"/>
          </a:solidFill>
          <a:latin typeface="+mj-lt"/>
          <a:ea typeface="ＭＳ Ｐゴシック" charset="0"/>
          <a:cs typeface="+mj-cs"/>
        </a:defRPr>
      </a:lvl1pPr>
      <a:lvl2pPr algn="l" rtl="0" eaLnBrk="0" fontAlgn="base" hangingPunct="0">
        <a:lnSpc>
          <a:spcPct val="85000"/>
        </a:lnSpc>
        <a:spcBef>
          <a:spcPct val="0"/>
        </a:spcBef>
        <a:spcAft>
          <a:spcPct val="0"/>
        </a:spcAft>
        <a:defRPr sz="4000">
          <a:solidFill>
            <a:srgbClr val="404040"/>
          </a:solidFill>
          <a:latin typeface="Calibri Light" panose="020F0302020204030204" pitchFamily="34" charset="0"/>
          <a:ea typeface="ＭＳ Ｐゴシック" charset="0"/>
        </a:defRPr>
      </a:lvl2pPr>
      <a:lvl3pPr algn="l" rtl="0" eaLnBrk="0" fontAlgn="base" hangingPunct="0">
        <a:lnSpc>
          <a:spcPct val="85000"/>
        </a:lnSpc>
        <a:spcBef>
          <a:spcPct val="0"/>
        </a:spcBef>
        <a:spcAft>
          <a:spcPct val="0"/>
        </a:spcAft>
        <a:defRPr sz="4000">
          <a:solidFill>
            <a:srgbClr val="404040"/>
          </a:solidFill>
          <a:latin typeface="Calibri Light" panose="020F0302020204030204" pitchFamily="34" charset="0"/>
          <a:ea typeface="ＭＳ Ｐゴシック" charset="0"/>
        </a:defRPr>
      </a:lvl3pPr>
      <a:lvl4pPr algn="l" rtl="0" eaLnBrk="0" fontAlgn="base" hangingPunct="0">
        <a:lnSpc>
          <a:spcPct val="85000"/>
        </a:lnSpc>
        <a:spcBef>
          <a:spcPct val="0"/>
        </a:spcBef>
        <a:spcAft>
          <a:spcPct val="0"/>
        </a:spcAft>
        <a:defRPr sz="4000">
          <a:solidFill>
            <a:srgbClr val="404040"/>
          </a:solidFill>
          <a:latin typeface="Calibri Light" panose="020F0302020204030204" pitchFamily="34" charset="0"/>
          <a:ea typeface="ＭＳ Ｐゴシック" charset="0"/>
        </a:defRPr>
      </a:lvl4pPr>
      <a:lvl5pPr algn="l" rtl="0" eaLnBrk="0" fontAlgn="base" hangingPunct="0">
        <a:lnSpc>
          <a:spcPct val="85000"/>
        </a:lnSpc>
        <a:spcBef>
          <a:spcPct val="0"/>
        </a:spcBef>
        <a:spcAft>
          <a:spcPct val="0"/>
        </a:spcAft>
        <a:defRPr sz="4000">
          <a:solidFill>
            <a:srgbClr val="404040"/>
          </a:solidFill>
          <a:latin typeface="Calibri Light" panose="020F0302020204030204" pitchFamily="34" charset="0"/>
          <a:ea typeface="ＭＳ Ｐゴシック" charset="0"/>
        </a:defRPr>
      </a:lvl5pPr>
      <a:lvl6pPr marL="457200" algn="l" rtl="0" fontAlgn="base">
        <a:lnSpc>
          <a:spcPct val="85000"/>
        </a:lnSpc>
        <a:spcBef>
          <a:spcPct val="0"/>
        </a:spcBef>
        <a:spcAft>
          <a:spcPct val="0"/>
        </a:spcAft>
        <a:defRPr sz="4800">
          <a:solidFill>
            <a:srgbClr val="404040"/>
          </a:solidFill>
          <a:latin typeface="Calibri Light" panose="020F0302020204030204" pitchFamily="34" charset="0"/>
        </a:defRPr>
      </a:lvl6pPr>
      <a:lvl7pPr marL="914400" algn="l" rtl="0" fontAlgn="base">
        <a:lnSpc>
          <a:spcPct val="85000"/>
        </a:lnSpc>
        <a:spcBef>
          <a:spcPct val="0"/>
        </a:spcBef>
        <a:spcAft>
          <a:spcPct val="0"/>
        </a:spcAft>
        <a:defRPr sz="4800">
          <a:solidFill>
            <a:srgbClr val="404040"/>
          </a:solidFill>
          <a:latin typeface="Calibri Light" panose="020F0302020204030204" pitchFamily="34" charset="0"/>
        </a:defRPr>
      </a:lvl7pPr>
      <a:lvl8pPr marL="1371600" algn="l" rtl="0" fontAlgn="base">
        <a:lnSpc>
          <a:spcPct val="85000"/>
        </a:lnSpc>
        <a:spcBef>
          <a:spcPct val="0"/>
        </a:spcBef>
        <a:spcAft>
          <a:spcPct val="0"/>
        </a:spcAft>
        <a:defRPr sz="4800">
          <a:solidFill>
            <a:srgbClr val="404040"/>
          </a:solidFill>
          <a:latin typeface="Calibri Light" panose="020F0302020204030204" pitchFamily="34" charset="0"/>
        </a:defRPr>
      </a:lvl8pPr>
      <a:lvl9pPr marL="1828800" algn="l" rtl="0" fontAlgn="base">
        <a:lnSpc>
          <a:spcPct val="85000"/>
        </a:lnSpc>
        <a:spcBef>
          <a:spcPct val="0"/>
        </a:spcBef>
        <a:spcAft>
          <a:spcPct val="0"/>
        </a:spcAft>
        <a:defRPr sz="4800">
          <a:solidFill>
            <a:srgbClr val="404040"/>
          </a:solidFill>
          <a:latin typeface="Calibri Light" panose="020F0302020204030204" pitchFamily="34" charset="0"/>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charset="0"/>
        <a:buChar char=" "/>
        <a:defRPr sz="2000" kern="1200">
          <a:solidFill>
            <a:srgbClr val="404040"/>
          </a:solidFill>
          <a:latin typeface="+mn-lt"/>
          <a:ea typeface="ＭＳ Ｐゴシック" charset="0"/>
          <a:cs typeface="+mn-cs"/>
        </a:defRPr>
      </a:lvl1pPr>
      <a:lvl2pPr marL="382588" indent="-182563" algn="l" rtl="0" eaLnBrk="0" fontAlgn="base" hangingPunct="0">
        <a:lnSpc>
          <a:spcPct val="90000"/>
        </a:lnSpc>
        <a:spcBef>
          <a:spcPts val="200"/>
        </a:spcBef>
        <a:spcAft>
          <a:spcPts val="400"/>
        </a:spcAft>
        <a:buClr>
          <a:schemeClr val="accent1"/>
        </a:buClr>
        <a:buFont typeface="Calibri" charset="0"/>
        <a:buChar char="◦"/>
        <a:defRPr kern="1200">
          <a:solidFill>
            <a:srgbClr val="404040"/>
          </a:solidFill>
          <a:latin typeface="+mn-lt"/>
          <a:ea typeface="ＭＳ Ｐゴシック" charset="0"/>
          <a:cs typeface="+mn-cs"/>
        </a:defRPr>
      </a:lvl2pPr>
      <a:lvl3pPr marL="566738" indent="-182563" algn="l" rtl="0" eaLnBrk="0" fontAlgn="base" hangingPunct="0">
        <a:lnSpc>
          <a:spcPct val="90000"/>
        </a:lnSpc>
        <a:spcBef>
          <a:spcPts val="200"/>
        </a:spcBef>
        <a:spcAft>
          <a:spcPts val="400"/>
        </a:spcAft>
        <a:buClr>
          <a:schemeClr val="accent1"/>
        </a:buClr>
        <a:buFont typeface="Calibri" charset="0"/>
        <a:buChar char="◦"/>
        <a:defRPr sz="1400" kern="1200">
          <a:solidFill>
            <a:srgbClr val="404040"/>
          </a:solidFill>
          <a:latin typeface="+mn-lt"/>
          <a:ea typeface="ＭＳ Ｐゴシック" charset="0"/>
          <a:cs typeface="+mn-cs"/>
        </a:defRPr>
      </a:lvl3pPr>
      <a:lvl4pPr marL="749300" indent="-182563" algn="l" rtl="0" eaLnBrk="0" fontAlgn="base" hangingPunct="0">
        <a:lnSpc>
          <a:spcPct val="90000"/>
        </a:lnSpc>
        <a:spcBef>
          <a:spcPts val="200"/>
        </a:spcBef>
        <a:spcAft>
          <a:spcPts val="400"/>
        </a:spcAft>
        <a:buClr>
          <a:schemeClr val="accent1"/>
        </a:buClr>
        <a:buFont typeface="Calibri" charset="0"/>
        <a:buChar char="◦"/>
        <a:defRPr sz="1400" kern="1200">
          <a:solidFill>
            <a:srgbClr val="404040"/>
          </a:solidFill>
          <a:latin typeface="+mn-lt"/>
          <a:ea typeface="ＭＳ Ｐゴシック" charset="0"/>
          <a:cs typeface="+mn-cs"/>
        </a:defRPr>
      </a:lvl4pPr>
      <a:lvl5pPr marL="931863" indent="-182563" algn="l" rtl="0" eaLnBrk="0" fontAlgn="base" hangingPunct="0">
        <a:lnSpc>
          <a:spcPct val="90000"/>
        </a:lnSpc>
        <a:spcBef>
          <a:spcPts val="200"/>
        </a:spcBef>
        <a:spcAft>
          <a:spcPts val="400"/>
        </a:spcAft>
        <a:buClr>
          <a:schemeClr val="accent1"/>
        </a:buClr>
        <a:buFont typeface="Calibri" charset="0"/>
        <a:buChar char="◦"/>
        <a:defRPr sz="1400" kern="1200">
          <a:solidFill>
            <a:srgbClr val="404040"/>
          </a:solidFill>
          <a:latin typeface="+mn-lt"/>
          <a:ea typeface="ＭＳ Ｐゴシック" charset="0"/>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060ACE-E228-45FD-83E3-FF4D1CCF705F}"/>
              </a:ext>
            </a:extLst>
          </p:cNvPr>
          <p:cNvSpPr>
            <a:spLocks noGrp="1"/>
          </p:cNvSpPr>
          <p:nvPr>
            <p:ph type="title"/>
          </p:nvPr>
        </p:nvSpPr>
        <p:spPr>
          <a:xfrm>
            <a:off x="278607" y="260351"/>
            <a:ext cx="8640365" cy="7588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88AF9FF-2A4E-41E6-956B-69BC625CC9A4}"/>
              </a:ext>
            </a:extLst>
          </p:cNvPr>
          <p:cNvSpPr>
            <a:spLocks noGrp="1"/>
          </p:cNvSpPr>
          <p:nvPr>
            <p:ph type="body" idx="1"/>
          </p:nvPr>
        </p:nvSpPr>
        <p:spPr>
          <a:xfrm>
            <a:off x="278606" y="1233488"/>
            <a:ext cx="8640365" cy="494347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6">
            <a:extLst>
              <a:ext uri="{FF2B5EF4-FFF2-40B4-BE49-F238E27FC236}">
                <a16:creationId xmlns:a16="http://schemas.microsoft.com/office/drawing/2014/main" id="{CEE1F87C-C7F2-4F14-86B1-854B7B0C580E}"/>
              </a:ext>
            </a:extLst>
          </p:cNvPr>
          <p:cNvSpPr/>
          <p:nvPr userDrawn="1"/>
        </p:nvSpPr>
        <p:spPr>
          <a:xfrm>
            <a:off x="8422482" y="6442142"/>
            <a:ext cx="721519" cy="34594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48AB12CC-D752-4664-B92F-BAEFF0416B7E}"/>
              </a:ext>
            </a:extLst>
          </p:cNvPr>
          <p:cNvSpPr/>
          <p:nvPr userDrawn="1"/>
        </p:nvSpPr>
        <p:spPr>
          <a:xfrm>
            <a:off x="0" y="260350"/>
            <a:ext cx="225028" cy="755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95406DF4-7AA2-DC90-86C7-EE81021DCD5D}"/>
              </a:ext>
            </a:extLst>
          </p:cNvPr>
          <p:cNvPicPr>
            <a:picLocks noChangeAspect="1"/>
          </p:cNvPicPr>
          <p:nvPr userDrawn="1"/>
        </p:nvPicPr>
        <p:blipFill>
          <a:blip r:embed="rId54"/>
          <a:stretch>
            <a:fillRect/>
          </a:stretch>
        </p:blipFill>
        <p:spPr>
          <a:xfrm>
            <a:off x="8125692" y="69919"/>
            <a:ext cx="1018309" cy="1357745"/>
          </a:xfrm>
          <a:prstGeom prst="rect">
            <a:avLst/>
          </a:prstGeom>
        </p:spPr>
      </p:pic>
    </p:spTree>
    <p:extLst>
      <p:ext uri="{BB962C8B-B14F-4D97-AF65-F5344CB8AC3E}">
        <p14:creationId xmlns:p14="http://schemas.microsoft.com/office/powerpoint/2010/main" val="946274702"/>
      </p:ext>
    </p:extLst>
  </p:cSld>
  <p:clrMap bg1="lt1" tx1="dk1" bg2="lt2" tx2="dk2" accent1="accent1" accent2="accent2" accent3="accent3" accent4="accent4" accent5="accent5" accent6="accent6" hlink="hlink" folHlink="folHlink"/>
  <p:sldLayoutIdLst>
    <p:sldLayoutId id="2147484664" r:id="rId1"/>
    <p:sldLayoutId id="2147484665" r:id="rId2"/>
    <p:sldLayoutId id="2147484666" r:id="rId3"/>
    <p:sldLayoutId id="2147484667" r:id="rId4"/>
    <p:sldLayoutId id="2147484668" r:id="rId5"/>
    <p:sldLayoutId id="2147484669" r:id="rId6"/>
    <p:sldLayoutId id="2147484670" r:id="rId7"/>
    <p:sldLayoutId id="2147484671" r:id="rId8"/>
    <p:sldLayoutId id="2147484672" r:id="rId9"/>
    <p:sldLayoutId id="2147484673" r:id="rId10"/>
    <p:sldLayoutId id="2147484674" r:id="rId11"/>
    <p:sldLayoutId id="2147484675" r:id="rId12"/>
    <p:sldLayoutId id="2147484676" r:id="rId13"/>
    <p:sldLayoutId id="2147484677" r:id="rId14"/>
    <p:sldLayoutId id="2147484678" r:id="rId15"/>
    <p:sldLayoutId id="2147484679" r:id="rId16"/>
    <p:sldLayoutId id="2147484680" r:id="rId17"/>
    <p:sldLayoutId id="2147484681" r:id="rId18"/>
    <p:sldLayoutId id="2147484682" r:id="rId19"/>
    <p:sldLayoutId id="2147484683" r:id="rId20"/>
    <p:sldLayoutId id="2147484684" r:id="rId21"/>
    <p:sldLayoutId id="2147484685" r:id="rId22"/>
    <p:sldLayoutId id="2147484686" r:id="rId23"/>
    <p:sldLayoutId id="2147484687" r:id="rId24"/>
    <p:sldLayoutId id="2147484688" r:id="rId25"/>
    <p:sldLayoutId id="2147484689" r:id="rId26"/>
    <p:sldLayoutId id="2147484690" r:id="rId27"/>
    <p:sldLayoutId id="2147484691" r:id="rId28"/>
    <p:sldLayoutId id="2147484692" r:id="rId29"/>
    <p:sldLayoutId id="2147484693" r:id="rId30"/>
    <p:sldLayoutId id="2147484694" r:id="rId31"/>
    <p:sldLayoutId id="2147484695" r:id="rId32"/>
    <p:sldLayoutId id="2147484696" r:id="rId33"/>
    <p:sldLayoutId id="2147484697" r:id="rId34"/>
    <p:sldLayoutId id="2147484698" r:id="rId35"/>
    <p:sldLayoutId id="2147484699" r:id="rId36"/>
    <p:sldLayoutId id="2147484700" r:id="rId37"/>
    <p:sldLayoutId id="2147484701" r:id="rId38"/>
    <p:sldLayoutId id="2147484702" r:id="rId39"/>
    <p:sldLayoutId id="2147484703" r:id="rId40"/>
    <p:sldLayoutId id="2147484704" r:id="rId41"/>
    <p:sldLayoutId id="2147484705" r:id="rId42"/>
    <p:sldLayoutId id="2147484706" r:id="rId43"/>
    <p:sldLayoutId id="2147484707" r:id="rId44"/>
    <p:sldLayoutId id="2147484708" r:id="rId45"/>
    <p:sldLayoutId id="2147484709" r:id="rId46"/>
    <p:sldLayoutId id="2147484710" r:id="rId47"/>
    <p:sldLayoutId id="2147484711" r:id="rId48"/>
    <p:sldLayoutId id="2147484712" r:id="rId49"/>
    <p:sldLayoutId id="2147484713" r:id="rId50"/>
    <p:sldLayoutId id="2147484714" r:id="rId51"/>
    <p:sldLayoutId id="2147484715" r:id="rId52"/>
  </p:sldLayoutIdLst>
  <p:hf hdr="0" dt="0"/>
  <p:txStyles>
    <p:titleStyle>
      <a:lvl1pPr algn="l" defTabSz="685800" rtl="0" eaLnBrk="1" latinLnBrk="0" hangingPunct="1">
        <a:lnSpc>
          <a:spcPct val="90000"/>
        </a:lnSpc>
        <a:spcBef>
          <a:spcPct val="0"/>
        </a:spcBef>
        <a:buNone/>
        <a:defRPr sz="2700" b="1"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4">
          <p15:clr>
            <a:srgbClr val="F26B43"/>
          </p15:clr>
        </p15:guide>
        <p15:guide id="2" pos="234">
          <p15:clr>
            <a:srgbClr val="F26B43"/>
          </p15:clr>
        </p15:guide>
        <p15:guide id="3" orient="horz" pos="4133">
          <p15:clr>
            <a:srgbClr val="F26B43"/>
          </p15:clr>
        </p15:guide>
        <p15:guide id="4" pos="7491">
          <p15:clr>
            <a:srgbClr val="F26B43"/>
          </p15:clr>
        </p15:guide>
        <p15:guide id="5" orient="horz" pos="640">
          <p15:clr>
            <a:srgbClr val="F26B43"/>
          </p15:clr>
        </p15:guide>
        <p15:guide id="6" orient="horz" pos="777">
          <p15:clr>
            <a:srgbClr val="F26B43"/>
          </p15:clr>
        </p15:guide>
        <p15:guide id="7" orient="horz" pos="4020">
          <p15:clr>
            <a:srgbClr val="F26B43"/>
          </p15:clr>
        </p15:guide>
        <p15:guide id="8" orient="horz" pos="390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6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5.jp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457338" y="755374"/>
            <a:ext cx="7772262" cy="3207026"/>
          </a:xfrm>
        </p:spPr>
        <p:txBody>
          <a:bodyPr>
            <a:noAutofit/>
          </a:bodyPr>
          <a:lstStyle/>
          <a:p>
            <a:pPr>
              <a:lnSpc>
                <a:spcPct val="90000"/>
              </a:lnSpc>
              <a:defRPr/>
            </a:pPr>
            <a:br>
              <a:rPr lang="en-US" altLang="en-US" sz="4900" dirty="0">
                <a:solidFill>
                  <a:schemeClr val="tx1"/>
                </a:solidFill>
              </a:rPr>
            </a:br>
            <a:br>
              <a:rPr lang="en-US" altLang="en-US" sz="4900" dirty="0">
                <a:solidFill>
                  <a:schemeClr val="tx1"/>
                </a:solidFill>
              </a:rPr>
            </a:br>
            <a:r>
              <a:rPr lang="en-US" altLang="en-US" sz="4900" b="1">
                <a:solidFill>
                  <a:srgbClr val="FF0000"/>
                </a:solidFill>
              </a:rPr>
              <a:t>LECTURE FOUR</a:t>
            </a:r>
            <a:br>
              <a:rPr lang="en-US" altLang="en-US" sz="4900" b="1">
                <a:solidFill>
                  <a:srgbClr val="FF0000"/>
                </a:solidFill>
              </a:rPr>
            </a:br>
            <a:br>
              <a:rPr lang="en-US" altLang="en-US" sz="4900" b="1" dirty="0">
                <a:solidFill>
                  <a:schemeClr val="accent2"/>
                </a:solidFill>
              </a:rPr>
            </a:br>
            <a:r>
              <a:rPr lang="en-US" altLang="en-US" sz="4900" b="1" dirty="0">
                <a:solidFill>
                  <a:schemeClr val="accent2"/>
                </a:solidFill>
              </a:rPr>
              <a:t>ASSIGNING COSTS TO PRODUCTS</a:t>
            </a:r>
            <a:endParaRPr lang="en-US" altLang="en-US" sz="4900" b="1" dirty="0">
              <a:solidFill>
                <a:schemeClr val="accent2"/>
              </a:solidFill>
              <a:ea typeface="+mj-ea"/>
            </a:endParaRPr>
          </a:p>
        </p:txBody>
      </p:sp>
      <p:sp>
        <p:nvSpPr>
          <p:cNvPr id="2" name="Content Placeholder 1"/>
          <p:cNvSpPr>
            <a:spLocks noGrp="1"/>
          </p:cNvSpPr>
          <p:nvPr>
            <p:ph sz="quarter" idx="11"/>
          </p:nvPr>
        </p:nvSpPr>
        <p:spPr>
          <a:xfrm>
            <a:off x="457200" y="6459539"/>
            <a:ext cx="8001000" cy="322262"/>
          </a:xfrm>
        </p:spPr>
        <p:txBody>
          <a:bodyPr/>
          <a:lstStyle/>
          <a:p>
            <a:pPr marL="0" indent="0">
              <a:buNone/>
            </a:pPr>
            <a:r>
              <a:rPr lang="en-IN" sz="900" dirty="0">
                <a:solidFill>
                  <a:schemeClr val="bg1"/>
                </a:solidFill>
                <a:latin typeface="Calibri" panose="020F0502020204030204" pitchFamily="34" charset="0"/>
                <a:ea typeface="MS PGothic" charset="0"/>
                <a:cs typeface="MS PGothic" charset="0"/>
              </a:rPr>
              <a:t>©2020 McGraw-Hill Education. All rights reserved. Authorized only for instructor use in the classroom. No reproduction or further distribution permitted without the prior written consent of McGraw-Hill Education.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795F90-A2F8-A768-9231-E0C618DB3C7A}"/>
              </a:ext>
            </a:extLst>
          </p:cNvPr>
          <p:cNvSpPr>
            <a:spLocks noGrp="1"/>
          </p:cNvSpPr>
          <p:nvPr>
            <p:ph type="title"/>
          </p:nvPr>
        </p:nvSpPr>
        <p:spPr>
          <a:xfrm>
            <a:off x="420496" y="902988"/>
            <a:ext cx="8640365" cy="569118"/>
          </a:xfrm>
        </p:spPr>
        <p:txBody>
          <a:bodyPr>
            <a:normAutofit fontScale="90000"/>
          </a:bodyPr>
          <a:lstStyle/>
          <a:p>
            <a:r>
              <a:rPr lang="en-US" dirty="0">
                <a:latin typeface="Times New Roman" panose="02020603050405020304" pitchFamily="18" charset="0"/>
                <a:cs typeface="Times New Roman" panose="02020603050405020304" pitchFamily="18" charset="0"/>
              </a:rPr>
              <a:t>Two Cost Accounting Systems</a:t>
            </a:r>
          </a:p>
        </p:txBody>
      </p:sp>
      <p:sp>
        <p:nvSpPr>
          <p:cNvPr id="6" name="Rectangle: Rounded Corners 5">
            <a:extLst>
              <a:ext uri="{FF2B5EF4-FFF2-40B4-BE49-F238E27FC236}">
                <a16:creationId xmlns:a16="http://schemas.microsoft.com/office/drawing/2014/main" id="{A7645122-F1B9-83DC-AA93-D76B598BADCF}"/>
              </a:ext>
            </a:extLst>
          </p:cNvPr>
          <p:cNvSpPr/>
          <p:nvPr/>
        </p:nvSpPr>
        <p:spPr>
          <a:xfrm>
            <a:off x="1496121" y="3533215"/>
            <a:ext cx="3007273" cy="21619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14313" indent="-214313" algn="ctr">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 Custom, unique jobs</a:t>
            </a:r>
          </a:p>
          <a:p>
            <a:pPr marL="214313" indent="-214313" algn="ctr">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Production by order </a:t>
            </a:r>
          </a:p>
          <a:p>
            <a:pPr marL="214313" indent="-214313" algn="ctr">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Low Volume </a:t>
            </a:r>
          </a:p>
          <a:p>
            <a:pPr marL="214313" indent="-214313" algn="ctr">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Low Standardization </a:t>
            </a:r>
          </a:p>
          <a:p>
            <a:pPr marL="214313" indent="-214313" algn="ctr">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E.g.  Customized furniture &amp; Car manufacturing companies  </a:t>
            </a:r>
          </a:p>
        </p:txBody>
      </p:sp>
      <p:sp>
        <p:nvSpPr>
          <p:cNvPr id="7" name="Rectangle: Rounded Corners 6">
            <a:extLst>
              <a:ext uri="{FF2B5EF4-FFF2-40B4-BE49-F238E27FC236}">
                <a16:creationId xmlns:a16="http://schemas.microsoft.com/office/drawing/2014/main" id="{2D49EC3C-6AB8-ABD3-CEC9-971DB8BE808B}"/>
              </a:ext>
            </a:extLst>
          </p:cNvPr>
          <p:cNvSpPr/>
          <p:nvPr/>
        </p:nvSpPr>
        <p:spPr>
          <a:xfrm>
            <a:off x="5098541" y="3533215"/>
            <a:ext cx="3332765" cy="216196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57175" indent="-257175" algn="ctr">
              <a:buFont typeface="Arial" panose="020B0604020202020204" pitchFamily="34" charset="0"/>
              <a:buChar char="•"/>
              <a:defRPr sz="2000"/>
            </a:pPr>
            <a:r>
              <a:rPr lang="en-US" sz="1500" b="1" dirty="0">
                <a:latin typeface="Times New Roman" panose="02020603050405020304" pitchFamily="18" charset="0"/>
                <a:cs typeface="Times New Roman" panose="02020603050405020304" pitchFamily="18" charset="0"/>
              </a:rPr>
              <a:t>Continuous, identical units</a:t>
            </a:r>
          </a:p>
          <a:p>
            <a:pPr marL="214313" indent="-214313" algn="ctr">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Mass production </a:t>
            </a:r>
          </a:p>
          <a:p>
            <a:pPr marL="214313" indent="-214313" algn="ctr">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High Volume</a:t>
            </a:r>
          </a:p>
          <a:p>
            <a:pPr marL="214313" indent="-214313" algn="ctr">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High Standardization </a:t>
            </a:r>
          </a:p>
          <a:p>
            <a:pPr marL="214313" indent="-214313" algn="ctr">
              <a:buFont typeface="Arial" panose="020B0604020202020204" pitchFamily="34" charset="0"/>
              <a:buChar char="•"/>
            </a:pPr>
            <a:r>
              <a:rPr lang="en-US" sz="1500" b="1" dirty="0">
                <a:latin typeface="Times New Roman" panose="02020603050405020304" pitchFamily="18" charset="0"/>
                <a:cs typeface="Times New Roman" panose="02020603050405020304" pitchFamily="18" charset="0"/>
              </a:rPr>
              <a:t>E.g.: Paper manufacturing company</a:t>
            </a:r>
          </a:p>
          <a:p>
            <a:pPr algn="ctr"/>
            <a:r>
              <a:rPr lang="en-US" sz="1500" b="1" dirty="0">
                <a:latin typeface="Times New Roman" panose="02020603050405020304" pitchFamily="18" charset="0"/>
                <a:cs typeface="Times New Roman" panose="02020603050405020304" pitchFamily="18" charset="0"/>
              </a:rPr>
              <a:t>Water bottle manufacturing </a:t>
            </a:r>
          </a:p>
        </p:txBody>
      </p:sp>
      <p:pic>
        <p:nvPicPr>
          <p:cNvPr id="5124" name="Picture 4" descr="Cost Systems Stock Illustrations – 1,914 Cost Systems Stock ...">
            <a:extLst>
              <a:ext uri="{FF2B5EF4-FFF2-40B4-BE49-F238E27FC236}">
                <a16:creationId xmlns:a16="http://schemas.microsoft.com/office/drawing/2014/main" id="{E51F3B1D-8ED7-879F-C9DC-B5BC7CDBC92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8252" b="29284"/>
          <a:stretch>
            <a:fillRect/>
          </a:stretch>
        </p:blipFill>
        <p:spPr bwMode="auto">
          <a:xfrm>
            <a:off x="1294125" y="1680536"/>
            <a:ext cx="7254109" cy="1852679"/>
          </a:xfrm>
          <a:prstGeom prst="rect">
            <a:avLst/>
          </a:prstGeom>
          <a:noFill/>
          <a:extLst>
            <a:ext uri="{909E8E84-426E-40DD-AFC4-6F175D3DCCD1}">
              <a14:hiddenFill xmlns:a14="http://schemas.microsoft.com/office/drawing/2010/main">
                <a:solidFill>
                  <a:srgbClr val="FFFFFF"/>
                </a:solidFill>
              </a14:hiddenFill>
            </a:ext>
          </a:extLst>
        </p:spPr>
      </p:pic>
      <p:sp>
        <p:nvSpPr>
          <p:cNvPr id="8" name="Oval 7">
            <a:extLst>
              <a:ext uri="{FF2B5EF4-FFF2-40B4-BE49-F238E27FC236}">
                <a16:creationId xmlns:a16="http://schemas.microsoft.com/office/drawing/2014/main" id="{7A124998-7E44-3FCE-3A97-965C30A44FE2}"/>
              </a:ext>
            </a:extLst>
          </p:cNvPr>
          <p:cNvSpPr/>
          <p:nvPr/>
        </p:nvSpPr>
        <p:spPr>
          <a:xfrm>
            <a:off x="900973" y="1797742"/>
            <a:ext cx="4197569" cy="4157270"/>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8485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0D1D5-2C17-9B45-6597-4C6A4C801E37}"/>
              </a:ext>
            </a:extLst>
          </p:cNvPr>
          <p:cNvSpPr>
            <a:spLocks noGrp="1"/>
          </p:cNvSpPr>
          <p:nvPr>
            <p:ph type="title"/>
          </p:nvPr>
        </p:nvSpPr>
        <p:spPr>
          <a:xfrm>
            <a:off x="278606" y="858194"/>
            <a:ext cx="8640365" cy="569118"/>
          </a:xfrm>
        </p:spPr>
        <p:txBody>
          <a:bodyPr>
            <a:normAutofit fontScale="90000"/>
          </a:bodyPr>
          <a:lstStyle/>
          <a:p>
            <a:r>
              <a:rPr lang="en-US" dirty="0">
                <a:latin typeface="Times New Roman" panose="02020603050405020304" pitchFamily="18" charset="0"/>
                <a:cs typeface="Times New Roman" panose="02020603050405020304" pitchFamily="18" charset="0"/>
              </a:rPr>
              <a:t>Job-Order Costing ( Production Cost Flow) </a:t>
            </a:r>
            <a:endParaRPr lang="en-US" dirty="0"/>
          </a:p>
        </p:txBody>
      </p:sp>
      <p:sp>
        <p:nvSpPr>
          <p:cNvPr id="3" name="Content Placeholder 2">
            <a:extLst>
              <a:ext uri="{FF2B5EF4-FFF2-40B4-BE49-F238E27FC236}">
                <a16:creationId xmlns:a16="http://schemas.microsoft.com/office/drawing/2014/main" id="{AF713FFD-2623-1DAB-D898-6E14AA56EDD0}"/>
              </a:ext>
            </a:extLst>
          </p:cNvPr>
          <p:cNvSpPr>
            <a:spLocks noGrp="1"/>
          </p:cNvSpPr>
          <p:nvPr>
            <p:ph idx="1"/>
          </p:nvPr>
        </p:nvSpPr>
        <p:spPr>
          <a:xfrm>
            <a:off x="465827" y="1427312"/>
            <a:ext cx="8640365" cy="413350"/>
          </a:xfrm>
        </p:spPr>
        <p:txBody>
          <a:bodyPr>
            <a:normAutofit/>
          </a:bodyPr>
          <a:lstStyle/>
          <a:p>
            <a:pPr marL="0" indent="0">
              <a:buNone/>
            </a:pPr>
            <a:r>
              <a:rPr lang="en-US" u="sng" dirty="0">
                <a:latin typeface="Times New Roman" panose="02020603050405020304" pitchFamily="18" charset="0"/>
                <a:cs typeface="Times New Roman" panose="02020603050405020304" pitchFamily="18" charset="0"/>
              </a:rPr>
              <a:t>Example: Car Manufacturing Company:</a:t>
            </a:r>
          </a:p>
        </p:txBody>
      </p:sp>
      <p:pic>
        <p:nvPicPr>
          <p:cNvPr id="4" name="Picture 3" descr="Flow chart tracks manufacturing costs, work in process inventory, finished goods inventory, and cost of goods sold.">
            <a:extLst>
              <a:ext uri="{FF2B5EF4-FFF2-40B4-BE49-F238E27FC236}">
                <a16:creationId xmlns:a16="http://schemas.microsoft.com/office/drawing/2014/main" id="{C7775447-2732-99C2-63BA-41A84D4768F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8606" y="2088968"/>
            <a:ext cx="8399568" cy="35452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8717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9874" name="AutoShape 2"/>
          <p:cNvSpPr>
            <a:spLocks noGrp="1" noChangeArrowheads="1"/>
          </p:cNvSpPr>
          <p:nvPr>
            <p:ph type="title"/>
          </p:nvPr>
        </p:nvSpPr>
        <p:spPr/>
        <p:txBody>
          <a:bodyPr/>
          <a:lstStyle/>
          <a:p>
            <a:pPr eaLnBrk="1" hangingPunct="1">
              <a:defRPr/>
            </a:pPr>
            <a:r>
              <a:rPr lang="en-US" sz="3200" dirty="0">
                <a:solidFill>
                  <a:schemeClr val="accent2">
                    <a:lumMod val="25000"/>
                  </a:schemeClr>
                </a:solidFill>
              </a:rPr>
              <a:t>Cost Assignment</a:t>
            </a:r>
          </a:p>
        </p:txBody>
      </p:sp>
      <p:sp>
        <p:nvSpPr>
          <p:cNvPr id="719875" name="AutoShape 3"/>
          <p:cNvSpPr>
            <a:spLocks noChangeArrowheads="1"/>
          </p:cNvSpPr>
          <p:nvPr/>
        </p:nvSpPr>
        <p:spPr bwMode="auto">
          <a:xfrm>
            <a:off x="685800" y="1447800"/>
            <a:ext cx="8001000" cy="1524000"/>
          </a:xfrm>
          <a:prstGeom prst="roundRect">
            <a:avLst>
              <a:gd name="adj" fmla="val 16667"/>
            </a:avLst>
          </a:prstGeom>
          <a:solidFill>
            <a:schemeClr val="tx2"/>
          </a:solidFill>
          <a:ln w="28575">
            <a:solidFill>
              <a:schemeClr val="accent2">
                <a:lumMod val="25000"/>
              </a:schemeClr>
            </a:solidFill>
            <a:round/>
            <a:headEnd/>
            <a:tailEnd/>
          </a:ln>
          <a:effectLst/>
        </p:spPr>
        <p:txBody>
          <a:bodyPr wrap="none" anchor="ctr"/>
          <a:lstStyle/>
          <a:p>
            <a:pPr algn="ctr" eaLnBrk="0" hangingPunct="0">
              <a:spcBef>
                <a:spcPct val="50000"/>
              </a:spcBef>
              <a:defRPr/>
            </a:pPr>
            <a:r>
              <a:rPr lang="en-US" sz="2400" b="1" dirty="0">
                <a:solidFill>
                  <a:schemeClr val="accent2">
                    <a:lumMod val="25000"/>
                  </a:schemeClr>
                </a:solidFill>
                <a:highlight>
                  <a:srgbClr val="CCFFCC"/>
                </a:highlight>
                <a:latin typeface="Verdana" pitchFamily="34" charset="0"/>
                <a:cs typeface="+mn-cs"/>
              </a:rPr>
              <a:t>Direct costs are physically traced to </a:t>
            </a:r>
          </a:p>
          <a:p>
            <a:pPr algn="ctr" eaLnBrk="0" hangingPunct="0">
              <a:spcBef>
                <a:spcPct val="50000"/>
              </a:spcBef>
              <a:defRPr/>
            </a:pPr>
            <a:r>
              <a:rPr lang="en-US" sz="2400" b="1" dirty="0">
                <a:solidFill>
                  <a:schemeClr val="accent2">
                    <a:lumMod val="25000"/>
                  </a:schemeClr>
                </a:solidFill>
                <a:highlight>
                  <a:srgbClr val="CCFFCC"/>
                </a:highlight>
                <a:latin typeface="Verdana" pitchFamily="34" charset="0"/>
                <a:cs typeface="+mn-cs"/>
              </a:rPr>
              <a:t>a cost object. Indirect costs are allocated </a:t>
            </a:r>
          </a:p>
          <a:p>
            <a:pPr algn="ctr" eaLnBrk="0" hangingPunct="0">
              <a:spcBef>
                <a:spcPct val="50000"/>
              </a:spcBef>
              <a:defRPr/>
            </a:pPr>
            <a:r>
              <a:rPr lang="en-US" sz="2400" b="1" dirty="0">
                <a:solidFill>
                  <a:schemeClr val="accent2">
                    <a:lumMod val="25000"/>
                  </a:schemeClr>
                </a:solidFill>
                <a:highlight>
                  <a:srgbClr val="CCFFCC"/>
                </a:highlight>
                <a:latin typeface="Verdana" pitchFamily="34" charset="0"/>
                <a:cs typeface="+mn-cs"/>
              </a:rPr>
              <a:t>using a cost-allocation base.</a:t>
            </a:r>
          </a:p>
        </p:txBody>
      </p:sp>
      <p:pic>
        <p:nvPicPr>
          <p:cNvPr id="19462" name="Picture 4"/>
          <p:cNvPicPr>
            <a:picLocks noChangeAspect="1" noChangeArrowheads="1"/>
          </p:cNvPicPr>
          <p:nvPr/>
        </p:nvPicPr>
        <p:blipFill>
          <a:blip r:embed="rId3"/>
          <a:srcRect/>
          <a:stretch>
            <a:fillRect/>
          </a:stretch>
        </p:blipFill>
        <p:spPr bwMode="auto">
          <a:xfrm>
            <a:off x="914400" y="3200400"/>
            <a:ext cx="7467600" cy="3276600"/>
          </a:xfrm>
          <a:prstGeom prst="rect">
            <a:avLst/>
          </a:prstGeom>
          <a:noFill/>
          <a:ln w="12700">
            <a:solidFill>
              <a:schemeClr val="accent2">
                <a:lumMod val="25000"/>
              </a:schemeClr>
            </a:solidFill>
            <a:miter lim="800000"/>
            <a:headEnd/>
            <a:tailEnd/>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719874"/>
                                        </p:tgtEl>
                                        <p:attrNameLst>
                                          <p:attrName>style.visibility</p:attrName>
                                        </p:attrNameLst>
                                      </p:cBhvr>
                                      <p:to>
                                        <p:strVal val="visible"/>
                                      </p:to>
                                    </p:set>
                                    <p:animEffect transition="in" filter="wipe(left)">
                                      <p:cBhvr>
                                        <p:cTn id="7" dur="500"/>
                                        <p:tgtEl>
                                          <p:spTgt spid="719874"/>
                                        </p:tgtEl>
                                      </p:cBhvr>
                                    </p:animEffect>
                                  </p:childTnLst>
                                </p:cTn>
                              </p:par>
                            </p:childTnLst>
                          </p:cTn>
                        </p:par>
                        <p:par>
                          <p:cTn id="8" fill="hold" nodeType="afterGroup">
                            <p:stCondLst>
                              <p:cond delay="500"/>
                            </p:stCondLst>
                            <p:childTnLst>
                              <p:par>
                                <p:cTn id="9" presetID="22" presetClass="entr" presetSubtype="2" fill="hold" grpId="0" nodeType="afterEffect">
                                  <p:stCondLst>
                                    <p:cond delay="0"/>
                                  </p:stCondLst>
                                  <p:childTnLst>
                                    <p:set>
                                      <p:cBhvr>
                                        <p:cTn id="10" dur="1" fill="hold">
                                          <p:stCondLst>
                                            <p:cond delay="0"/>
                                          </p:stCondLst>
                                        </p:cTn>
                                        <p:tgtEl>
                                          <p:spTgt spid="719875"/>
                                        </p:tgtEl>
                                        <p:attrNameLst>
                                          <p:attrName>style.visibility</p:attrName>
                                        </p:attrNameLst>
                                      </p:cBhvr>
                                      <p:to>
                                        <p:strVal val="visible"/>
                                      </p:to>
                                    </p:set>
                                    <p:animEffect transition="in" filter="wipe(right)">
                                      <p:cBhvr>
                                        <p:cTn id="11" dur="500"/>
                                        <p:tgtEl>
                                          <p:spTgt spid="719875"/>
                                        </p:tgtEl>
                                      </p:cBhvr>
                                    </p:animEffect>
                                  </p:childTnLst>
                                </p:cTn>
                              </p:par>
                            </p:childTnLst>
                          </p:cTn>
                        </p:par>
                        <p:par>
                          <p:cTn id="12" fill="hold" nodeType="afterGroup">
                            <p:stCondLst>
                              <p:cond delay="1000"/>
                            </p:stCondLst>
                            <p:childTnLst>
                              <p:par>
                                <p:cTn id="13" presetID="22" presetClass="entr" presetSubtype="4" fill="hold" nodeType="afterEffect">
                                  <p:stCondLst>
                                    <p:cond delay="0"/>
                                  </p:stCondLst>
                                  <p:childTnLst>
                                    <p:set>
                                      <p:cBhvr>
                                        <p:cTn id="14" dur="1" fill="hold">
                                          <p:stCondLst>
                                            <p:cond delay="0"/>
                                          </p:stCondLst>
                                        </p:cTn>
                                        <p:tgtEl>
                                          <p:spTgt spid="19462"/>
                                        </p:tgtEl>
                                        <p:attrNameLst>
                                          <p:attrName>style.visibility</p:attrName>
                                        </p:attrNameLst>
                                      </p:cBhvr>
                                      <p:to>
                                        <p:strVal val="visible"/>
                                      </p:to>
                                    </p:set>
                                    <p:animEffect transition="in" filter="wipe(down)">
                                      <p:cBhvr>
                                        <p:cTn id="15" dur="500"/>
                                        <p:tgtEl>
                                          <p:spTgt spid="19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987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0203" y="1057123"/>
            <a:ext cx="4902456" cy="437493"/>
          </a:xfrm>
        </p:spPr>
        <p:txBody>
          <a:bodyPr anchor="b">
            <a:normAutofit/>
          </a:bodyPr>
          <a:lstStyle/>
          <a:p>
            <a:r>
              <a:rPr lang="en-US" u="sng" dirty="0">
                <a:latin typeface="Times New Roman" panose="02020603050405020304" pitchFamily="18" charset="0"/>
                <a:cs typeface="Times New Roman" panose="02020603050405020304" pitchFamily="18" charset="0"/>
              </a:rPr>
              <a:t>Components of Manufacturing Cost</a:t>
            </a:r>
          </a:p>
        </p:txBody>
      </p:sp>
      <p:pic>
        <p:nvPicPr>
          <p:cNvPr id="3074" name="Picture 2" descr="Job Order Costing in 6 Easy Steps - MRPeasy">
            <a:extLst>
              <a:ext uri="{FF2B5EF4-FFF2-40B4-BE49-F238E27FC236}">
                <a16:creationId xmlns:a16="http://schemas.microsoft.com/office/drawing/2014/main" id="{6B13B05E-C998-DE40-5C14-B87AEC2ED865}"/>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498226" y="2146878"/>
            <a:ext cx="3459686" cy="209207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Content Placeholder 2"/>
          <p:cNvSpPr>
            <a:spLocks noGrp="1"/>
          </p:cNvSpPr>
          <p:nvPr>
            <p:ph type="body" sz="half" idx="2"/>
          </p:nvPr>
        </p:nvSpPr>
        <p:spPr>
          <a:xfrm>
            <a:off x="186089" y="1571434"/>
            <a:ext cx="5865088" cy="4606679"/>
          </a:xfrm>
        </p:spPr>
        <p:txBody>
          <a:bodyPr>
            <a:normAutofit/>
          </a:bodyPr>
          <a:lstStyle/>
          <a:p>
            <a:endParaRPr lang="en-US" sz="2100" dirty="0">
              <a:latin typeface="Times New Roman" panose="02020603050405020304" pitchFamily="18" charset="0"/>
              <a:cs typeface="Times New Roman" panose="02020603050405020304" pitchFamily="18" charset="0"/>
            </a:endParaRPr>
          </a:p>
          <a:p>
            <a:pPr marL="342900" indent="-342900">
              <a:buAutoNum type="arabicParenR"/>
              <a:defRPr sz="2000"/>
            </a:pPr>
            <a:r>
              <a:rPr lang="en-US" sz="2100" b="1" dirty="0">
                <a:latin typeface="Times New Roman" panose="02020603050405020304" pitchFamily="18" charset="0"/>
                <a:cs typeface="Times New Roman" panose="02020603050405020304" pitchFamily="18" charset="0"/>
              </a:rPr>
              <a:t>Direct Materials (DM): </a:t>
            </a:r>
            <a:r>
              <a:rPr lang="en-US" sz="2100" dirty="0">
                <a:latin typeface="Times New Roman" panose="02020603050405020304" pitchFamily="18" charset="0"/>
                <a:cs typeface="Times New Roman" panose="02020603050405020304" pitchFamily="18" charset="0"/>
              </a:rPr>
              <a:t>raw inputs used in production </a:t>
            </a:r>
            <a:r>
              <a:rPr lang="en-US" sz="2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(Traceable for each job order)</a:t>
            </a:r>
          </a:p>
          <a:p>
            <a:pPr marL="342900" indent="-342900">
              <a:buAutoNum type="arabicParenR"/>
              <a:defRPr sz="2000"/>
            </a:pPr>
            <a:endParaRPr lang="en-US" sz="2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buAutoNum type="arabicParenR"/>
              <a:defRPr sz="2000"/>
            </a:pPr>
            <a:r>
              <a:rPr lang="en-US" sz="2100" dirty="0">
                <a:latin typeface="Times New Roman" panose="02020603050405020304" pitchFamily="18" charset="0"/>
                <a:cs typeface="Times New Roman" panose="02020603050405020304" pitchFamily="18" charset="0"/>
              </a:rPr>
              <a:t> </a:t>
            </a:r>
            <a:r>
              <a:rPr lang="en-US" sz="2100" b="1" dirty="0">
                <a:latin typeface="Times New Roman" panose="02020603050405020304" pitchFamily="18" charset="0"/>
                <a:cs typeface="Times New Roman" panose="02020603050405020304" pitchFamily="18" charset="0"/>
              </a:rPr>
              <a:t>Direct Labor (DL): </a:t>
            </a:r>
            <a:r>
              <a:rPr lang="en-US" sz="2100" dirty="0">
                <a:latin typeface="Times New Roman" panose="02020603050405020304" pitchFamily="18" charset="0"/>
                <a:cs typeface="Times New Roman" panose="02020603050405020304" pitchFamily="18" charset="0"/>
              </a:rPr>
              <a:t>wages of production workers </a:t>
            </a:r>
            <a:br>
              <a:rPr lang="en-US" sz="2100" dirty="0">
                <a:latin typeface="Times New Roman" panose="02020603050405020304" pitchFamily="18" charset="0"/>
                <a:cs typeface="Times New Roman" panose="02020603050405020304" pitchFamily="18" charset="0"/>
              </a:rPr>
            </a:br>
            <a:r>
              <a:rPr lang="en-US" sz="2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Traceable for each job order)</a:t>
            </a:r>
          </a:p>
          <a:p>
            <a:pPr marL="342900" indent="-342900">
              <a:buAutoNum type="arabicParenR"/>
              <a:defRPr sz="2000"/>
            </a:pPr>
            <a:endParaRPr lang="en-US" sz="21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342900" indent="-342900">
              <a:buAutoNum type="arabicParenR"/>
              <a:defRPr sz="2000"/>
            </a:pPr>
            <a:r>
              <a:rPr lang="en-US" sz="2100" b="1" dirty="0">
                <a:latin typeface="Times New Roman" panose="02020603050405020304" pitchFamily="18" charset="0"/>
                <a:cs typeface="Times New Roman" panose="02020603050405020304" pitchFamily="18" charset="0"/>
              </a:rPr>
              <a:t>Manufacturing Overhead (MOH): </a:t>
            </a:r>
            <a:r>
              <a:rPr lang="en-US" sz="2100" dirty="0">
                <a:latin typeface="Times New Roman" panose="02020603050405020304" pitchFamily="18" charset="0"/>
                <a:cs typeface="Times New Roman" panose="02020603050405020304" pitchFamily="18" charset="0"/>
              </a:rPr>
              <a:t>indirect costs (rent, depreciation, etc.) </a:t>
            </a:r>
            <a:r>
              <a:rPr lang="en-US" sz="210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Not Traceable for each job order !!) </a:t>
            </a:r>
            <a:r>
              <a:rPr lang="en-US" sz="2100" dirty="0">
                <a:latin typeface="Times New Roman" panose="02020603050405020304" pitchFamily="18" charset="0"/>
                <a:cs typeface="Times New Roman" panose="02020603050405020304" pitchFamily="18" charset="0"/>
              </a:rPr>
              <a:t>because it is </a:t>
            </a:r>
            <a:r>
              <a:rPr lang="en-US" sz="2100" b="1" dirty="0">
                <a:latin typeface="Times New Roman" panose="02020603050405020304" pitchFamily="18" charset="0"/>
                <a:cs typeface="Times New Roman" panose="02020603050405020304" pitchFamily="18" charset="0"/>
              </a:rPr>
              <a:t>shared</a:t>
            </a:r>
            <a:r>
              <a:rPr lang="en-US" sz="2100" dirty="0">
                <a:latin typeface="Times New Roman" panose="02020603050405020304" pitchFamily="18" charset="0"/>
                <a:cs typeface="Times New Roman" panose="02020603050405020304" pitchFamily="18" charset="0"/>
              </a:rPr>
              <a:t> across all jobs.</a:t>
            </a:r>
          </a:p>
          <a:p>
            <a:pPr marL="342900" indent="-342900">
              <a:buAutoNum type="arabicParenR"/>
              <a:defRPr sz="2000"/>
            </a:pPr>
            <a:endParaRPr lang="en-US" sz="1950"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defRPr sz="2000"/>
            </a:pPr>
            <a:endParaRPr lang="en-US" sz="750" b="1" dirty="0">
              <a:latin typeface="Times New Roman" panose="02020603050405020304" pitchFamily="18" charset="0"/>
              <a:cs typeface="Times New Roman" panose="02020603050405020304" pitchFamily="18" charset="0"/>
            </a:endParaRPr>
          </a:p>
        </p:txBody>
      </p:sp>
      <p:sp>
        <p:nvSpPr>
          <p:cNvPr id="3086" name="Slide Number Placeholder 4">
            <a:extLst>
              <a:ext uri="{FF2B5EF4-FFF2-40B4-BE49-F238E27FC236}">
                <a16:creationId xmlns:a16="http://schemas.microsoft.com/office/drawing/2014/main" id="{1B5A8CB3-467E-AAA5-DC62-C650EAD10BB9}"/>
              </a:ext>
            </a:extLst>
          </p:cNvPr>
          <p:cNvSpPr>
            <a:spLocks noGrp="1"/>
          </p:cNvSpPr>
          <p:nvPr>
            <p:ph type="sldNum" sz="quarter" idx="12"/>
          </p:nvPr>
        </p:nvSpPr>
        <p:spPr>
          <a:xfrm>
            <a:off x="8639175" y="5793734"/>
            <a:ext cx="279797" cy="154578"/>
          </a:xfrm>
        </p:spPr>
        <p:txBody>
          <a:bodyPr/>
          <a:lstStyle/>
          <a:p>
            <a:pPr defTabSz="685800" eaLnBrk="1" fontAlgn="auto" hangingPunct="1">
              <a:spcBef>
                <a:spcPts val="0"/>
              </a:spcBef>
              <a:spcAft>
                <a:spcPts val="450"/>
              </a:spcAft>
            </a:pPr>
            <a:fld id="{03DC2DEF-D2FE-4B45-ABA4-9F153FD1C98A}" type="slidenum">
              <a:rPr lang="en-US" sz="1350">
                <a:solidFill>
                  <a:srgbClr val="32363F"/>
                </a:solidFill>
                <a:latin typeface="Times New Roman" panose="02020603050405020304" pitchFamily="18" charset="0"/>
                <a:ea typeface="+mn-ea"/>
                <a:cs typeface="Times New Roman" panose="02020603050405020304" pitchFamily="18" charset="0"/>
              </a:rPr>
              <a:pPr defTabSz="685800" eaLnBrk="1" fontAlgn="auto" hangingPunct="1">
                <a:spcBef>
                  <a:spcPts val="0"/>
                </a:spcBef>
                <a:spcAft>
                  <a:spcPts val="450"/>
                </a:spcAft>
              </a:pPr>
              <a:t>5</a:t>
            </a:fld>
            <a:endParaRPr lang="en-US" sz="1350">
              <a:solidFill>
                <a:srgbClr val="32363F"/>
              </a:solidFill>
              <a:latin typeface="Times New Roman" panose="02020603050405020304" pitchFamily="18" charset="0"/>
              <a:ea typeface="+mn-ea"/>
              <a:cs typeface="Times New Roman" panose="02020603050405020304" pitchFamily="18" charset="0"/>
            </a:endParaRPr>
          </a:p>
        </p:txBody>
      </p:sp>
      <p:sp>
        <p:nvSpPr>
          <p:cNvPr id="3081" name="Slide Number Placeholder 4" hidden="1">
            <a:extLst>
              <a:ext uri="{FF2B5EF4-FFF2-40B4-BE49-F238E27FC236}">
                <a16:creationId xmlns:a16="http://schemas.microsoft.com/office/drawing/2014/main" id="{60FE2FA6-49D5-4C14-4888-556664C0342B}"/>
              </a:ext>
            </a:extLst>
          </p:cNvPr>
          <p:cNvSpPr>
            <a:spLocks noGrp="1"/>
          </p:cNvSpPr>
          <p:nvPr>
            <p:ph type="sldNum" sz="quarter" idx="4294967295"/>
          </p:nvPr>
        </p:nvSpPr>
        <p:spPr>
          <a:xfrm>
            <a:off x="8639175" y="5793734"/>
            <a:ext cx="279797" cy="154578"/>
          </a:xfrm>
          <a:prstGeom prst="rect">
            <a:avLst/>
          </a:prstGeom>
        </p:spPr>
        <p:txBody>
          <a:bodyPr/>
          <a:lstStyle/>
          <a:p>
            <a:pPr defTabSz="685800" eaLnBrk="1" fontAlgn="auto" hangingPunct="1">
              <a:spcBef>
                <a:spcPts val="0"/>
              </a:spcBef>
              <a:spcAft>
                <a:spcPts val="450"/>
              </a:spcAft>
            </a:pPr>
            <a:fld id="{03DC2DEF-D2FE-4B45-ABA4-9F153FD1C98A}" type="slidenum">
              <a:rPr lang="en-US" sz="1350">
                <a:solidFill>
                  <a:srgbClr val="32363F"/>
                </a:solidFill>
                <a:latin typeface="Calibri Light"/>
                <a:ea typeface="+mn-ea"/>
                <a:cs typeface="+mn-cs"/>
              </a:rPr>
              <a:pPr defTabSz="685800" eaLnBrk="1" fontAlgn="auto" hangingPunct="1">
                <a:spcBef>
                  <a:spcPts val="0"/>
                </a:spcBef>
                <a:spcAft>
                  <a:spcPts val="450"/>
                </a:spcAft>
              </a:pPr>
              <a:t>5</a:t>
            </a:fld>
            <a:endParaRPr lang="en-US" sz="1350">
              <a:solidFill>
                <a:srgbClr val="32363F"/>
              </a:solidFill>
              <a:latin typeface="Calibri Ligh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p:txBody>
          <a:bodyPr>
            <a:normAutofit/>
          </a:bodyPr>
          <a:lstStyle/>
          <a:p>
            <a:pPr>
              <a:lnSpc>
                <a:spcPct val="90000"/>
              </a:lnSpc>
              <a:defRPr/>
            </a:pPr>
            <a:r>
              <a:rPr lang="en-US" dirty="0">
                <a:latin typeface="+mn-lt"/>
              </a:rPr>
              <a:t>Job-Order Costing – Cost Flow 2</a:t>
            </a:r>
            <a:endParaRPr lang="en-US" altLang="en-US" dirty="0">
              <a:latin typeface="+mn-lt"/>
              <a:ea typeface="+mj-ea"/>
            </a:endParaRPr>
          </a:p>
        </p:txBody>
      </p:sp>
      <p:sp>
        <p:nvSpPr>
          <p:cNvPr id="2" name="Content Placeholder 1"/>
          <p:cNvSpPr>
            <a:spLocks noGrp="1"/>
          </p:cNvSpPr>
          <p:nvPr>
            <p:ph idx="1"/>
          </p:nvPr>
        </p:nvSpPr>
        <p:spPr>
          <a:xfrm>
            <a:off x="6096000" y="1600200"/>
            <a:ext cx="2682875" cy="3581400"/>
          </a:xfrm>
        </p:spPr>
        <p:txBody>
          <a:bodyPr/>
          <a:lstStyle/>
          <a:p>
            <a:pPr eaLnBrk="1" hangingPunct="1">
              <a:spcBef>
                <a:spcPct val="50000"/>
              </a:spcBef>
              <a:defRPr/>
            </a:pPr>
            <a:r>
              <a:rPr lang="en-US" sz="2800" dirty="0">
                <a:solidFill>
                  <a:srgbClr val="000000"/>
                </a:solidFill>
              </a:rPr>
              <a:t>Manufacturing Overhead, including </a:t>
            </a:r>
            <a:r>
              <a:rPr lang="en-US" sz="2800" i="1" dirty="0">
                <a:solidFill>
                  <a:srgbClr val="C00000"/>
                </a:solidFill>
              </a:rPr>
              <a:t>indirect</a:t>
            </a:r>
            <a:r>
              <a:rPr lang="en-US" sz="2800" i="1" dirty="0">
                <a:solidFill>
                  <a:srgbClr val="FF0000"/>
                </a:solidFill>
              </a:rPr>
              <a:t> </a:t>
            </a:r>
            <a:r>
              <a:rPr lang="en-US" sz="2800" i="1" dirty="0">
                <a:solidFill>
                  <a:srgbClr val="C00000"/>
                </a:solidFill>
              </a:rPr>
              <a:t>materials</a:t>
            </a:r>
            <a:r>
              <a:rPr lang="en-US" sz="2800" dirty="0">
                <a:solidFill>
                  <a:srgbClr val="FF0000"/>
                </a:solidFill>
              </a:rPr>
              <a:t> </a:t>
            </a:r>
            <a:r>
              <a:rPr lang="en-US" sz="2800" dirty="0">
                <a:solidFill>
                  <a:srgbClr val="000000"/>
                </a:solidFill>
              </a:rPr>
              <a:t>and</a:t>
            </a:r>
            <a:r>
              <a:rPr lang="en-US" sz="2800" dirty="0">
                <a:solidFill>
                  <a:schemeClr val="tx1"/>
                </a:solidFill>
              </a:rPr>
              <a:t> </a:t>
            </a:r>
            <a:r>
              <a:rPr lang="en-US" sz="2800" i="1" dirty="0">
                <a:solidFill>
                  <a:srgbClr val="C00000"/>
                </a:solidFill>
              </a:rPr>
              <a:t>indirect labor</a:t>
            </a:r>
            <a:r>
              <a:rPr lang="en-US" sz="2800" i="1" dirty="0">
                <a:solidFill>
                  <a:schemeClr val="tx1"/>
                </a:solidFill>
              </a:rPr>
              <a:t>,</a:t>
            </a:r>
            <a:r>
              <a:rPr lang="en-US" sz="2800" dirty="0">
                <a:solidFill>
                  <a:schemeClr val="tx1"/>
                </a:solidFill>
              </a:rPr>
              <a:t> </a:t>
            </a:r>
            <a:r>
              <a:rPr lang="en-US" sz="2800" dirty="0">
                <a:solidFill>
                  <a:srgbClr val="000000"/>
                </a:solidFill>
              </a:rPr>
              <a:t>are allocated to all jobs rather than directly traced to each job.</a:t>
            </a:r>
          </a:p>
        </p:txBody>
      </p:sp>
      <p:pic>
        <p:nvPicPr>
          <p:cNvPr id="3" name="Picture 2" descr="Modifying previous diagram to account for indirect costs. These are in the form of manufacturing overhead, which is allocated to all three job numbers."/>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08807" y="1803529"/>
            <a:ext cx="4953793" cy="327381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Title 2"/>
          <p:cNvSpPr>
            <a:spLocks noGrp="1" noChangeArrowheads="1"/>
          </p:cNvSpPr>
          <p:nvPr>
            <p:ph type="title"/>
          </p:nvPr>
        </p:nvSpPr>
        <p:spPr/>
        <p:txBody>
          <a:bodyPr wrap="square" numCol="1" anchorCtr="0" compatLnSpc="1">
            <a:prstTxWarp prst="textNoShape">
              <a:avLst/>
            </a:prstTxWarp>
            <a:noAutofit/>
          </a:bodyPr>
          <a:lstStyle/>
          <a:p>
            <a:pPr>
              <a:lnSpc>
                <a:spcPct val="90000"/>
              </a:lnSpc>
            </a:pPr>
            <a:r>
              <a:rPr lang="en-US" altLang="en-US" dirty="0"/>
              <a:t>The Job Cost Sheet</a:t>
            </a:r>
            <a:endParaRPr lang="en-US" dirty="0">
              <a:cs typeface="MS PGothic" charset="0"/>
            </a:endParaRPr>
          </a:p>
        </p:txBody>
      </p:sp>
      <p:pic>
        <p:nvPicPr>
          <p:cNvPr id="7" name="Picture 6" descr="Illustration of an example job cost sheet for PearCo. "/>
          <p:cNvPicPr>
            <a:picLocks noChangeAspect="1"/>
          </p:cNvPicPr>
          <p:nvPr/>
        </p:nvPicPr>
        <p:blipFill>
          <a:blip r:embed="rId3"/>
          <a:stretch>
            <a:fillRect/>
          </a:stretch>
        </p:blipFill>
        <p:spPr>
          <a:xfrm>
            <a:off x="1295400" y="1371600"/>
            <a:ext cx="6927155" cy="4320627"/>
          </a:xfrm>
          <a:prstGeom prst="rect">
            <a:avLst/>
          </a:prstGeom>
        </p:spPr>
      </p:pic>
      <p:sp>
        <p:nvSpPr>
          <p:cNvPr id="4" name="Content Placeholder 4"/>
          <p:cNvSpPr>
            <a:spLocks noGrp="1"/>
          </p:cNvSpPr>
          <p:nvPr>
            <p:ph idx="4294967295"/>
          </p:nvPr>
        </p:nvSpPr>
        <p:spPr>
          <a:xfrm>
            <a:off x="838200" y="5943600"/>
            <a:ext cx="7543800" cy="228600"/>
          </a:xfrm>
          <a:prstGeom prst="rect">
            <a:avLst/>
          </a:prstGeom>
        </p:spPr>
        <p:txBody>
          <a:bodyPr/>
          <a:lstStyle/>
          <a:p>
            <a:pPr algn="ctr"/>
            <a:r>
              <a:rPr lang="en-IN" sz="900" dirty="0">
                <a:solidFill>
                  <a:schemeClr val="tx1"/>
                </a:solidFill>
                <a:hlinkClick r:id="" action="ppaction://noaction"/>
              </a:rPr>
              <a:t>Access the text alternative for slide images.</a:t>
            </a:r>
            <a:endParaRPr lang="en-IN" sz="900" dirty="0">
              <a:solidFill>
                <a:schemeClr val="tx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325" y="457200"/>
            <a:ext cx="7543800" cy="720725"/>
          </a:xfrm>
        </p:spPr>
        <p:txBody>
          <a:bodyPr wrap="square" numCol="1" anchorCtr="0" compatLnSpc="1">
            <a:prstTxWarp prst="textNoShape">
              <a:avLst/>
            </a:prstTxWarp>
          </a:bodyPr>
          <a:lstStyle/>
          <a:p>
            <a:r>
              <a:rPr lang="en-US" sz="3600" dirty="0">
                <a:latin typeface="+mn-lt"/>
              </a:rPr>
              <a:t>Measuring Direct Materials Cost – Part 1</a:t>
            </a:r>
          </a:p>
        </p:txBody>
      </p:sp>
      <p:pic>
        <p:nvPicPr>
          <p:cNvPr id="7" name="Picture 6" descr="Illustration of an example materials requisition form for PearCo."/>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235922" y="1905000"/>
            <a:ext cx="7130203" cy="3696514"/>
          </a:xfrm>
          <a:prstGeom prst="rect">
            <a:avLst/>
          </a:prstGeom>
        </p:spPr>
      </p:pic>
      <p:sp>
        <p:nvSpPr>
          <p:cNvPr id="4" name="Content Placeholder 4"/>
          <p:cNvSpPr>
            <a:spLocks noGrp="1"/>
          </p:cNvSpPr>
          <p:nvPr>
            <p:ph idx="4294967295"/>
          </p:nvPr>
        </p:nvSpPr>
        <p:spPr>
          <a:xfrm>
            <a:off x="838200" y="5943600"/>
            <a:ext cx="7543800" cy="228600"/>
          </a:xfrm>
          <a:prstGeom prst="rect">
            <a:avLst/>
          </a:prstGeom>
        </p:spPr>
        <p:txBody>
          <a:bodyPr/>
          <a:lstStyle/>
          <a:p>
            <a:pPr algn="ctr"/>
            <a:r>
              <a:rPr lang="en-IN" sz="900" dirty="0">
                <a:solidFill>
                  <a:schemeClr val="tx1"/>
                </a:solidFill>
                <a:hlinkClick r:id="" action="ppaction://noaction"/>
              </a:rPr>
              <a:t>Access the text alternative for slide images.</a:t>
            </a:r>
            <a:endParaRPr lang="en-IN" sz="900" dirty="0">
              <a:solidFill>
                <a:schemeClr val="tx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wrap="square" numCol="1" anchorCtr="0" compatLnSpc="1">
            <a:prstTxWarp prst="textNoShape">
              <a:avLst/>
            </a:prstTxWarp>
            <a:noAutofit/>
          </a:bodyPr>
          <a:lstStyle/>
          <a:p>
            <a:pPr>
              <a:lnSpc>
                <a:spcPct val="90000"/>
              </a:lnSpc>
            </a:pPr>
            <a:r>
              <a:rPr lang="en-US" sz="3600" dirty="0">
                <a:latin typeface="+mn-lt"/>
              </a:rPr>
              <a:t>Measuring Direct Materials Cost – Part 2</a:t>
            </a:r>
          </a:p>
        </p:txBody>
      </p:sp>
      <p:pic>
        <p:nvPicPr>
          <p:cNvPr id="6" name="Picture 5" descr="Same illustration as previous job cost sheet for PearCo but under direct materials an entry now appears that reads requisition number X7-6890 and amount is $116."/>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361458" y="1676400"/>
            <a:ext cx="7030067" cy="435666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itle 2"/>
          <p:cNvSpPr>
            <a:spLocks noGrp="1" noChangeArrowheads="1"/>
          </p:cNvSpPr>
          <p:nvPr>
            <p:ph type="title"/>
          </p:nvPr>
        </p:nvSpPr>
        <p:spPr/>
        <p:txBody>
          <a:bodyPr wrap="square" numCol="1" anchorCtr="0" compatLnSpc="1">
            <a:prstTxWarp prst="textNoShape">
              <a:avLst/>
            </a:prstTxWarp>
            <a:noAutofit/>
          </a:bodyPr>
          <a:lstStyle/>
          <a:p>
            <a:pPr>
              <a:lnSpc>
                <a:spcPct val="90000"/>
              </a:lnSpc>
            </a:pPr>
            <a:r>
              <a:rPr lang="en-US" altLang="en-US" sz="3600" dirty="0"/>
              <a:t>Measuring Direct Labor Costs</a:t>
            </a:r>
            <a:endParaRPr lang="en-US" sz="3600" dirty="0">
              <a:cs typeface="MS PGothic" charset="0"/>
            </a:endParaRPr>
          </a:p>
        </p:txBody>
      </p:sp>
      <p:pic>
        <p:nvPicPr>
          <p:cNvPr id="7" name="Picture 6" descr="Illustration of an example employee time ticket for PearCo."/>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371600" y="1358112"/>
            <a:ext cx="6730080" cy="4429274"/>
          </a:xfrm>
          <a:prstGeom prst="rect">
            <a:avLst/>
          </a:prstGeom>
        </p:spPr>
      </p:pic>
      <p:sp>
        <p:nvSpPr>
          <p:cNvPr id="4" name="Content Placeholder 4"/>
          <p:cNvSpPr>
            <a:spLocks noGrp="1"/>
          </p:cNvSpPr>
          <p:nvPr>
            <p:ph idx="4294967295"/>
          </p:nvPr>
        </p:nvSpPr>
        <p:spPr>
          <a:xfrm>
            <a:off x="838200" y="5943600"/>
            <a:ext cx="7543800" cy="228600"/>
          </a:xfrm>
          <a:prstGeom prst="rect">
            <a:avLst/>
          </a:prstGeom>
        </p:spPr>
        <p:txBody>
          <a:bodyPr/>
          <a:lstStyle/>
          <a:p>
            <a:pPr algn="ctr"/>
            <a:r>
              <a:rPr lang="en-IN" sz="900" dirty="0">
                <a:solidFill>
                  <a:schemeClr val="tx1"/>
                </a:solidFill>
                <a:hlinkClick r:id="" action="ppaction://noaction"/>
              </a:rPr>
              <a:t>Access the text alternative for slide images.</a:t>
            </a:r>
            <a:endParaRPr lang="en-IN" sz="900"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2"/>
          <p:cNvSpPr>
            <a:spLocks noGrp="1" noChangeArrowheads="1"/>
          </p:cNvSpPr>
          <p:nvPr>
            <p:ph type="title"/>
          </p:nvPr>
        </p:nvSpPr>
        <p:spPr/>
        <p:txBody>
          <a:bodyPr wrap="square" numCol="1" anchorCtr="0" compatLnSpc="1">
            <a:prstTxWarp prst="textNoShape">
              <a:avLst/>
            </a:prstTxWarp>
            <a:noAutofit/>
          </a:bodyPr>
          <a:lstStyle/>
          <a:p>
            <a:pPr>
              <a:lnSpc>
                <a:spcPct val="90000"/>
              </a:lnSpc>
            </a:pPr>
            <a:r>
              <a:rPr lang="en-US" altLang="en-US" dirty="0"/>
              <a:t>Job-Order Cost Accounting</a:t>
            </a:r>
            <a:endParaRPr lang="en-US" dirty="0">
              <a:cs typeface="MS PGothic" charset="0"/>
            </a:endParaRPr>
          </a:p>
        </p:txBody>
      </p:sp>
      <p:pic>
        <p:nvPicPr>
          <p:cNvPr id="8" name="Picture 7" descr="Same job sheet as earlier but with new data added for direct labor. It is ticket of 36, hours of 8, and amount of $120, and this total cost is repeated under Cost Summary."/>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029123" y="1524000"/>
            <a:ext cx="7130203" cy="438369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itle 2"/>
          <p:cNvSpPr>
            <a:spLocks noGrp="1" noChangeArrowheads="1"/>
          </p:cNvSpPr>
          <p:nvPr>
            <p:ph type="title"/>
          </p:nvPr>
        </p:nvSpPr>
        <p:spPr/>
        <p:txBody>
          <a:bodyPr wrap="square" numCol="1" anchorCtr="0" compatLnSpc="1">
            <a:prstTxWarp prst="textNoShape">
              <a:avLst/>
            </a:prstTxWarp>
            <a:noAutofit/>
          </a:bodyPr>
          <a:lstStyle/>
          <a:p>
            <a:pPr>
              <a:lnSpc>
                <a:spcPct val="90000"/>
              </a:lnSpc>
            </a:pPr>
            <a:r>
              <a:rPr lang="en-US" altLang="en-US" dirty="0"/>
              <a:t>Learning Objective 1</a:t>
            </a:r>
            <a:endParaRPr lang="en-US" dirty="0">
              <a:cs typeface="MS PGothic" charset="0"/>
            </a:endParaRPr>
          </a:p>
        </p:txBody>
      </p:sp>
      <p:sp>
        <p:nvSpPr>
          <p:cNvPr id="6" name="Content Placeholder 5"/>
          <p:cNvSpPr>
            <a:spLocks noGrp="1"/>
          </p:cNvSpPr>
          <p:nvPr>
            <p:ph idx="13"/>
          </p:nvPr>
        </p:nvSpPr>
        <p:spPr>
          <a:xfrm>
            <a:off x="762000" y="2286000"/>
            <a:ext cx="7772400" cy="838200"/>
          </a:xfrm>
          <a:ln>
            <a:solidFill>
              <a:schemeClr val="tx1"/>
            </a:solidFill>
          </a:ln>
        </p:spPr>
        <p:txBody>
          <a:bodyPr anchor="ctr"/>
          <a:lstStyle/>
          <a:p>
            <a:pPr algn="ctr"/>
            <a:r>
              <a:rPr lang="en-US" sz="3400" b="1" dirty="0">
                <a:solidFill>
                  <a:schemeClr val="tx1"/>
                </a:solidFill>
                <a:ea typeface="ＭＳ Ｐゴシック" pitchFamily="34" charset="-128"/>
              </a:rPr>
              <a:t>Compute a predetermined overhead rate.</a:t>
            </a:r>
            <a:endParaRPr lang="en-IN" sz="3400"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33399"/>
            <a:ext cx="8229600" cy="1066801"/>
          </a:xfrm>
        </p:spPr>
        <p:txBody>
          <a:bodyPr/>
          <a:lstStyle/>
          <a:p>
            <a:r>
              <a:rPr lang="en-US" altLang="en-US" b="1" dirty="0"/>
              <a:t>Overhead Costs</a:t>
            </a:r>
            <a:endParaRPr lang="en-US" dirty="0"/>
          </a:p>
        </p:txBody>
      </p:sp>
      <p:sp>
        <p:nvSpPr>
          <p:cNvPr id="6" name="Content Placeholder 5"/>
          <p:cNvSpPr>
            <a:spLocks noGrp="1"/>
          </p:cNvSpPr>
          <p:nvPr>
            <p:ph idx="1"/>
          </p:nvPr>
        </p:nvSpPr>
        <p:spPr>
          <a:xfrm>
            <a:off x="7239000" y="1798319"/>
            <a:ext cx="1447800" cy="335281"/>
          </a:xfrm>
        </p:spPr>
        <p:txBody>
          <a:bodyPr/>
          <a:lstStyle/>
          <a:p>
            <a:pPr marL="0" indent="0">
              <a:buNone/>
            </a:pPr>
            <a:r>
              <a:rPr lang="en-US" sz="1800" b="1" kern="0" dirty="0">
                <a:latin typeface="+mj-lt"/>
              </a:rPr>
              <a:t>Exhibit 19.11</a:t>
            </a:r>
          </a:p>
        </p:txBody>
      </p:sp>
      <p:pic>
        <p:nvPicPr>
          <p:cNvPr id="7" name="Picture 6" descr="Time line shows one overhead determination step at the beginning, two steps during, and one step at the end of the period.">
            <a:extLst>
              <a:ext uri="{FF2B5EF4-FFF2-40B4-BE49-F238E27FC236}">
                <a16:creationId xmlns:a16="http://schemas.microsoft.com/office/drawing/2014/main" id="{9741CD93-A116-4A8A-9D0C-E4EB7465074E}"/>
              </a:ext>
            </a:extLst>
          </p:cNvPr>
          <p:cNvPicPr>
            <a:picLocks noChangeAspect="1"/>
          </p:cNvPicPr>
          <p:nvPr/>
        </p:nvPicPr>
        <p:blipFill>
          <a:blip r:embed="rId3"/>
          <a:stretch>
            <a:fillRect/>
          </a:stretch>
        </p:blipFill>
        <p:spPr>
          <a:xfrm>
            <a:off x="485027" y="1965959"/>
            <a:ext cx="7830298" cy="3216358"/>
          </a:xfrm>
          <a:prstGeom prst="rect">
            <a:avLst/>
          </a:prstGeom>
        </p:spPr>
      </p:pic>
      <p:sp>
        <p:nvSpPr>
          <p:cNvPr id="9" name="Content Placeholder 8"/>
          <p:cNvSpPr>
            <a:spLocks noGrp="1"/>
          </p:cNvSpPr>
          <p:nvPr>
            <p:ph sz="quarter" idx="14"/>
          </p:nvPr>
        </p:nvSpPr>
        <p:spPr>
          <a:xfrm>
            <a:off x="3352800" y="6113026"/>
            <a:ext cx="2971800" cy="184150"/>
          </a:xfrm>
        </p:spPr>
        <p:txBody>
          <a:bodyPr/>
          <a:lstStyle/>
          <a:p>
            <a:pPr algn="ctr"/>
            <a:r>
              <a:rPr lang="en-US" sz="900" dirty="0">
                <a:hlinkClick r:id="" action="ppaction://noaction"/>
              </a:rPr>
              <a:t>Access the text alternative for slide images.</a:t>
            </a:r>
          </a:p>
        </p:txBody>
      </p:sp>
      <p:sp>
        <p:nvSpPr>
          <p:cNvPr id="5" name="Content Placeholder 4"/>
          <p:cNvSpPr>
            <a:spLocks noGrp="1"/>
          </p:cNvSpPr>
          <p:nvPr>
            <p:ph sz="quarter" idx="14"/>
          </p:nvPr>
        </p:nvSpPr>
        <p:spPr>
          <a:xfrm>
            <a:off x="457200" y="6474933"/>
            <a:ext cx="5410200" cy="251459"/>
          </a:xfrm>
        </p:spPr>
        <p:txBody>
          <a:bodyPr/>
          <a:lstStyle/>
          <a:p>
            <a:r>
              <a:rPr lang="en-US" altLang="en-US" sz="1100" b="1" kern="0" dirty="0">
                <a:solidFill>
                  <a:prstClr val="black"/>
                </a:solidFill>
              </a:rPr>
              <a:t>Learning Objective P3: </a:t>
            </a:r>
            <a:r>
              <a:rPr lang="en-US" sz="1100" dirty="0">
                <a:solidFill>
                  <a:prstClr val="black"/>
                </a:solidFill>
              </a:rPr>
              <a:t>Describe and record the flow of overhead costs in job order costing.</a:t>
            </a:r>
          </a:p>
        </p:txBody>
      </p:sp>
      <p:sp>
        <p:nvSpPr>
          <p:cNvPr id="4" name="Slide Number Placeholder 3"/>
          <p:cNvSpPr>
            <a:spLocks noGrp="1"/>
          </p:cNvSpPr>
          <p:nvPr>
            <p:ph type="sldNum" sz="quarter" idx="12"/>
          </p:nvPr>
        </p:nvSpPr>
        <p:spPr/>
        <p:txBody>
          <a:bodyPr/>
          <a:lstStyle/>
          <a:p>
            <a:pPr>
              <a:defRPr/>
            </a:pPr>
            <a:fld id="{7A12E07D-6177-4BA4-8EF4-EE0B0B1559AA}" type="slidenum">
              <a:rPr lang="en-US" smtClean="0">
                <a:solidFill>
                  <a:schemeClr val="tx1"/>
                </a:solidFill>
              </a:rPr>
              <a:pPr>
                <a:defRPr/>
              </a:pPr>
              <a:t>13</a:t>
            </a:fld>
            <a:endParaRPr lang="en-US" dirty="0">
              <a:solidFill>
                <a:schemeClr val="tx1"/>
              </a:solidFill>
            </a:endParaRPr>
          </a:p>
        </p:txBody>
      </p:sp>
    </p:spTree>
    <p:extLst>
      <p:ext uri="{BB962C8B-B14F-4D97-AF65-F5344CB8AC3E}">
        <p14:creationId xmlns:p14="http://schemas.microsoft.com/office/powerpoint/2010/main" val="339228833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2"/>
          <p:cNvSpPr>
            <a:spLocks noGrp="1" noChangeArrowheads="1"/>
          </p:cNvSpPr>
          <p:nvPr>
            <p:ph type="title"/>
          </p:nvPr>
        </p:nvSpPr>
        <p:spPr/>
        <p:txBody>
          <a:bodyPr wrap="square" numCol="1" anchorCtr="0" compatLnSpc="1">
            <a:prstTxWarp prst="textNoShape">
              <a:avLst/>
            </a:prstTxWarp>
            <a:noAutofit/>
          </a:bodyPr>
          <a:lstStyle/>
          <a:p>
            <a:pPr>
              <a:lnSpc>
                <a:spcPct val="90000"/>
              </a:lnSpc>
            </a:pPr>
            <a:r>
              <a:rPr lang="en-US" altLang="en-US" dirty="0"/>
              <a:t>Why Use an Allocation Base?</a:t>
            </a:r>
            <a:endParaRPr lang="en-US" dirty="0">
              <a:cs typeface="MS PGothic" charset="0"/>
            </a:endParaRPr>
          </a:p>
        </p:txBody>
      </p:sp>
      <p:sp>
        <p:nvSpPr>
          <p:cNvPr id="2" name="Content Placeholder 1"/>
          <p:cNvSpPr>
            <a:spLocks noGrp="1"/>
          </p:cNvSpPr>
          <p:nvPr>
            <p:ph idx="1"/>
          </p:nvPr>
        </p:nvSpPr>
        <p:spPr>
          <a:xfrm>
            <a:off x="822325" y="1524000"/>
            <a:ext cx="7543800" cy="1295400"/>
          </a:xfrm>
          <a:ln>
            <a:solidFill>
              <a:schemeClr val="tx1"/>
            </a:solidFill>
          </a:ln>
        </p:spPr>
        <p:txBody>
          <a:bodyPr/>
          <a:lstStyle/>
          <a:p>
            <a:pPr eaLnBrk="1" hangingPunct="1">
              <a:spcBef>
                <a:spcPct val="50000"/>
              </a:spcBef>
            </a:pPr>
            <a:r>
              <a:rPr lang="en-US" sz="2800" dirty="0">
                <a:solidFill>
                  <a:schemeClr val="tx1"/>
                </a:solidFill>
                <a:latin typeface="Calibri" charset="0"/>
              </a:rPr>
              <a:t>An allocation base, such as direct labor hours, direct labor dollars, or machine hours, is used to assign manufacturing overhead to individual jobs.</a:t>
            </a:r>
          </a:p>
        </p:txBody>
      </p:sp>
      <p:sp>
        <p:nvSpPr>
          <p:cNvPr id="4" name="Content Placeholder 3"/>
          <p:cNvSpPr>
            <a:spLocks noGrp="1"/>
          </p:cNvSpPr>
          <p:nvPr>
            <p:ph idx="13"/>
          </p:nvPr>
        </p:nvSpPr>
        <p:spPr>
          <a:xfrm>
            <a:off x="828951" y="3124200"/>
            <a:ext cx="7543800" cy="2895600"/>
          </a:xfrm>
        </p:spPr>
        <p:txBody>
          <a:bodyPr/>
          <a:lstStyle/>
          <a:p>
            <a:pPr marL="0" indent="0" eaLnBrk="1" hangingPunct="1">
              <a:buNone/>
            </a:pPr>
            <a:r>
              <a:rPr lang="en-US" sz="2200" dirty="0">
                <a:solidFill>
                  <a:schemeClr val="tx1"/>
                </a:solidFill>
                <a:latin typeface="+mn-lt"/>
                <a:cs typeface="ＭＳ Ｐゴシック" charset="0"/>
              </a:rPr>
              <a:t>We use an allocation base because:</a:t>
            </a:r>
          </a:p>
          <a:p>
            <a:pPr marL="268288" indent="-268288" eaLnBrk="1" hangingPunct="1">
              <a:spcBef>
                <a:spcPts val="600"/>
              </a:spcBef>
              <a:buClr>
                <a:srgbClr val="1F4429"/>
              </a:buClr>
              <a:buNone/>
            </a:pPr>
            <a:r>
              <a:rPr lang="en-US" sz="2200" dirty="0">
                <a:solidFill>
                  <a:schemeClr val="tx1"/>
                </a:solidFill>
                <a:latin typeface="+mn-lt"/>
                <a:cs typeface="ＭＳ Ｐゴシック" charset="0"/>
              </a:rPr>
              <a:t>a. It is impossible or difficult to trace overhead costs to particular jobs.</a:t>
            </a:r>
          </a:p>
          <a:p>
            <a:pPr marL="268288" indent="-268288" eaLnBrk="1" hangingPunct="1">
              <a:spcBef>
                <a:spcPts val="600"/>
              </a:spcBef>
              <a:buClr>
                <a:srgbClr val="1F4429"/>
              </a:buClr>
              <a:buNone/>
            </a:pPr>
            <a:r>
              <a:rPr lang="en-US" sz="2200" dirty="0">
                <a:solidFill>
                  <a:schemeClr val="tx1"/>
                </a:solidFill>
                <a:latin typeface="+mn-lt"/>
                <a:cs typeface="ＭＳ Ｐゴシック" charset="0"/>
              </a:rPr>
              <a:t>b. Manufacturing overhead consists of many different items ranging from the grease used in machines to the production manager</a:t>
            </a:r>
            <a:r>
              <a:rPr lang="en-IN" sz="2200" dirty="0">
                <a:solidFill>
                  <a:schemeClr val="tx1"/>
                </a:solidFill>
                <a:latin typeface="+mn-lt"/>
                <a:cs typeface="ＭＳ Ｐゴシック" charset="0"/>
              </a:rPr>
              <a:t>’</a:t>
            </a:r>
            <a:r>
              <a:rPr lang="en-US" sz="2200" dirty="0">
                <a:solidFill>
                  <a:schemeClr val="tx1"/>
                </a:solidFill>
                <a:latin typeface="+mn-lt"/>
                <a:cs typeface="ＭＳ Ｐゴシック" charset="0"/>
              </a:rPr>
              <a:t>s salary.</a:t>
            </a:r>
          </a:p>
          <a:p>
            <a:pPr marL="268288" indent="-268288" eaLnBrk="1" hangingPunct="1">
              <a:spcBef>
                <a:spcPts val="600"/>
              </a:spcBef>
              <a:buClr>
                <a:srgbClr val="1F4429"/>
              </a:buClr>
              <a:buNone/>
            </a:pPr>
            <a:r>
              <a:rPr lang="en-US" sz="2200" dirty="0">
                <a:solidFill>
                  <a:schemeClr val="tx1"/>
                </a:solidFill>
                <a:latin typeface="+mn-lt"/>
                <a:cs typeface="ＭＳ Ｐゴシック" charset="0"/>
              </a:rPr>
              <a:t>c. Many types of manufacturing overhead costs are fixed even though output fluctuates during the period.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tx2"/>
                </a:solidFill>
                <a:cs typeface="Arial" charset="0"/>
              </a:rPr>
              <a:t>Application of Factory Overhead)</a:t>
            </a:r>
            <a:endParaRPr lang="en-US" dirty="0"/>
          </a:p>
        </p:txBody>
      </p:sp>
      <p:sp>
        <p:nvSpPr>
          <p:cNvPr id="25614" name="Rectangle 14"/>
          <p:cNvSpPr>
            <a:spLocks noGrp="1" noChangeArrowheads="1"/>
          </p:cNvSpPr>
          <p:nvPr>
            <p:ph idx="4294967295"/>
          </p:nvPr>
        </p:nvSpPr>
        <p:spPr>
          <a:xfrm>
            <a:off x="609600" y="1524000"/>
            <a:ext cx="8534400" cy="4648200"/>
          </a:xfrm>
          <a:solidFill>
            <a:schemeClr val="accent6">
              <a:lumMod val="20000"/>
              <a:lumOff val="80000"/>
            </a:schemeClr>
          </a:solidFill>
          <a:ln>
            <a:solidFill>
              <a:schemeClr val="bg2">
                <a:lumMod val="75000"/>
              </a:schemeClr>
            </a:solidFill>
          </a:ln>
        </p:spPr>
        <p:txBody>
          <a:bodyPr lIns="91435" tIns="45718" rIns="91435" bIns="45718" rtlCol="0">
            <a:normAutofit/>
          </a:bodyPr>
          <a:lstStyle/>
          <a:p>
            <a:pPr fontAlgn="auto">
              <a:spcAft>
                <a:spcPts val="0"/>
              </a:spcAft>
              <a:buFontTx/>
              <a:buNone/>
              <a:defRPr/>
            </a:pPr>
            <a:r>
              <a:rPr lang="en-US" dirty="0">
                <a:solidFill>
                  <a:schemeClr val="bg2"/>
                </a:solidFill>
              </a:rPr>
              <a:t> </a:t>
            </a:r>
          </a:p>
        </p:txBody>
      </p:sp>
      <p:grpSp>
        <p:nvGrpSpPr>
          <p:cNvPr id="46083" name="Group 15"/>
          <p:cNvGrpSpPr>
            <a:grpSpLocks/>
          </p:cNvGrpSpPr>
          <p:nvPr/>
        </p:nvGrpSpPr>
        <p:grpSpPr bwMode="auto">
          <a:xfrm>
            <a:off x="1219200" y="2590800"/>
            <a:ext cx="6985000" cy="1422400"/>
            <a:chOff x="798" y="1840"/>
            <a:chExt cx="4400" cy="896"/>
          </a:xfrm>
        </p:grpSpPr>
        <p:sp>
          <p:nvSpPr>
            <p:cNvPr id="46089" name="Rectangle 16"/>
            <p:cNvSpPr>
              <a:spLocks noChangeArrowheads="1"/>
            </p:cNvSpPr>
            <p:nvPr/>
          </p:nvSpPr>
          <p:spPr bwMode="auto">
            <a:xfrm>
              <a:off x="798" y="1840"/>
              <a:ext cx="4400" cy="896"/>
            </a:xfrm>
            <a:prstGeom prst="rect">
              <a:avLst/>
            </a:prstGeom>
            <a:solidFill>
              <a:schemeClr val="bg1"/>
            </a:solidFill>
            <a:ln w="25400">
              <a:solidFill>
                <a:srgbClr val="500093"/>
              </a:solidFill>
              <a:miter lim="800000"/>
              <a:headEnd/>
              <a:tailEnd/>
            </a:ln>
          </p:spPr>
          <p:txBody>
            <a:bodyPr wrap="none" anchor="ctr"/>
            <a:lstStyle/>
            <a:p>
              <a:endParaRPr lang="en-US">
                <a:latin typeface="Constantia" pitchFamily="18" charset="0"/>
              </a:endParaRPr>
            </a:p>
          </p:txBody>
        </p:sp>
        <p:sp>
          <p:nvSpPr>
            <p:cNvPr id="46090" name="Rectangle 17"/>
            <p:cNvSpPr>
              <a:spLocks noChangeArrowheads="1"/>
            </p:cNvSpPr>
            <p:nvPr/>
          </p:nvSpPr>
          <p:spPr bwMode="auto">
            <a:xfrm>
              <a:off x="2425" y="1859"/>
              <a:ext cx="2299" cy="423"/>
            </a:xfrm>
            <a:prstGeom prst="rect">
              <a:avLst/>
            </a:prstGeom>
            <a:solidFill>
              <a:schemeClr val="bg1"/>
            </a:solidFill>
            <a:ln w="12700">
              <a:noFill/>
              <a:miter lim="800000"/>
              <a:headEnd/>
              <a:tailEnd/>
            </a:ln>
          </p:spPr>
          <p:txBody>
            <a:bodyPr wrap="none" lIns="90488" tIns="44450" rIns="90488" bIns="44450">
              <a:spAutoFit/>
            </a:bodyPr>
            <a:lstStyle/>
            <a:p>
              <a:pPr algn="ctr" eaLnBrk="0" hangingPunct="0">
                <a:lnSpc>
                  <a:spcPct val="90000"/>
                </a:lnSpc>
              </a:pPr>
              <a:r>
                <a:rPr lang="en-US" sz="2100" b="1">
                  <a:solidFill>
                    <a:schemeClr val="tx2"/>
                  </a:solidFill>
                  <a:latin typeface="Constantia" pitchFamily="18" charset="0"/>
                </a:rPr>
                <a:t>Estimated factory overhead</a:t>
              </a:r>
              <a:br>
                <a:rPr lang="en-US" sz="2100" b="1">
                  <a:solidFill>
                    <a:schemeClr val="tx2"/>
                  </a:solidFill>
                  <a:latin typeface="Constantia" pitchFamily="18" charset="0"/>
                </a:rPr>
              </a:br>
              <a:r>
                <a:rPr lang="en-US" sz="2100" b="1">
                  <a:solidFill>
                    <a:schemeClr val="tx2"/>
                  </a:solidFill>
                  <a:latin typeface="Constantia" pitchFamily="18" charset="0"/>
                </a:rPr>
                <a:t>amount for the year</a:t>
              </a:r>
            </a:p>
          </p:txBody>
        </p:sp>
        <p:sp>
          <p:nvSpPr>
            <p:cNvPr id="46091" name="Rectangle 18"/>
            <p:cNvSpPr>
              <a:spLocks noChangeArrowheads="1"/>
            </p:cNvSpPr>
            <p:nvPr/>
          </p:nvSpPr>
          <p:spPr bwMode="auto">
            <a:xfrm>
              <a:off x="2623" y="2302"/>
              <a:ext cx="1904" cy="423"/>
            </a:xfrm>
            <a:prstGeom prst="rect">
              <a:avLst/>
            </a:prstGeom>
            <a:solidFill>
              <a:schemeClr val="bg1"/>
            </a:solidFill>
            <a:ln w="12700">
              <a:noFill/>
              <a:miter lim="800000"/>
              <a:headEnd/>
              <a:tailEnd/>
            </a:ln>
          </p:spPr>
          <p:txBody>
            <a:bodyPr wrap="none" lIns="90488" tIns="44450" rIns="90488" bIns="44450">
              <a:spAutoFit/>
            </a:bodyPr>
            <a:lstStyle/>
            <a:p>
              <a:pPr algn="ctr" eaLnBrk="0" hangingPunct="0">
                <a:lnSpc>
                  <a:spcPct val="90000"/>
                </a:lnSpc>
              </a:pPr>
              <a:r>
                <a:rPr lang="en-US" sz="2100" b="1" dirty="0">
                  <a:solidFill>
                    <a:schemeClr val="tx2"/>
                  </a:solidFill>
                  <a:latin typeface="Constantia" pitchFamily="18" charset="0"/>
                </a:rPr>
                <a:t>Estimated level of cost</a:t>
              </a:r>
              <a:br>
                <a:rPr lang="en-US" sz="2100" b="1" dirty="0">
                  <a:solidFill>
                    <a:schemeClr val="tx2"/>
                  </a:solidFill>
                  <a:latin typeface="Constantia" pitchFamily="18" charset="0"/>
                </a:rPr>
              </a:br>
              <a:r>
                <a:rPr lang="en-US" sz="2100" b="1" dirty="0">
                  <a:solidFill>
                    <a:schemeClr val="tx2"/>
                  </a:solidFill>
                  <a:latin typeface="Constantia" pitchFamily="18" charset="0"/>
                </a:rPr>
                <a:t>driver for the year</a:t>
              </a:r>
            </a:p>
          </p:txBody>
        </p:sp>
        <p:sp>
          <p:nvSpPr>
            <p:cNvPr id="46092" name="Rectangle 19"/>
            <p:cNvSpPr>
              <a:spLocks noChangeArrowheads="1"/>
            </p:cNvSpPr>
            <p:nvPr/>
          </p:nvSpPr>
          <p:spPr bwMode="auto">
            <a:xfrm>
              <a:off x="894" y="2128"/>
              <a:ext cx="1239" cy="289"/>
            </a:xfrm>
            <a:prstGeom prst="rect">
              <a:avLst/>
            </a:prstGeom>
            <a:solidFill>
              <a:schemeClr val="bg1"/>
            </a:solidFill>
            <a:ln w="12700">
              <a:noFill/>
              <a:miter lim="800000"/>
              <a:headEnd/>
              <a:tailEnd/>
            </a:ln>
          </p:spPr>
          <p:txBody>
            <a:bodyPr lIns="90488" tIns="44450" rIns="90488" bIns="44450">
              <a:spAutoFit/>
            </a:bodyPr>
            <a:lstStyle/>
            <a:p>
              <a:pPr eaLnBrk="0" hangingPunct="0">
                <a:spcBef>
                  <a:spcPct val="50000"/>
                </a:spcBef>
              </a:pPr>
              <a:r>
                <a:rPr lang="en-US" sz="2400" b="1">
                  <a:solidFill>
                    <a:schemeClr val="tx2"/>
                  </a:solidFill>
                  <a:latin typeface="Constantia" pitchFamily="18" charset="0"/>
                </a:rPr>
                <a:t>   OH Rate  =</a:t>
              </a:r>
            </a:p>
          </p:txBody>
        </p:sp>
        <p:sp>
          <p:nvSpPr>
            <p:cNvPr id="46093" name="Line 20"/>
            <p:cNvSpPr>
              <a:spLocks noChangeShapeType="1"/>
            </p:cNvSpPr>
            <p:nvPr/>
          </p:nvSpPr>
          <p:spPr bwMode="auto">
            <a:xfrm>
              <a:off x="2094" y="2266"/>
              <a:ext cx="2960" cy="0"/>
            </a:xfrm>
            <a:prstGeom prst="line">
              <a:avLst/>
            </a:prstGeom>
            <a:noFill/>
            <a:ln w="25400">
              <a:solidFill>
                <a:schemeClr val="tx2"/>
              </a:solidFill>
              <a:round/>
              <a:headEnd/>
              <a:tailEnd/>
            </a:ln>
          </p:spPr>
          <p:txBody>
            <a:bodyPr wrap="none" anchor="ctr"/>
            <a:lstStyle/>
            <a:p>
              <a:endParaRPr lang="en-US">
                <a:latin typeface="Constantia" pitchFamily="18" charset="0"/>
              </a:endParaRPr>
            </a:p>
          </p:txBody>
        </p:sp>
      </p:grpSp>
      <p:sp>
        <p:nvSpPr>
          <p:cNvPr id="46084" name="Rectangle 21"/>
          <p:cNvSpPr>
            <a:spLocks noChangeArrowheads="1"/>
          </p:cNvSpPr>
          <p:nvPr/>
        </p:nvSpPr>
        <p:spPr bwMode="auto">
          <a:xfrm>
            <a:off x="685800" y="1600200"/>
            <a:ext cx="8458200" cy="1103312"/>
          </a:xfrm>
          <a:prstGeom prst="rect">
            <a:avLst/>
          </a:prstGeom>
          <a:noFill/>
          <a:ln w="12700">
            <a:noFill/>
            <a:miter lim="800000"/>
            <a:headEnd/>
            <a:tailEnd/>
          </a:ln>
        </p:spPr>
        <p:txBody>
          <a:bodyPr lIns="90488" tIns="44450" rIns="90488" bIns="44450"/>
          <a:lstStyle/>
          <a:p>
            <a:pPr algn="ctr" eaLnBrk="0" hangingPunct="0">
              <a:lnSpc>
                <a:spcPct val="90000"/>
              </a:lnSpc>
              <a:spcBef>
                <a:spcPct val="20000"/>
              </a:spcBef>
              <a:buClr>
                <a:schemeClr val="accent1"/>
              </a:buClr>
              <a:buSzPct val="65000"/>
              <a:buFont typeface="Wingdings" pitchFamily="2" charset="2"/>
              <a:buNone/>
            </a:pPr>
            <a:r>
              <a:rPr lang="en-US" sz="2300" b="1" dirty="0">
                <a:latin typeface="Constantia" pitchFamily="18" charset="0"/>
              </a:rPr>
              <a:t>The predetermined factory overhead (OH) rate used to apply overhead to jobs is determined </a:t>
            </a:r>
            <a:r>
              <a:rPr lang="en-US" sz="2300" b="1" i="1" dirty="0">
                <a:latin typeface="Constantia" pitchFamily="18" charset="0"/>
              </a:rPr>
              <a:t>before</a:t>
            </a:r>
            <a:r>
              <a:rPr lang="en-US" sz="2300" b="1" dirty="0">
                <a:latin typeface="Constantia" pitchFamily="18" charset="0"/>
              </a:rPr>
              <a:t> the period begins.</a:t>
            </a:r>
          </a:p>
        </p:txBody>
      </p:sp>
      <p:sp>
        <p:nvSpPr>
          <p:cNvPr id="46085" name="Freeform 22"/>
          <p:cNvSpPr>
            <a:spLocks/>
          </p:cNvSpPr>
          <p:nvPr/>
        </p:nvSpPr>
        <p:spPr bwMode="auto">
          <a:xfrm>
            <a:off x="4722813" y="4267200"/>
            <a:ext cx="763587" cy="992188"/>
          </a:xfrm>
          <a:custGeom>
            <a:avLst/>
            <a:gdLst>
              <a:gd name="T0" fmla="*/ 0 w 481"/>
              <a:gd name="T1" fmla="*/ 624 h 625"/>
              <a:gd name="T2" fmla="*/ 480 w 481"/>
              <a:gd name="T3" fmla="*/ 624 h 625"/>
              <a:gd name="T4" fmla="*/ 480 w 481"/>
              <a:gd name="T5" fmla="*/ 0 h 625"/>
              <a:gd name="T6" fmla="*/ 0 60000 65536"/>
              <a:gd name="T7" fmla="*/ 0 60000 65536"/>
              <a:gd name="T8" fmla="*/ 0 60000 65536"/>
              <a:gd name="T9" fmla="*/ 0 w 481"/>
              <a:gd name="T10" fmla="*/ 0 h 625"/>
              <a:gd name="T11" fmla="*/ 481 w 481"/>
              <a:gd name="T12" fmla="*/ 625 h 625"/>
            </a:gdLst>
            <a:ahLst/>
            <a:cxnLst>
              <a:cxn ang="T6">
                <a:pos x="T0" y="T1"/>
              </a:cxn>
              <a:cxn ang="T7">
                <a:pos x="T2" y="T3"/>
              </a:cxn>
              <a:cxn ang="T8">
                <a:pos x="T4" y="T5"/>
              </a:cxn>
            </a:cxnLst>
            <a:rect l="T9" t="T10" r="T11" b="T12"/>
            <a:pathLst>
              <a:path w="481" h="625">
                <a:moveTo>
                  <a:pt x="0" y="624"/>
                </a:moveTo>
                <a:lnTo>
                  <a:pt x="480" y="624"/>
                </a:lnTo>
                <a:lnTo>
                  <a:pt x="480" y="0"/>
                </a:lnTo>
              </a:path>
            </a:pathLst>
          </a:custGeom>
          <a:noFill/>
          <a:ln w="127000" cap="rnd" cmpd="sng">
            <a:solidFill>
              <a:schemeClr val="tx1"/>
            </a:solidFill>
            <a:prstDash val="solid"/>
            <a:round/>
            <a:headEnd type="none" w="med" len="med"/>
            <a:tailEnd type="triangle" w="med" len="med"/>
          </a:ln>
        </p:spPr>
        <p:txBody>
          <a:bodyPr/>
          <a:lstStyle/>
          <a:p>
            <a:endParaRPr lang="en-US">
              <a:latin typeface="Constantia" pitchFamily="18" charset="0"/>
            </a:endParaRPr>
          </a:p>
        </p:txBody>
      </p:sp>
      <p:sp>
        <p:nvSpPr>
          <p:cNvPr id="25623" name="Rectangle 23"/>
          <p:cNvSpPr>
            <a:spLocks noChangeArrowheads="1"/>
          </p:cNvSpPr>
          <p:nvPr/>
        </p:nvSpPr>
        <p:spPr bwMode="auto">
          <a:xfrm>
            <a:off x="685800" y="4114800"/>
            <a:ext cx="4419600" cy="1974850"/>
          </a:xfrm>
          <a:prstGeom prst="rect">
            <a:avLst/>
          </a:prstGeom>
          <a:solidFill>
            <a:schemeClr val="accent6">
              <a:lumMod val="40000"/>
              <a:lumOff val="60000"/>
            </a:schemeClr>
          </a:solidFill>
          <a:ln w="12700">
            <a:solidFill>
              <a:schemeClr val="tx1"/>
            </a:solidFill>
            <a:miter lim="800000"/>
            <a:headEnd/>
            <a:tailEnd/>
          </a:ln>
          <a:effectLst/>
        </p:spPr>
        <p:txBody>
          <a:bodyPr wrap="none" lIns="90488" tIns="44450" rIns="90488" bIns="44450" anchor="ctr"/>
          <a:lstStyle/>
          <a:p>
            <a:pPr eaLnBrk="0" fontAlgn="auto" hangingPunct="0">
              <a:lnSpc>
                <a:spcPct val="90000"/>
              </a:lnSpc>
              <a:spcBef>
                <a:spcPts val="0"/>
              </a:spcBef>
              <a:spcAft>
                <a:spcPts val="0"/>
              </a:spcAft>
              <a:tabLst>
                <a:tab pos="66675" algn="l"/>
                <a:tab pos="398463" algn="l"/>
              </a:tabLst>
              <a:defRPr/>
            </a:pPr>
            <a:r>
              <a:rPr lang="en-US" sz="2400" b="1" dirty="0">
                <a:latin typeface="Constantia" pitchFamily="18" charset="0"/>
              </a:rPr>
              <a:t>	Some Possible Cost Drivers: </a:t>
            </a:r>
          </a:p>
          <a:p>
            <a:pPr eaLnBrk="0" fontAlgn="auto" hangingPunct="0">
              <a:lnSpc>
                <a:spcPct val="90000"/>
              </a:lnSpc>
              <a:spcBef>
                <a:spcPts val="0"/>
              </a:spcBef>
              <a:spcAft>
                <a:spcPts val="0"/>
              </a:spcAft>
              <a:tabLst>
                <a:tab pos="66675" algn="l"/>
                <a:tab pos="398463" algn="l"/>
              </a:tabLst>
              <a:defRPr/>
            </a:pPr>
            <a:r>
              <a:rPr lang="en-US" sz="2400" b="1" dirty="0">
                <a:latin typeface="Constantia" pitchFamily="18" charset="0"/>
              </a:rPr>
              <a:t> 1. direct labor-hours</a:t>
            </a:r>
          </a:p>
          <a:p>
            <a:pPr eaLnBrk="0" fontAlgn="auto" hangingPunct="0">
              <a:lnSpc>
                <a:spcPct val="90000"/>
              </a:lnSpc>
              <a:spcBef>
                <a:spcPts val="0"/>
              </a:spcBef>
              <a:spcAft>
                <a:spcPts val="0"/>
              </a:spcAft>
              <a:tabLst>
                <a:tab pos="66675" algn="l"/>
                <a:tab pos="398463" algn="l"/>
              </a:tabLst>
              <a:defRPr/>
            </a:pPr>
            <a:r>
              <a:rPr lang="en-US" sz="2400" b="1" dirty="0">
                <a:latin typeface="Constantia" pitchFamily="18" charset="0"/>
              </a:rPr>
              <a:t>	2.	machine-hours</a:t>
            </a:r>
          </a:p>
          <a:p>
            <a:pPr eaLnBrk="0" fontAlgn="auto" hangingPunct="0">
              <a:lnSpc>
                <a:spcPct val="90000"/>
              </a:lnSpc>
              <a:spcBef>
                <a:spcPts val="0"/>
              </a:spcBef>
              <a:spcAft>
                <a:spcPts val="0"/>
              </a:spcAft>
              <a:tabLst>
                <a:tab pos="66675" algn="l"/>
                <a:tab pos="398463" algn="l"/>
              </a:tabLst>
              <a:defRPr/>
            </a:pPr>
            <a:r>
              <a:rPr lang="en-US" sz="2400" b="1" dirty="0">
                <a:latin typeface="Constantia" pitchFamily="18" charset="0"/>
              </a:rPr>
              <a:t>	3.	number of set-ups</a:t>
            </a:r>
          </a:p>
          <a:p>
            <a:pPr eaLnBrk="0" fontAlgn="auto" hangingPunct="0">
              <a:lnSpc>
                <a:spcPct val="90000"/>
              </a:lnSpc>
              <a:spcBef>
                <a:spcPts val="0"/>
              </a:spcBef>
              <a:spcAft>
                <a:spcPts val="0"/>
              </a:spcAft>
              <a:tabLst>
                <a:tab pos="66675" algn="l"/>
                <a:tab pos="398463" algn="l"/>
              </a:tabLst>
              <a:defRPr/>
            </a:pPr>
            <a:r>
              <a:rPr lang="en-US" sz="2400" b="1" dirty="0">
                <a:latin typeface="Constantia" pitchFamily="18" charset="0"/>
              </a:rPr>
              <a:t>	4.	number of orders</a:t>
            </a:r>
          </a:p>
          <a:p>
            <a:pPr eaLnBrk="0" fontAlgn="auto" hangingPunct="0">
              <a:lnSpc>
                <a:spcPct val="90000"/>
              </a:lnSpc>
              <a:spcBef>
                <a:spcPts val="0"/>
              </a:spcBef>
              <a:spcAft>
                <a:spcPts val="0"/>
              </a:spcAft>
              <a:tabLst>
                <a:tab pos="66675" algn="l"/>
                <a:tab pos="398463" algn="l"/>
              </a:tabLst>
              <a:defRPr/>
            </a:pPr>
            <a:r>
              <a:rPr lang="en-US" sz="2400" b="1" dirty="0">
                <a:latin typeface="Constantia" pitchFamily="18" charset="0"/>
              </a:rPr>
              <a:t>	5.	manufacturing cycle-time</a:t>
            </a:r>
          </a:p>
        </p:txBody>
      </p:sp>
      <p:sp>
        <p:nvSpPr>
          <p:cNvPr id="46088" name="Text Box 27"/>
          <p:cNvSpPr txBox="1">
            <a:spLocks noChangeArrowheads="1"/>
          </p:cNvSpPr>
          <p:nvPr/>
        </p:nvSpPr>
        <p:spPr bwMode="auto">
          <a:xfrm>
            <a:off x="5791200" y="4419600"/>
            <a:ext cx="3200400" cy="1446213"/>
          </a:xfrm>
          <a:prstGeom prst="rect">
            <a:avLst/>
          </a:prstGeom>
          <a:noFill/>
          <a:ln w="9525">
            <a:noFill/>
            <a:miter lim="800000"/>
            <a:headEnd/>
            <a:tailEnd/>
          </a:ln>
        </p:spPr>
        <p:txBody>
          <a:bodyPr wrap="square">
            <a:spAutoFit/>
          </a:bodyPr>
          <a:lstStyle/>
          <a:p>
            <a:r>
              <a:rPr lang="en-US" sz="2200" b="1" dirty="0">
                <a:latin typeface="Constantia" pitchFamily="18" charset="0"/>
              </a:rPr>
              <a:t>The OH rate can be </a:t>
            </a:r>
          </a:p>
          <a:p>
            <a:r>
              <a:rPr lang="en-US" sz="2200" b="1" dirty="0">
                <a:latin typeface="Constantia" pitchFamily="18" charset="0"/>
              </a:rPr>
              <a:t>calculated on a </a:t>
            </a:r>
          </a:p>
          <a:p>
            <a:r>
              <a:rPr lang="en-US" sz="2200" b="1" dirty="0">
                <a:latin typeface="Constantia" pitchFamily="18" charset="0"/>
              </a:rPr>
              <a:t>plantwide or a </a:t>
            </a:r>
          </a:p>
          <a:p>
            <a:r>
              <a:rPr lang="en-US" sz="2200" b="1" dirty="0">
                <a:latin typeface="Constantia" pitchFamily="18" charset="0"/>
              </a:rPr>
              <a:t>departmental basis.</a:t>
            </a:r>
          </a:p>
        </p:txBody>
      </p:sp>
      <p:sp>
        <p:nvSpPr>
          <p:cNvPr id="16" name="Slide Number Placeholder 5"/>
          <p:cNvSpPr txBox="1">
            <a:spLocks/>
          </p:cNvSpPr>
          <p:nvPr/>
        </p:nvSpPr>
        <p:spPr>
          <a:xfrm>
            <a:off x="8680450" y="6515100"/>
            <a:ext cx="463550" cy="273050"/>
          </a:xfrm>
          <a:prstGeom prst="rect">
            <a:avLst/>
          </a:prstGeom>
          <a:noFill/>
          <a:ln w="9525">
            <a:noFill/>
            <a:miter lim="800000"/>
            <a:headEnd/>
            <a:tailEnd/>
          </a:ln>
        </p:spPr>
        <p:txBody>
          <a:bodyPr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r"/>
            <a:r>
              <a:rPr lang="en-US" sz="1000" dirty="0">
                <a:latin typeface="Times New Roman" pitchFamily="18" charset="0"/>
              </a:rPr>
              <a:t>4-</a:t>
            </a:r>
            <a:fld id="{163F98F9-A12C-4B2B-A12D-6C1276507E50}" type="slidenum">
              <a:rPr lang="en-US" sz="1000" smtClean="0">
                <a:latin typeface="Times New Roman" pitchFamily="18" charset="0"/>
              </a:rPr>
              <a:pPr algn="r"/>
              <a:t>15</a:t>
            </a:fld>
            <a:endParaRPr lang="en-US" sz="1000" dirty="0">
              <a:latin typeface="Times New Roman" pitchFamily="18" charset="0"/>
            </a:endParaRPr>
          </a:p>
        </p:txBody>
      </p:sp>
    </p:spTree>
    <p:extLst>
      <p:ext uri="{BB962C8B-B14F-4D97-AF65-F5344CB8AC3E}">
        <p14:creationId xmlns:p14="http://schemas.microsoft.com/office/powerpoint/2010/main" val="14359698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tx2"/>
                </a:solidFill>
                <a:cs typeface="Arial" charset="0"/>
              </a:rPr>
              <a:t>Application of Factory </a:t>
            </a:r>
            <a:br>
              <a:rPr lang="en-US" b="1" dirty="0">
                <a:solidFill>
                  <a:schemeClr val="tx2"/>
                </a:solidFill>
                <a:cs typeface="Arial" charset="0"/>
              </a:rPr>
            </a:br>
            <a:r>
              <a:rPr lang="en-US" b="1" dirty="0">
                <a:solidFill>
                  <a:schemeClr val="tx2"/>
                </a:solidFill>
                <a:cs typeface="Arial" charset="0"/>
              </a:rPr>
              <a:t>Overhead (continued)</a:t>
            </a:r>
            <a:endParaRPr lang="en-US" dirty="0"/>
          </a:p>
        </p:txBody>
      </p:sp>
      <p:sp>
        <p:nvSpPr>
          <p:cNvPr id="47105" name="Rectangle 7"/>
          <p:cNvSpPr>
            <a:spLocks noGrp="1" noChangeArrowheads="1"/>
          </p:cNvSpPr>
          <p:nvPr>
            <p:ph idx="4294967295"/>
          </p:nvPr>
        </p:nvSpPr>
        <p:spPr>
          <a:xfrm>
            <a:off x="152400" y="1676400"/>
            <a:ext cx="8915400" cy="4419600"/>
          </a:xfrm>
          <a:solidFill>
            <a:schemeClr val="accent6">
              <a:lumMod val="60000"/>
              <a:lumOff val="40000"/>
            </a:schemeClr>
          </a:solidFill>
          <a:ln>
            <a:solidFill>
              <a:schemeClr val="tx2">
                <a:lumMod val="40000"/>
                <a:lumOff val="60000"/>
              </a:schemeClr>
            </a:solidFill>
          </a:ln>
        </p:spPr>
        <p:txBody>
          <a:bodyPr lIns="91435" tIns="45718" rIns="91435" bIns="45718"/>
          <a:lstStyle/>
          <a:p>
            <a:pPr>
              <a:buFontTx/>
              <a:buNone/>
            </a:pPr>
            <a:r>
              <a:rPr lang="en-US" dirty="0"/>
              <a:t> </a:t>
            </a:r>
          </a:p>
        </p:txBody>
      </p:sp>
      <p:sp>
        <p:nvSpPr>
          <p:cNvPr id="47108" name="Rectangle 9"/>
          <p:cNvSpPr>
            <a:spLocks noChangeArrowheads="1"/>
          </p:cNvSpPr>
          <p:nvPr/>
        </p:nvSpPr>
        <p:spPr bwMode="auto">
          <a:xfrm>
            <a:off x="609600" y="3733800"/>
            <a:ext cx="8128000" cy="584200"/>
          </a:xfrm>
          <a:prstGeom prst="rect">
            <a:avLst/>
          </a:prstGeom>
          <a:solidFill>
            <a:srgbClr val="FFFFCC"/>
          </a:solidFill>
          <a:ln w="25400">
            <a:solidFill>
              <a:srgbClr val="500093"/>
            </a:solidFill>
            <a:miter lim="800000"/>
            <a:headEnd/>
            <a:tailEnd/>
          </a:ln>
        </p:spPr>
        <p:txBody>
          <a:bodyPr wrap="none" anchor="ctr"/>
          <a:lstStyle/>
          <a:p>
            <a:endParaRPr lang="en-US">
              <a:latin typeface="Constantia" pitchFamily="18" charset="0"/>
            </a:endParaRPr>
          </a:p>
        </p:txBody>
      </p:sp>
      <p:sp>
        <p:nvSpPr>
          <p:cNvPr id="47109" name="Rectangle 10"/>
          <p:cNvSpPr>
            <a:spLocks noChangeArrowheads="1"/>
          </p:cNvSpPr>
          <p:nvPr/>
        </p:nvSpPr>
        <p:spPr bwMode="auto">
          <a:xfrm>
            <a:off x="1143000" y="3810000"/>
            <a:ext cx="7543800" cy="459100"/>
          </a:xfrm>
          <a:prstGeom prst="rect">
            <a:avLst/>
          </a:prstGeom>
          <a:noFill/>
          <a:ln w="12700">
            <a:noFill/>
            <a:miter lim="800000"/>
            <a:headEnd/>
            <a:tailEnd/>
          </a:ln>
        </p:spPr>
        <p:txBody>
          <a:bodyPr wrap="square" lIns="90488" tIns="44450" rIns="90488" bIns="44450">
            <a:spAutoFit/>
          </a:bodyPr>
          <a:lstStyle/>
          <a:p>
            <a:pPr eaLnBrk="0" hangingPunct="0">
              <a:spcBef>
                <a:spcPct val="50000"/>
              </a:spcBef>
            </a:pPr>
            <a:r>
              <a:rPr lang="en-US" sz="2400" b="1" dirty="0">
                <a:latin typeface="Constantia" pitchFamily="18" charset="0"/>
              </a:rPr>
              <a:t>Overhead applied  =  OH Rate  ×   Actual activity </a:t>
            </a:r>
          </a:p>
        </p:txBody>
      </p:sp>
      <p:sp>
        <p:nvSpPr>
          <p:cNvPr id="47117" name="Line 12"/>
          <p:cNvSpPr>
            <a:spLocks noChangeShapeType="1"/>
          </p:cNvSpPr>
          <p:nvPr/>
        </p:nvSpPr>
        <p:spPr bwMode="auto">
          <a:xfrm flipH="1" flipV="1">
            <a:off x="7467599" y="4267199"/>
            <a:ext cx="242995" cy="492441"/>
          </a:xfrm>
          <a:prstGeom prst="line">
            <a:avLst/>
          </a:prstGeom>
          <a:noFill/>
          <a:ln w="28575">
            <a:solidFill>
              <a:srgbClr val="CF0E30"/>
            </a:solidFill>
            <a:round/>
            <a:headEnd/>
            <a:tailEnd type="triangle" w="med" len="med"/>
          </a:ln>
        </p:spPr>
        <p:txBody>
          <a:bodyPr wrap="none" anchor="ctr"/>
          <a:lstStyle/>
          <a:p>
            <a:endParaRPr lang="en-US">
              <a:latin typeface="Constantia" pitchFamily="18" charset="0"/>
            </a:endParaRPr>
          </a:p>
        </p:txBody>
      </p:sp>
      <p:grpSp>
        <p:nvGrpSpPr>
          <p:cNvPr id="3" name="Group 2"/>
          <p:cNvGrpSpPr/>
          <p:nvPr/>
        </p:nvGrpSpPr>
        <p:grpSpPr>
          <a:xfrm>
            <a:off x="381000" y="3733800"/>
            <a:ext cx="8469313" cy="2008188"/>
            <a:chOff x="381000" y="3733800"/>
            <a:chExt cx="8469313" cy="2008188"/>
          </a:xfrm>
        </p:grpSpPr>
        <p:sp>
          <p:nvSpPr>
            <p:cNvPr id="47119" name="Oval 14"/>
            <p:cNvSpPr>
              <a:spLocks noChangeArrowheads="1"/>
            </p:cNvSpPr>
            <p:nvPr/>
          </p:nvSpPr>
          <p:spPr bwMode="auto">
            <a:xfrm>
              <a:off x="4191000" y="3733800"/>
              <a:ext cx="1295400" cy="623903"/>
            </a:xfrm>
            <a:prstGeom prst="ellipse">
              <a:avLst/>
            </a:prstGeom>
            <a:noFill/>
            <a:ln w="28575">
              <a:solidFill>
                <a:srgbClr val="CF0E30"/>
              </a:solidFill>
              <a:round/>
              <a:headEnd/>
              <a:tailEnd/>
            </a:ln>
          </p:spPr>
          <p:txBody>
            <a:bodyPr wrap="none" anchor="ctr"/>
            <a:lstStyle/>
            <a:p>
              <a:endParaRPr lang="en-US">
                <a:latin typeface="Constantia" pitchFamily="18" charset="0"/>
              </a:endParaRPr>
            </a:p>
          </p:txBody>
        </p:sp>
        <p:sp>
          <p:nvSpPr>
            <p:cNvPr id="47120" name="Line 15"/>
            <p:cNvSpPr>
              <a:spLocks noChangeShapeType="1"/>
            </p:cNvSpPr>
            <p:nvPr/>
          </p:nvSpPr>
          <p:spPr bwMode="auto">
            <a:xfrm flipV="1">
              <a:off x="2773341" y="4159734"/>
              <a:ext cx="1254148" cy="868365"/>
            </a:xfrm>
            <a:prstGeom prst="line">
              <a:avLst/>
            </a:prstGeom>
            <a:noFill/>
            <a:ln w="28575">
              <a:solidFill>
                <a:srgbClr val="CF0E30"/>
              </a:solidFill>
              <a:round/>
              <a:headEnd/>
              <a:tailEnd type="triangle" w="med" len="med"/>
            </a:ln>
          </p:spPr>
          <p:txBody>
            <a:bodyPr wrap="none" anchor="ctr"/>
            <a:lstStyle/>
            <a:p>
              <a:endParaRPr lang="en-US">
                <a:latin typeface="Constantia" pitchFamily="18" charset="0"/>
              </a:endParaRPr>
            </a:p>
          </p:txBody>
        </p:sp>
        <p:sp>
          <p:nvSpPr>
            <p:cNvPr id="47121" name="Rectangle 16"/>
            <p:cNvSpPr>
              <a:spLocks noChangeArrowheads="1"/>
            </p:cNvSpPr>
            <p:nvPr/>
          </p:nvSpPr>
          <p:spPr bwMode="auto">
            <a:xfrm>
              <a:off x="381000" y="4575169"/>
              <a:ext cx="3509173" cy="1166819"/>
            </a:xfrm>
            <a:prstGeom prst="rect">
              <a:avLst/>
            </a:prstGeom>
            <a:solidFill>
              <a:schemeClr val="accent6">
                <a:lumMod val="20000"/>
                <a:lumOff val="80000"/>
              </a:schemeClr>
            </a:solidFill>
            <a:ln w="25400">
              <a:solidFill>
                <a:schemeClr val="tx1"/>
              </a:solidFill>
              <a:miter lim="800000"/>
              <a:headEnd/>
              <a:tailEnd/>
            </a:ln>
          </p:spPr>
          <p:txBody>
            <a:bodyPr lIns="90488" tIns="44450" rIns="90488" bIns="44450">
              <a:spAutoFit/>
            </a:bodyPr>
            <a:lstStyle/>
            <a:p>
              <a:pPr algn="ctr" eaLnBrk="0" hangingPunct="0">
                <a:spcBef>
                  <a:spcPct val="50000"/>
                </a:spcBef>
              </a:pPr>
              <a:r>
                <a:rPr lang="en-US" sz="2300" b="1" dirty="0">
                  <a:solidFill>
                    <a:srgbClr val="39395B"/>
                  </a:solidFill>
                  <a:latin typeface="Constantia" pitchFamily="18" charset="0"/>
                </a:rPr>
                <a:t>Based on</a:t>
              </a:r>
              <a:r>
                <a:rPr lang="en-US" sz="2300" b="1" dirty="0">
                  <a:solidFill>
                    <a:srgbClr val="500093"/>
                  </a:solidFill>
                  <a:latin typeface="Constantia" pitchFamily="18" charset="0"/>
                </a:rPr>
                <a:t> </a:t>
              </a:r>
              <a:r>
                <a:rPr lang="en-US" sz="2300" b="1" dirty="0">
                  <a:solidFill>
                    <a:srgbClr val="CF0E30"/>
                  </a:solidFill>
                  <a:latin typeface="Constantia" pitchFamily="18" charset="0"/>
                </a:rPr>
                <a:t>estimates</a:t>
              </a:r>
              <a:r>
                <a:rPr lang="en-US" sz="2300" b="1" dirty="0">
                  <a:solidFill>
                    <a:srgbClr val="39395B"/>
                  </a:solidFill>
                  <a:latin typeface="Constantia" pitchFamily="18" charset="0"/>
                </a:rPr>
                <a:t>, and determined </a:t>
              </a:r>
              <a:r>
                <a:rPr lang="en-US" sz="2300" b="1" i="1" dirty="0">
                  <a:solidFill>
                    <a:srgbClr val="39395B"/>
                  </a:solidFill>
                  <a:latin typeface="Constantia" pitchFamily="18" charset="0"/>
                </a:rPr>
                <a:t>before</a:t>
              </a:r>
              <a:r>
                <a:rPr lang="en-US" sz="2300" b="1" dirty="0">
                  <a:solidFill>
                    <a:srgbClr val="39395B"/>
                  </a:solidFill>
                  <a:latin typeface="Constantia" pitchFamily="18" charset="0"/>
                </a:rPr>
                <a:t> the period begins</a:t>
              </a:r>
            </a:p>
          </p:txBody>
        </p:sp>
        <p:sp>
          <p:nvSpPr>
            <p:cNvPr id="47122" name="Oval 17"/>
            <p:cNvSpPr>
              <a:spLocks noChangeArrowheads="1"/>
            </p:cNvSpPr>
            <p:nvPr/>
          </p:nvSpPr>
          <p:spPr bwMode="auto">
            <a:xfrm>
              <a:off x="5943600" y="3745798"/>
              <a:ext cx="2438400" cy="623903"/>
            </a:xfrm>
            <a:prstGeom prst="ellipse">
              <a:avLst/>
            </a:prstGeom>
            <a:noFill/>
            <a:ln w="28575">
              <a:solidFill>
                <a:srgbClr val="CF0E30"/>
              </a:solidFill>
              <a:round/>
              <a:headEnd/>
              <a:tailEnd/>
            </a:ln>
          </p:spPr>
          <p:txBody>
            <a:bodyPr wrap="none" anchor="ctr"/>
            <a:lstStyle/>
            <a:p>
              <a:endParaRPr lang="en-US">
                <a:latin typeface="Constantia" pitchFamily="18" charset="0"/>
              </a:endParaRPr>
            </a:p>
          </p:txBody>
        </p:sp>
        <p:sp>
          <p:nvSpPr>
            <p:cNvPr id="47123" name="Rectangle 18"/>
            <p:cNvSpPr>
              <a:spLocks noChangeArrowheads="1"/>
            </p:cNvSpPr>
            <p:nvPr/>
          </p:nvSpPr>
          <p:spPr bwMode="auto">
            <a:xfrm>
              <a:off x="4123609" y="4575169"/>
              <a:ext cx="4726704" cy="1166819"/>
            </a:xfrm>
            <a:prstGeom prst="rect">
              <a:avLst/>
            </a:prstGeom>
            <a:solidFill>
              <a:schemeClr val="accent6">
                <a:lumMod val="20000"/>
                <a:lumOff val="80000"/>
              </a:schemeClr>
            </a:solidFill>
            <a:ln w="25400">
              <a:solidFill>
                <a:schemeClr val="tx1"/>
              </a:solidFill>
              <a:miter lim="800000"/>
              <a:headEnd/>
              <a:tailEnd/>
            </a:ln>
          </p:spPr>
          <p:txBody>
            <a:bodyPr lIns="90488" tIns="44450" rIns="90488" bIns="44450">
              <a:spAutoFit/>
            </a:bodyPr>
            <a:lstStyle/>
            <a:p>
              <a:pPr algn="ctr" eaLnBrk="0" hangingPunct="0">
                <a:spcBef>
                  <a:spcPct val="50000"/>
                </a:spcBef>
              </a:pPr>
              <a:r>
                <a:rPr lang="en-US" sz="2300" b="1" dirty="0">
                  <a:solidFill>
                    <a:srgbClr val="CF0E30"/>
                  </a:solidFill>
                  <a:latin typeface="Constantia" pitchFamily="18" charset="0"/>
                </a:rPr>
                <a:t>Actual</a:t>
              </a:r>
              <a:r>
                <a:rPr lang="en-US" sz="2300" b="1" dirty="0">
                  <a:solidFill>
                    <a:schemeClr val="bg1"/>
                  </a:solidFill>
                  <a:latin typeface="Constantia" pitchFamily="18" charset="0"/>
                </a:rPr>
                <a:t> </a:t>
              </a:r>
              <a:r>
                <a:rPr lang="en-US" sz="2300" b="1" dirty="0">
                  <a:solidFill>
                    <a:srgbClr val="39395B"/>
                  </a:solidFill>
                  <a:latin typeface="Constantia" pitchFamily="18" charset="0"/>
                </a:rPr>
                <a:t>amount of the allocation base, such as direct labor-hours, incurred during the period</a:t>
              </a:r>
            </a:p>
          </p:txBody>
        </p:sp>
      </p:grpSp>
      <p:grpSp>
        <p:nvGrpSpPr>
          <p:cNvPr id="47111" name="Group 20"/>
          <p:cNvGrpSpPr>
            <a:grpSpLocks/>
          </p:cNvGrpSpPr>
          <p:nvPr/>
        </p:nvGrpSpPr>
        <p:grpSpPr bwMode="auto">
          <a:xfrm>
            <a:off x="1219200" y="1981200"/>
            <a:ext cx="6985000" cy="1422400"/>
            <a:chOff x="798" y="1840"/>
            <a:chExt cx="4400" cy="896"/>
          </a:xfrm>
        </p:grpSpPr>
        <p:sp>
          <p:nvSpPr>
            <p:cNvPr id="47112" name="Rectangle 21"/>
            <p:cNvSpPr>
              <a:spLocks noChangeArrowheads="1"/>
            </p:cNvSpPr>
            <p:nvPr/>
          </p:nvSpPr>
          <p:spPr bwMode="auto">
            <a:xfrm>
              <a:off x="798" y="1840"/>
              <a:ext cx="4400" cy="896"/>
            </a:xfrm>
            <a:prstGeom prst="rect">
              <a:avLst/>
            </a:prstGeom>
            <a:solidFill>
              <a:schemeClr val="bg1"/>
            </a:solidFill>
            <a:ln w="25400">
              <a:solidFill>
                <a:srgbClr val="500093"/>
              </a:solidFill>
              <a:miter lim="800000"/>
              <a:headEnd/>
              <a:tailEnd/>
            </a:ln>
          </p:spPr>
          <p:txBody>
            <a:bodyPr wrap="none" anchor="ctr"/>
            <a:lstStyle/>
            <a:p>
              <a:endParaRPr lang="en-US">
                <a:latin typeface="Constantia" pitchFamily="18" charset="0"/>
              </a:endParaRPr>
            </a:p>
          </p:txBody>
        </p:sp>
        <p:sp>
          <p:nvSpPr>
            <p:cNvPr id="47113" name="Rectangle 22"/>
            <p:cNvSpPr>
              <a:spLocks noChangeArrowheads="1"/>
            </p:cNvSpPr>
            <p:nvPr/>
          </p:nvSpPr>
          <p:spPr bwMode="auto">
            <a:xfrm>
              <a:off x="2221" y="1859"/>
              <a:ext cx="2702" cy="423"/>
            </a:xfrm>
            <a:prstGeom prst="rect">
              <a:avLst/>
            </a:prstGeom>
            <a:solidFill>
              <a:schemeClr val="bg1"/>
            </a:solidFill>
            <a:ln w="12700">
              <a:noFill/>
              <a:miter lim="800000"/>
              <a:headEnd/>
              <a:tailEnd/>
            </a:ln>
          </p:spPr>
          <p:txBody>
            <a:bodyPr wrap="none" lIns="90488" tIns="44450" rIns="90488" bIns="44450">
              <a:spAutoFit/>
            </a:bodyPr>
            <a:lstStyle/>
            <a:p>
              <a:pPr algn="ctr" eaLnBrk="0" hangingPunct="0">
                <a:lnSpc>
                  <a:spcPct val="90000"/>
                </a:lnSpc>
              </a:pPr>
              <a:r>
                <a:rPr lang="en-US" sz="2100" b="1" dirty="0">
                  <a:latin typeface="Constantia" pitchFamily="18" charset="0"/>
                </a:rPr>
                <a:t>Predetermined factory overhead</a:t>
              </a:r>
              <a:br>
                <a:rPr lang="en-US" sz="2100" b="1" dirty="0">
                  <a:latin typeface="Constantia" pitchFamily="18" charset="0"/>
                </a:rPr>
              </a:br>
              <a:r>
                <a:rPr lang="en-US" sz="2100" b="1" dirty="0">
                  <a:latin typeface="Constantia" pitchFamily="18" charset="0"/>
                </a:rPr>
                <a:t>amount for the year</a:t>
              </a:r>
            </a:p>
          </p:txBody>
        </p:sp>
        <p:sp>
          <p:nvSpPr>
            <p:cNvPr id="47114" name="Rectangle 23"/>
            <p:cNvSpPr>
              <a:spLocks noChangeArrowheads="1"/>
            </p:cNvSpPr>
            <p:nvPr/>
          </p:nvSpPr>
          <p:spPr bwMode="auto">
            <a:xfrm>
              <a:off x="2419" y="2302"/>
              <a:ext cx="2308" cy="423"/>
            </a:xfrm>
            <a:prstGeom prst="rect">
              <a:avLst/>
            </a:prstGeom>
            <a:solidFill>
              <a:schemeClr val="bg1"/>
            </a:solidFill>
            <a:ln w="12700">
              <a:noFill/>
              <a:miter lim="800000"/>
              <a:headEnd/>
              <a:tailEnd/>
            </a:ln>
          </p:spPr>
          <p:txBody>
            <a:bodyPr wrap="none" lIns="90488" tIns="44450" rIns="90488" bIns="44450">
              <a:spAutoFit/>
            </a:bodyPr>
            <a:lstStyle/>
            <a:p>
              <a:pPr algn="ctr" eaLnBrk="0" hangingPunct="0">
                <a:lnSpc>
                  <a:spcPct val="90000"/>
                </a:lnSpc>
              </a:pPr>
              <a:r>
                <a:rPr lang="en-US" sz="2100" b="1" dirty="0">
                  <a:latin typeface="Constantia" pitchFamily="18" charset="0"/>
                </a:rPr>
                <a:t>Predetermined level of cost</a:t>
              </a:r>
              <a:br>
                <a:rPr lang="en-US" sz="2100" b="1" dirty="0">
                  <a:latin typeface="Constantia" pitchFamily="18" charset="0"/>
                </a:rPr>
              </a:br>
              <a:r>
                <a:rPr lang="en-US" sz="2100" b="1" dirty="0">
                  <a:latin typeface="Constantia" pitchFamily="18" charset="0"/>
                </a:rPr>
                <a:t>driver for the year</a:t>
              </a:r>
            </a:p>
          </p:txBody>
        </p:sp>
        <p:sp>
          <p:nvSpPr>
            <p:cNvPr id="47115" name="Rectangle 24"/>
            <p:cNvSpPr>
              <a:spLocks noChangeArrowheads="1"/>
            </p:cNvSpPr>
            <p:nvPr/>
          </p:nvSpPr>
          <p:spPr bwMode="auto">
            <a:xfrm>
              <a:off x="846" y="2137"/>
              <a:ext cx="1143" cy="289"/>
            </a:xfrm>
            <a:prstGeom prst="rect">
              <a:avLst/>
            </a:prstGeom>
            <a:solidFill>
              <a:schemeClr val="bg1"/>
            </a:solidFill>
            <a:ln w="12700">
              <a:noFill/>
              <a:miter lim="800000"/>
              <a:headEnd/>
              <a:tailEnd/>
            </a:ln>
          </p:spPr>
          <p:txBody>
            <a:bodyPr lIns="90488" tIns="44450" rIns="90488" bIns="44450">
              <a:spAutoFit/>
            </a:bodyPr>
            <a:lstStyle/>
            <a:p>
              <a:pPr eaLnBrk="0" hangingPunct="0">
                <a:spcBef>
                  <a:spcPct val="50000"/>
                </a:spcBef>
              </a:pPr>
              <a:r>
                <a:rPr lang="en-US" sz="2400" b="1">
                  <a:latin typeface="Constantia" pitchFamily="18" charset="0"/>
                </a:rPr>
                <a:t>OH Rate  =</a:t>
              </a:r>
            </a:p>
          </p:txBody>
        </p:sp>
        <p:sp>
          <p:nvSpPr>
            <p:cNvPr id="47116" name="Line 25"/>
            <p:cNvSpPr>
              <a:spLocks noChangeShapeType="1"/>
            </p:cNvSpPr>
            <p:nvPr/>
          </p:nvSpPr>
          <p:spPr bwMode="auto">
            <a:xfrm>
              <a:off x="2094" y="2266"/>
              <a:ext cx="2960" cy="0"/>
            </a:xfrm>
            <a:prstGeom prst="line">
              <a:avLst/>
            </a:prstGeom>
            <a:noFill/>
            <a:ln w="25400">
              <a:solidFill>
                <a:schemeClr val="tx2"/>
              </a:solidFill>
              <a:round/>
              <a:headEnd/>
              <a:tailEnd/>
            </a:ln>
          </p:spPr>
          <p:txBody>
            <a:bodyPr wrap="none" anchor="ctr"/>
            <a:lstStyle/>
            <a:p>
              <a:endParaRPr lang="en-US">
                <a:latin typeface="Constantia" pitchFamily="18" charset="0"/>
              </a:endParaRPr>
            </a:p>
          </p:txBody>
        </p:sp>
      </p:grpSp>
      <p:sp>
        <p:nvSpPr>
          <p:cNvPr id="21" name="Slide Number Placeholder 5"/>
          <p:cNvSpPr txBox="1">
            <a:spLocks/>
          </p:cNvSpPr>
          <p:nvPr/>
        </p:nvSpPr>
        <p:spPr>
          <a:xfrm>
            <a:off x="8680450" y="6515100"/>
            <a:ext cx="463550" cy="273050"/>
          </a:xfrm>
          <a:prstGeom prst="rect">
            <a:avLst/>
          </a:prstGeom>
          <a:noFill/>
          <a:ln w="9525">
            <a:noFill/>
            <a:miter lim="800000"/>
            <a:headEnd/>
            <a:tailEnd/>
          </a:ln>
        </p:spPr>
        <p:txBody>
          <a:bodyPr anchor="ctr"/>
          <a:ls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pPr algn="r"/>
            <a:r>
              <a:rPr lang="en-US" sz="1000" dirty="0">
                <a:latin typeface="Times New Roman" pitchFamily="18" charset="0"/>
              </a:rPr>
              <a:t>4-</a:t>
            </a:r>
            <a:fld id="{163F98F9-A12C-4B2B-A12D-6C1276507E50}" type="slidenum">
              <a:rPr lang="en-US" sz="1000" smtClean="0">
                <a:latin typeface="Times New Roman" pitchFamily="18" charset="0"/>
              </a:rPr>
              <a:pPr algn="r"/>
              <a:t>16</a:t>
            </a:fld>
            <a:endParaRPr lang="en-US" sz="1000" dirty="0">
              <a:latin typeface="Times New Roman" pitchFamily="18" charset="0"/>
            </a:endParaRPr>
          </a:p>
        </p:txBody>
      </p:sp>
    </p:spTree>
    <p:extLst>
      <p:ext uri="{BB962C8B-B14F-4D97-AF65-F5344CB8AC3E}">
        <p14:creationId xmlns:p14="http://schemas.microsoft.com/office/powerpoint/2010/main" val="1973422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3"/>
          <p:cNvSpPr>
            <a:spLocks noGrp="1" noChangeArrowheads="1"/>
          </p:cNvSpPr>
          <p:nvPr>
            <p:ph type="title"/>
          </p:nvPr>
        </p:nvSpPr>
        <p:spPr>
          <a:xfrm>
            <a:off x="822325" y="533400"/>
            <a:ext cx="7543800" cy="644525"/>
          </a:xfrm>
        </p:spPr>
        <p:txBody>
          <a:bodyPr/>
          <a:lstStyle/>
          <a:p>
            <a:pPr>
              <a:lnSpc>
                <a:spcPct val="90000"/>
              </a:lnSpc>
              <a:defRPr/>
            </a:pPr>
            <a:r>
              <a:rPr lang="en-US" altLang="en-US" dirty="0"/>
              <a:t>The Need for a POHR</a:t>
            </a:r>
            <a:endParaRPr lang="en-US" altLang="en-US" dirty="0">
              <a:ea typeface="+mj-ea"/>
            </a:endParaRPr>
          </a:p>
        </p:txBody>
      </p:sp>
      <p:sp>
        <p:nvSpPr>
          <p:cNvPr id="5" name="Content Placeholder 4"/>
          <p:cNvSpPr>
            <a:spLocks noGrp="1"/>
          </p:cNvSpPr>
          <p:nvPr>
            <p:ph idx="1"/>
          </p:nvPr>
        </p:nvSpPr>
        <p:spPr>
          <a:xfrm>
            <a:off x="822324" y="1447800"/>
            <a:ext cx="7788275" cy="4038600"/>
          </a:xfrm>
        </p:spPr>
        <p:txBody>
          <a:bodyPr/>
          <a:lstStyle/>
          <a:p>
            <a:pPr marL="0" lvl="2" indent="0" eaLnBrk="1" hangingPunct="1">
              <a:buClr>
                <a:srgbClr val="FF0000"/>
              </a:buClr>
              <a:buFont typeface="Times" charset="0"/>
              <a:buNone/>
            </a:pPr>
            <a:r>
              <a:rPr lang="en-US" sz="3200" dirty="0">
                <a:solidFill>
                  <a:schemeClr val="tx1"/>
                </a:solidFill>
                <a:latin typeface="Calibri" charset="0"/>
                <a:cs typeface="Arial" charset="0"/>
              </a:rPr>
              <a:t>Predetermined overhead rates that rely upon estimated data are often used because:</a:t>
            </a:r>
          </a:p>
          <a:p>
            <a:pPr marL="403200" indent="-403200" eaLnBrk="1" hangingPunct="1">
              <a:spcBef>
                <a:spcPts val="1000"/>
              </a:spcBef>
              <a:buClr>
                <a:srgbClr val="C00000"/>
              </a:buClr>
              <a:buFont typeface="Calibri Light" charset="0"/>
              <a:buAutoNum type="arabicPeriod"/>
            </a:pPr>
            <a:r>
              <a:rPr lang="en-US" sz="3200" dirty="0">
                <a:solidFill>
                  <a:schemeClr val="tx1"/>
                </a:solidFill>
                <a:latin typeface="Calibri" charset="0"/>
                <a:cs typeface="Arial" charset="0"/>
              </a:rPr>
              <a:t>Actual overhead for the period is not</a:t>
            </a:r>
            <a:br>
              <a:rPr lang="en-US" sz="3200" dirty="0">
                <a:solidFill>
                  <a:schemeClr val="tx1"/>
                </a:solidFill>
                <a:latin typeface="Calibri" charset="0"/>
                <a:cs typeface="Arial" charset="0"/>
              </a:rPr>
            </a:br>
            <a:r>
              <a:rPr lang="en-US" sz="3200" dirty="0">
                <a:solidFill>
                  <a:schemeClr val="tx1"/>
                </a:solidFill>
                <a:latin typeface="Calibri" charset="0"/>
                <a:cs typeface="Arial" charset="0"/>
              </a:rPr>
              <a:t>known until the end of the period, thus inhibiting the ability to estimate job costs during the period.</a:t>
            </a:r>
          </a:p>
          <a:p>
            <a:pPr marL="403200" indent="-403200" eaLnBrk="1" hangingPunct="1">
              <a:spcBef>
                <a:spcPts val="1000"/>
              </a:spcBef>
              <a:buClr>
                <a:srgbClr val="C00000"/>
              </a:buClr>
              <a:buFont typeface="Calibri Light" charset="0"/>
              <a:buAutoNum type="arabicPeriod"/>
            </a:pPr>
            <a:r>
              <a:rPr lang="en-US" sz="3200" dirty="0">
                <a:solidFill>
                  <a:schemeClr val="tx1"/>
                </a:solidFill>
                <a:latin typeface="Calibri" charset="0"/>
                <a:cs typeface="Arial" charset="0"/>
              </a:rPr>
              <a:t>Actual overhead costs can fluctuate seasonally, thus misleading decision makers.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Learning Objective 2</a:t>
            </a:r>
            <a:endParaRPr lang="en-IN" dirty="0"/>
          </a:p>
        </p:txBody>
      </p:sp>
      <p:sp>
        <p:nvSpPr>
          <p:cNvPr id="3" name="Content Placeholder 2"/>
          <p:cNvSpPr>
            <a:spLocks noGrp="1"/>
          </p:cNvSpPr>
          <p:nvPr>
            <p:ph idx="1"/>
          </p:nvPr>
        </p:nvSpPr>
        <p:spPr>
          <a:xfrm>
            <a:off x="822325" y="1447800"/>
            <a:ext cx="7543800" cy="1219200"/>
          </a:xfrm>
          <a:ln>
            <a:solidFill>
              <a:schemeClr val="tx1"/>
            </a:solidFill>
          </a:ln>
        </p:spPr>
        <p:txBody>
          <a:bodyPr anchor="ctr"/>
          <a:lstStyle/>
          <a:p>
            <a:pPr marL="0" indent="0" algn="ctr">
              <a:buNone/>
            </a:pPr>
            <a:r>
              <a:rPr lang="en-US" sz="3400" b="1" dirty="0">
                <a:solidFill>
                  <a:srgbClr val="000000"/>
                </a:solidFill>
                <a:ea typeface="ＭＳ Ｐゴシック" pitchFamily="34" charset="-128"/>
              </a:rPr>
              <a:t>Apply overhead cost to jobs using a predetermined overhead rate.</a:t>
            </a:r>
          </a:p>
        </p:txBody>
      </p:sp>
    </p:spTree>
    <p:extLst>
      <p:ext uri="{BB962C8B-B14F-4D97-AF65-F5344CB8AC3E}">
        <p14:creationId xmlns:p14="http://schemas.microsoft.com/office/powerpoint/2010/main" val="29487273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Overhead Application Rate</a:t>
            </a:r>
            <a:endParaRPr lang="en-IN" dirty="0"/>
          </a:p>
        </p:txBody>
      </p:sp>
      <p:pic>
        <p:nvPicPr>
          <p:cNvPr id="5" name="Picture 4" descr="Equation for predetermined overhead rate that is found by taking $640,000 estimated total manufacturing overhead and dividing by 160,000 estimated direct labor hours."/>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042196" y="1981201"/>
            <a:ext cx="7059607" cy="1447800"/>
          </a:xfrm>
          <a:prstGeom prst="rect">
            <a:avLst/>
          </a:prstGeom>
        </p:spPr>
      </p:pic>
      <p:sp>
        <p:nvSpPr>
          <p:cNvPr id="4" name="Content Placeholder 3"/>
          <p:cNvSpPr>
            <a:spLocks noGrp="1"/>
          </p:cNvSpPr>
          <p:nvPr>
            <p:ph idx="13"/>
          </p:nvPr>
        </p:nvSpPr>
        <p:spPr>
          <a:xfrm>
            <a:off x="800100" y="4572000"/>
            <a:ext cx="7543800" cy="533400"/>
          </a:xfrm>
        </p:spPr>
        <p:txBody>
          <a:bodyPr/>
          <a:lstStyle/>
          <a:p>
            <a:pPr marL="0" indent="0"/>
            <a:r>
              <a:rPr lang="en-US" sz="2800" b="1" dirty="0">
                <a:solidFill>
                  <a:schemeClr val="tx2"/>
                </a:solidFill>
              </a:rPr>
              <a:t>POHR =  $4.00 per direct labor-hour</a:t>
            </a:r>
          </a:p>
        </p:txBody>
      </p:sp>
    </p:spTree>
    <p:extLst>
      <p:ext uri="{BB962C8B-B14F-4D97-AF65-F5344CB8AC3E}">
        <p14:creationId xmlns:p14="http://schemas.microsoft.com/office/powerpoint/2010/main" val="2826137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Recording Manufacturing Overhead</a:t>
            </a:r>
            <a:endParaRPr lang="en-IN" dirty="0"/>
          </a:p>
        </p:txBody>
      </p:sp>
      <p:pic>
        <p:nvPicPr>
          <p:cNvPr id="7" name="Picture 6" descr="Building on the previous PearCo job cost sheet, this illustration adds data for manufacturing overhead. This is 8 hours (with an arrow back to the 8 hours under direct labor), and rate of $4 and amount of $32. This total amount is repeated under Cost Summary."/>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813412" y="1604882"/>
            <a:ext cx="7720988" cy="4391253"/>
          </a:xfrm>
          <a:prstGeom prst="rect">
            <a:avLst/>
          </a:prstGeom>
        </p:spPr>
      </p:pic>
    </p:spTree>
    <p:extLst>
      <p:ext uri="{BB962C8B-B14F-4D97-AF65-F5344CB8AC3E}">
        <p14:creationId xmlns:p14="http://schemas.microsoft.com/office/powerpoint/2010/main" val="824361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Calculating Total Cost of Job</a:t>
            </a:r>
            <a:endParaRPr lang="en-IN" dirty="0"/>
          </a:p>
        </p:txBody>
      </p:sp>
      <p:pic>
        <p:nvPicPr>
          <p:cNvPr id="3" name="Picture 2" descr="Same job cost sheet except now Total Cost of $268 is filled in under the Cost Summary."/>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14400" y="1371600"/>
            <a:ext cx="7557025" cy="4691421"/>
          </a:xfrm>
          <a:prstGeom prst="rect">
            <a:avLst/>
          </a:prstGeom>
        </p:spPr>
      </p:pic>
    </p:spTree>
    <p:extLst>
      <p:ext uri="{BB962C8B-B14F-4D97-AF65-F5344CB8AC3E}">
        <p14:creationId xmlns:p14="http://schemas.microsoft.com/office/powerpoint/2010/main" val="3392096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Calculating Unit Product Cost</a:t>
            </a:r>
            <a:endParaRPr lang="en-IN" dirty="0"/>
          </a:p>
        </p:txBody>
      </p:sp>
      <p:pic>
        <p:nvPicPr>
          <p:cNvPr id="3" name="Picture 2" descr="Again, same PearCo job cost sheet that we've been building on and this one adds the data for unit product cost of $134 below Cost Summary headi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14400" y="1371600"/>
            <a:ext cx="7557025" cy="4691421"/>
          </a:xfrm>
          <a:prstGeom prst="rect">
            <a:avLst/>
          </a:prstGeom>
        </p:spPr>
      </p:pic>
    </p:spTree>
    <p:extLst>
      <p:ext uri="{BB962C8B-B14F-4D97-AF65-F5344CB8AC3E}">
        <p14:creationId xmlns:p14="http://schemas.microsoft.com/office/powerpoint/2010/main" val="32870392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Quick Check </a:t>
            </a:r>
            <a:r>
              <a:rPr lang="en-US" altLang="en-US" dirty="0">
                <a:sym typeface="Wingdings" panose="05000000000000000000" pitchFamily="2" charset="2"/>
              </a:rPr>
              <a:t>1</a:t>
            </a:r>
            <a:endParaRPr lang="en-IN" dirty="0"/>
          </a:p>
        </p:txBody>
      </p:sp>
      <p:sp>
        <p:nvSpPr>
          <p:cNvPr id="3" name="Content Placeholder 2"/>
          <p:cNvSpPr>
            <a:spLocks noGrp="1"/>
          </p:cNvSpPr>
          <p:nvPr>
            <p:ph idx="1"/>
          </p:nvPr>
        </p:nvSpPr>
        <p:spPr/>
        <p:txBody>
          <a:bodyPr/>
          <a:lstStyle/>
          <a:p>
            <a:pPr marL="0" indent="0" eaLnBrk="1" hangingPunct="1">
              <a:spcBef>
                <a:spcPts val="600"/>
              </a:spcBef>
              <a:buClr>
                <a:schemeClr val="accent1"/>
              </a:buClr>
              <a:buSzPct val="76000"/>
              <a:buFont typeface="Times" charset="0"/>
              <a:buNone/>
            </a:pPr>
            <a:r>
              <a:rPr lang="en-US" sz="2600" dirty="0">
                <a:solidFill>
                  <a:schemeClr val="tx1"/>
                </a:solidFill>
              </a:rPr>
              <a:t>Job WR53 at NW Fab, Inc. required $200 of direct materials and 10 direct labor hours at $15 per hour. Estimated total overhead for the year was $760,000 and estimated direct labor hours were 20,000. What would be recorded as the cost of job WR53?</a:t>
            </a:r>
          </a:p>
          <a:p>
            <a:pPr eaLnBrk="1" hangingPunct="1">
              <a:spcBef>
                <a:spcPts val="600"/>
              </a:spcBef>
              <a:buClr>
                <a:schemeClr val="accent1"/>
              </a:buClr>
              <a:buSzPct val="76000"/>
              <a:buFont typeface="Times" charset="0"/>
              <a:buNone/>
            </a:pPr>
            <a:r>
              <a:rPr lang="en-US" sz="3000" dirty="0">
                <a:solidFill>
                  <a:schemeClr val="tx1"/>
                </a:solidFill>
              </a:rPr>
              <a:t>a. $200.</a:t>
            </a:r>
          </a:p>
          <a:p>
            <a:pPr eaLnBrk="1" hangingPunct="1">
              <a:spcBef>
                <a:spcPts val="600"/>
              </a:spcBef>
              <a:buClr>
                <a:schemeClr val="accent1"/>
              </a:buClr>
              <a:buSzPct val="76000"/>
              <a:buFont typeface="Times" charset="0"/>
              <a:buNone/>
            </a:pPr>
            <a:r>
              <a:rPr lang="en-US" sz="3000" dirty="0">
                <a:solidFill>
                  <a:schemeClr val="tx1"/>
                </a:solidFill>
              </a:rPr>
              <a:t>b. $350.</a:t>
            </a:r>
          </a:p>
          <a:p>
            <a:pPr eaLnBrk="1" hangingPunct="1">
              <a:spcBef>
                <a:spcPts val="600"/>
              </a:spcBef>
              <a:buClr>
                <a:schemeClr val="accent1"/>
              </a:buClr>
              <a:buSzPct val="76000"/>
              <a:buFont typeface="Times" charset="0"/>
              <a:buNone/>
            </a:pPr>
            <a:r>
              <a:rPr lang="en-US" sz="3000" dirty="0">
                <a:solidFill>
                  <a:schemeClr val="tx1"/>
                </a:solidFill>
              </a:rPr>
              <a:t>c. $380.</a:t>
            </a:r>
          </a:p>
          <a:p>
            <a:pPr eaLnBrk="1" hangingPunct="1">
              <a:spcBef>
                <a:spcPts val="600"/>
              </a:spcBef>
              <a:buClr>
                <a:schemeClr val="accent1"/>
              </a:buClr>
              <a:buSzPct val="76000"/>
              <a:buFont typeface="Times" charset="0"/>
              <a:buNone/>
            </a:pPr>
            <a:r>
              <a:rPr lang="en-US" sz="3000" dirty="0">
                <a:solidFill>
                  <a:schemeClr val="tx1"/>
                </a:solidFill>
              </a:rPr>
              <a:t>d. $730.</a:t>
            </a:r>
          </a:p>
        </p:txBody>
      </p:sp>
    </p:spTree>
    <p:extLst>
      <p:ext uri="{BB962C8B-B14F-4D97-AF65-F5344CB8AC3E}">
        <p14:creationId xmlns:p14="http://schemas.microsoft.com/office/powerpoint/2010/main" val="15740678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Quick Check </a:t>
            </a:r>
            <a:r>
              <a:rPr lang="en-US" altLang="en-US" dirty="0">
                <a:sym typeface="Wingdings" panose="05000000000000000000" pitchFamily="2" charset="2"/>
              </a:rPr>
              <a:t>1a</a:t>
            </a:r>
            <a:endParaRPr lang="en-IN" dirty="0"/>
          </a:p>
        </p:txBody>
      </p:sp>
      <p:sp>
        <p:nvSpPr>
          <p:cNvPr id="3" name="Content Placeholder 2"/>
          <p:cNvSpPr>
            <a:spLocks noGrp="1"/>
          </p:cNvSpPr>
          <p:nvPr>
            <p:ph idx="1"/>
          </p:nvPr>
        </p:nvSpPr>
        <p:spPr>
          <a:xfrm>
            <a:off x="822325" y="1447800"/>
            <a:ext cx="7543800" cy="4038600"/>
          </a:xfrm>
        </p:spPr>
        <p:txBody>
          <a:bodyPr/>
          <a:lstStyle/>
          <a:p>
            <a:pPr marL="0" indent="0" eaLnBrk="1" hangingPunct="1">
              <a:spcBef>
                <a:spcPts val="600"/>
              </a:spcBef>
              <a:buClr>
                <a:schemeClr val="accent1"/>
              </a:buClr>
              <a:buSzPct val="76000"/>
              <a:buFont typeface="Times" charset="0"/>
              <a:buNone/>
            </a:pPr>
            <a:r>
              <a:rPr lang="en-US" sz="2600" dirty="0">
                <a:solidFill>
                  <a:schemeClr val="tx1"/>
                </a:solidFill>
              </a:rPr>
              <a:t>Job WR53 at NW Fab, Inc. required $200 of direct materials and 10 direct labor hours at $15 per hour. Estimated total overhead for the year was $760,000 and estimated direct labor hours were 20,000. What would be recorded as the cost of job WR53?</a:t>
            </a:r>
          </a:p>
          <a:p>
            <a:pPr eaLnBrk="1" hangingPunct="1">
              <a:spcBef>
                <a:spcPts val="600"/>
              </a:spcBef>
              <a:buClr>
                <a:schemeClr val="accent1"/>
              </a:buClr>
              <a:buSzPct val="76000"/>
              <a:buFont typeface="Times" charset="0"/>
              <a:buNone/>
            </a:pPr>
            <a:r>
              <a:rPr lang="en-US" sz="3000" dirty="0">
                <a:solidFill>
                  <a:schemeClr val="tx1"/>
                </a:solidFill>
              </a:rPr>
              <a:t>a. $200.</a:t>
            </a:r>
          </a:p>
          <a:p>
            <a:pPr eaLnBrk="1" hangingPunct="1">
              <a:spcBef>
                <a:spcPts val="600"/>
              </a:spcBef>
              <a:buClr>
                <a:schemeClr val="accent1"/>
              </a:buClr>
              <a:buSzPct val="76000"/>
              <a:buFont typeface="Times" charset="0"/>
              <a:buNone/>
            </a:pPr>
            <a:r>
              <a:rPr lang="en-US" sz="3000" dirty="0">
                <a:solidFill>
                  <a:schemeClr val="tx1"/>
                </a:solidFill>
              </a:rPr>
              <a:t>b. $350.</a:t>
            </a:r>
          </a:p>
          <a:p>
            <a:pPr eaLnBrk="1" hangingPunct="1">
              <a:spcBef>
                <a:spcPts val="600"/>
              </a:spcBef>
              <a:buClr>
                <a:schemeClr val="accent1"/>
              </a:buClr>
              <a:buSzPct val="76000"/>
              <a:buFont typeface="Times" charset="0"/>
              <a:buNone/>
            </a:pPr>
            <a:r>
              <a:rPr lang="en-US" sz="3000" dirty="0">
                <a:solidFill>
                  <a:schemeClr val="tx1"/>
                </a:solidFill>
              </a:rPr>
              <a:t>c. $380.</a:t>
            </a:r>
          </a:p>
          <a:p>
            <a:pPr eaLnBrk="1" hangingPunct="1">
              <a:spcBef>
                <a:spcPts val="600"/>
              </a:spcBef>
              <a:buClr>
                <a:schemeClr val="accent1"/>
              </a:buClr>
              <a:buSzPct val="76000"/>
              <a:buFont typeface="Times" charset="0"/>
              <a:buNone/>
            </a:pPr>
            <a:r>
              <a:rPr lang="en-US" sz="3000" dirty="0">
                <a:solidFill>
                  <a:schemeClr val="tx1"/>
                </a:solidFill>
              </a:rPr>
              <a:t>d. Answer: $730.</a:t>
            </a:r>
          </a:p>
        </p:txBody>
      </p:sp>
      <p:pic>
        <p:nvPicPr>
          <p:cNvPr id="4" name="Picture 3" descr="Table showing supporting calculations to the answer of total cost of $730."/>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4114800" y="4114800"/>
            <a:ext cx="4423894" cy="1485939"/>
          </a:xfrm>
          <a:prstGeom prst="rect">
            <a:avLst/>
          </a:prstGeom>
        </p:spPr>
      </p:pic>
      <p:sp>
        <p:nvSpPr>
          <p:cNvPr id="5" name="Content Placeholder 4"/>
          <p:cNvSpPr txBox="1">
            <a:spLocks/>
          </p:cNvSpPr>
          <p:nvPr/>
        </p:nvSpPr>
        <p:spPr bwMode="auto">
          <a:xfrm>
            <a:off x="838200" y="5943600"/>
            <a:ext cx="7543800" cy="228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45720" rIns="0" bIns="45720" numCol="1" anchor="t" anchorCtr="0" compatLnSpc="1">
            <a:prstTxWarp prst="textNoShape">
              <a:avLst/>
            </a:prstTxWarp>
          </a:bodyPr>
          <a:lstStyle>
            <a:lvl1pPr marL="90488" indent="-90488" algn="l" rtl="0" eaLnBrk="0" fontAlgn="base" hangingPunct="0">
              <a:lnSpc>
                <a:spcPct val="90000"/>
              </a:lnSpc>
              <a:spcBef>
                <a:spcPts val="1200"/>
              </a:spcBef>
              <a:spcAft>
                <a:spcPts val="200"/>
              </a:spcAft>
              <a:buClr>
                <a:schemeClr val="accent1"/>
              </a:buClr>
              <a:buSzPct val="100000"/>
              <a:buFont typeface="Calibri" charset="0"/>
              <a:buChar char=" "/>
              <a:defRPr sz="2000" kern="1200">
                <a:solidFill>
                  <a:srgbClr val="404040"/>
                </a:solidFill>
                <a:latin typeface="+mn-lt"/>
                <a:ea typeface="ＭＳ Ｐゴシック" charset="0"/>
                <a:cs typeface="+mn-cs"/>
              </a:defRPr>
            </a:lvl1pPr>
            <a:lvl2pPr marL="382588" indent="-182563" algn="l" rtl="0" eaLnBrk="0" fontAlgn="base" hangingPunct="0">
              <a:lnSpc>
                <a:spcPct val="90000"/>
              </a:lnSpc>
              <a:spcBef>
                <a:spcPts val="200"/>
              </a:spcBef>
              <a:spcAft>
                <a:spcPts val="400"/>
              </a:spcAft>
              <a:buClr>
                <a:schemeClr val="accent1"/>
              </a:buClr>
              <a:buFont typeface="Calibri" charset="0"/>
              <a:buChar char="◦"/>
              <a:defRPr kern="1200">
                <a:solidFill>
                  <a:srgbClr val="404040"/>
                </a:solidFill>
                <a:latin typeface="+mn-lt"/>
                <a:ea typeface="ＭＳ Ｐゴシック" charset="0"/>
                <a:cs typeface="+mn-cs"/>
              </a:defRPr>
            </a:lvl2pPr>
            <a:lvl3pPr marL="566738" indent="-182563" algn="l" rtl="0" eaLnBrk="0" fontAlgn="base" hangingPunct="0">
              <a:lnSpc>
                <a:spcPct val="90000"/>
              </a:lnSpc>
              <a:spcBef>
                <a:spcPts val="200"/>
              </a:spcBef>
              <a:spcAft>
                <a:spcPts val="400"/>
              </a:spcAft>
              <a:buClr>
                <a:schemeClr val="accent1"/>
              </a:buClr>
              <a:buFont typeface="Calibri" charset="0"/>
              <a:buChar char="◦"/>
              <a:defRPr sz="1400" kern="1200">
                <a:solidFill>
                  <a:srgbClr val="404040"/>
                </a:solidFill>
                <a:latin typeface="+mn-lt"/>
                <a:ea typeface="ＭＳ Ｐゴシック" charset="0"/>
                <a:cs typeface="+mn-cs"/>
              </a:defRPr>
            </a:lvl3pPr>
            <a:lvl4pPr marL="749300" indent="-182563" algn="l" rtl="0" eaLnBrk="0" fontAlgn="base" hangingPunct="0">
              <a:lnSpc>
                <a:spcPct val="90000"/>
              </a:lnSpc>
              <a:spcBef>
                <a:spcPts val="200"/>
              </a:spcBef>
              <a:spcAft>
                <a:spcPts val="400"/>
              </a:spcAft>
              <a:buClr>
                <a:schemeClr val="accent1"/>
              </a:buClr>
              <a:buFont typeface="Calibri" charset="0"/>
              <a:buChar char="◦"/>
              <a:defRPr sz="1400" kern="1200">
                <a:solidFill>
                  <a:srgbClr val="404040"/>
                </a:solidFill>
                <a:latin typeface="+mn-lt"/>
                <a:ea typeface="ＭＳ Ｐゴシック" charset="0"/>
                <a:cs typeface="+mn-cs"/>
              </a:defRPr>
            </a:lvl4pPr>
            <a:lvl5pPr marL="931863" indent="-182563" algn="l" rtl="0" eaLnBrk="0" fontAlgn="base" hangingPunct="0">
              <a:lnSpc>
                <a:spcPct val="90000"/>
              </a:lnSpc>
              <a:spcBef>
                <a:spcPts val="200"/>
              </a:spcBef>
              <a:spcAft>
                <a:spcPts val="400"/>
              </a:spcAft>
              <a:buClr>
                <a:schemeClr val="accent1"/>
              </a:buClr>
              <a:buFont typeface="Calibri" charset="0"/>
              <a:buChar char="◦"/>
              <a:defRPr sz="1400" kern="1200">
                <a:solidFill>
                  <a:srgbClr val="404040"/>
                </a:solidFill>
                <a:latin typeface="+mn-lt"/>
                <a:ea typeface="ＭＳ Ｐゴシック" charset="0"/>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lgn="ctr"/>
            <a:r>
              <a:rPr lang="en-IN" sz="900" dirty="0">
                <a:solidFill>
                  <a:schemeClr val="tx1"/>
                </a:solidFill>
                <a:hlinkClick r:id="" action="ppaction://noaction"/>
              </a:rPr>
              <a:t>Access the text alternative for slide images.</a:t>
            </a:r>
            <a:endParaRPr lang="en-IN" sz="900" dirty="0">
              <a:solidFill>
                <a:schemeClr val="tx1"/>
              </a:solidFill>
            </a:endParaRPr>
          </a:p>
        </p:txBody>
      </p:sp>
    </p:spTree>
    <p:extLst>
      <p:ext uri="{BB962C8B-B14F-4D97-AF65-F5344CB8AC3E}">
        <p14:creationId xmlns:p14="http://schemas.microsoft.com/office/powerpoint/2010/main" val="26728109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000000"/>
                </a:solidFill>
                <a:latin typeface="+mn-lt"/>
              </a:rPr>
              <a:t>Job-Order Costing – A Managerial Perspective – Part 1</a:t>
            </a:r>
            <a:endParaRPr lang="en-IN" dirty="0">
              <a:latin typeface="+mn-lt"/>
            </a:endParaRPr>
          </a:p>
        </p:txBody>
      </p:sp>
      <p:sp>
        <p:nvSpPr>
          <p:cNvPr id="3" name="Content Placeholder 2"/>
          <p:cNvSpPr>
            <a:spLocks noGrp="1"/>
          </p:cNvSpPr>
          <p:nvPr>
            <p:ph idx="1"/>
          </p:nvPr>
        </p:nvSpPr>
        <p:spPr/>
        <p:txBody>
          <a:bodyPr/>
          <a:lstStyle/>
          <a:p>
            <a:pPr marL="0" lvl="1" indent="0">
              <a:buNone/>
            </a:pPr>
            <a:r>
              <a:rPr lang="en-US" sz="3200" b="1" dirty="0">
                <a:solidFill>
                  <a:schemeClr val="tx1"/>
                </a:solidFill>
                <a:latin typeface="+mn-lt"/>
                <a:cs typeface="Arial" charset="0"/>
              </a:rPr>
              <a:t>Inaccurately assigning</a:t>
            </a:r>
            <a:r>
              <a:rPr lang="en-US" sz="3200" dirty="0">
                <a:solidFill>
                  <a:schemeClr val="tx1"/>
                </a:solidFill>
                <a:latin typeface="+mn-lt"/>
                <a:cs typeface="Arial" charset="0"/>
              </a:rPr>
              <a:t> manufacturing costs to jobs adversely influences planning and decisions made by managers.</a:t>
            </a:r>
            <a:endParaRPr lang="en-US" sz="3200" b="1" dirty="0">
              <a:solidFill>
                <a:schemeClr val="tx1"/>
              </a:solidFill>
              <a:latin typeface="+mn-lt"/>
              <a:cs typeface="Arial" charset="0"/>
            </a:endParaRPr>
          </a:p>
          <a:p>
            <a:pPr marL="403200" lvl="1" indent="-403200">
              <a:buClr>
                <a:schemeClr val="tx1"/>
              </a:buClr>
              <a:buFont typeface="+mj-lt"/>
              <a:buAutoNum type="arabicPeriod"/>
            </a:pPr>
            <a:r>
              <a:rPr lang="en-US" sz="2800" dirty="0">
                <a:solidFill>
                  <a:schemeClr val="tx1"/>
                </a:solidFill>
                <a:latin typeface="+mn-lt"/>
                <a:cs typeface="Arial" charset="0"/>
              </a:rPr>
              <a:t>Job-order costing systems can accurately trace </a:t>
            </a:r>
            <a:r>
              <a:rPr lang="en-US" sz="2800" b="1" i="1" dirty="0">
                <a:solidFill>
                  <a:schemeClr val="tx1"/>
                </a:solidFill>
                <a:latin typeface="+mn-lt"/>
                <a:cs typeface="Arial" charset="0"/>
              </a:rPr>
              <a:t>direct</a:t>
            </a:r>
            <a:r>
              <a:rPr lang="en-US" sz="2800" b="1" dirty="0">
                <a:solidFill>
                  <a:schemeClr val="tx1"/>
                </a:solidFill>
                <a:latin typeface="+mn-lt"/>
                <a:cs typeface="Arial" charset="0"/>
              </a:rPr>
              <a:t> </a:t>
            </a:r>
            <a:r>
              <a:rPr lang="en-US" sz="2800" dirty="0">
                <a:solidFill>
                  <a:schemeClr val="tx1"/>
                </a:solidFill>
                <a:latin typeface="+mn-lt"/>
                <a:cs typeface="Arial" charset="0"/>
              </a:rPr>
              <a:t>materials and </a:t>
            </a:r>
            <a:r>
              <a:rPr lang="en-US" sz="2800" b="1" i="1" dirty="0">
                <a:solidFill>
                  <a:schemeClr val="tx1"/>
                </a:solidFill>
                <a:latin typeface="+mn-lt"/>
                <a:cs typeface="Arial" charset="0"/>
              </a:rPr>
              <a:t>direct</a:t>
            </a:r>
            <a:r>
              <a:rPr lang="en-US" sz="2800" b="1" dirty="0">
                <a:solidFill>
                  <a:schemeClr val="tx1"/>
                </a:solidFill>
                <a:latin typeface="+mn-lt"/>
                <a:cs typeface="Arial" charset="0"/>
              </a:rPr>
              <a:t> </a:t>
            </a:r>
            <a:r>
              <a:rPr lang="en-US" sz="2800" dirty="0">
                <a:solidFill>
                  <a:schemeClr val="tx1"/>
                </a:solidFill>
                <a:latin typeface="+mn-lt"/>
                <a:cs typeface="Arial" charset="0"/>
              </a:rPr>
              <a:t>labor costs to jobs.</a:t>
            </a:r>
          </a:p>
          <a:p>
            <a:pPr marL="403200" lvl="1" indent="-403200">
              <a:buClr>
                <a:schemeClr val="tx1"/>
              </a:buClr>
              <a:buFont typeface="+mj-lt"/>
              <a:buAutoNum type="arabicPeriod"/>
            </a:pPr>
            <a:r>
              <a:rPr lang="en-US" sz="2800" dirty="0">
                <a:solidFill>
                  <a:schemeClr val="tx1"/>
                </a:solidFill>
                <a:latin typeface="+mn-lt"/>
                <a:cs typeface="Arial" charset="0"/>
              </a:rPr>
              <a:t>Job-order costing systems often fail to accurately allocate the manufacturing overhead costs used during the production process to their respective jobs.</a:t>
            </a:r>
            <a:endParaRPr lang="en-US" sz="2800" b="1" dirty="0">
              <a:solidFill>
                <a:schemeClr val="tx1"/>
              </a:solidFill>
              <a:latin typeface="+mn-lt"/>
              <a:cs typeface="Arial" charset="0"/>
            </a:endParaRPr>
          </a:p>
        </p:txBody>
      </p:sp>
    </p:spTree>
    <p:extLst>
      <p:ext uri="{BB962C8B-B14F-4D97-AF65-F5344CB8AC3E}">
        <p14:creationId xmlns:p14="http://schemas.microsoft.com/office/powerpoint/2010/main" val="34718694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mn-lt"/>
              </a:rPr>
              <a:t>Job-Order Costing – A Managerial Perspective – Part 2</a:t>
            </a:r>
            <a:endParaRPr lang="en-IN" dirty="0">
              <a:latin typeface="+mn-lt"/>
            </a:endParaRPr>
          </a:p>
        </p:txBody>
      </p:sp>
      <p:sp>
        <p:nvSpPr>
          <p:cNvPr id="3" name="Content Placeholder 2"/>
          <p:cNvSpPr>
            <a:spLocks noGrp="1"/>
          </p:cNvSpPr>
          <p:nvPr>
            <p:ph idx="1"/>
          </p:nvPr>
        </p:nvSpPr>
        <p:spPr>
          <a:xfrm>
            <a:off x="822325" y="1447800"/>
            <a:ext cx="7543800" cy="2057400"/>
          </a:xfrm>
        </p:spPr>
        <p:txBody>
          <a:bodyPr/>
          <a:lstStyle/>
          <a:p>
            <a:pPr marL="0" lvl="1" indent="0" algn="ctr">
              <a:buNone/>
            </a:pPr>
            <a:r>
              <a:rPr lang="en-US" sz="2600" b="1" dirty="0">
                <a:solidFill>
                  <a:schemeClr val="tx1"/>
                </a:solidFill>
                <a:latin typeface="+mn-lt"/>
                <a:cs typeface="Arial" charset="0"/>
              </a:rPr>
              <a:t>Choosing an Allocation Base</a:t>
            </a:r>
          </a:p>
          <a:p>
            <a:pPr marL="0" lvl="1" indent="0">
              <a:buNone/>
            </a:pPr>
            <a:r>
              <a:rPr lang="en-US" sz="2200" dirty="0">
                <a:solidFill>
                  <a:schemeClr val="tx1"/>
                </a:solidFill>
                <a:latin typeface="+mn-lt"/>
                <a:cs typeface="Arial" charset="0"/>
              </a:rPr>
              <a:t>Job-order costing systems often use allocation bases that do not reflect how jobs actually use overhead resources. The allocation base in the predetermined overhead rate must </a:t>
            </a:r>
            <a:r>
              <a:rPr lang="en-US" sz="2200" b="1" dirty="0">
                <a:solidFill>
                  <a:schemeClr val="tx1"/>
                </a:solidFill>
                <a:latin typeface="+mn-lt"/>
                <a:cs typeface="Arial" charset="0"/>
              </a:rPr>
              <a:t>drive</a:t>
            </a:r>
            <a:r>
              <a:rPr lang="en-US" sz="2200" dirty="0">
                <a:solidFill>
                  <a:schemeClr val="tx1"/>
                </a:solidFill>
                <a:latin typeface="+mn-lt"/>
                <a:cs typeface="Arial" charset="0"/>
              </a:rPr>
              <a:t> the overhead cost to improve job cost accuracy. A </a:t>
            </a:r>
            <a:r>
              <a:rPr lang="en-US" sz="2200" b="1" dirty="0">
                <a:solidFill>
                  <a:schemeClr val="tx1"/>
                </a:solidFill>
                <a:latin typeface="+mn-lt"/>
                <a:cs typeface="Arial" charset="0"/>
              </a:rPr>
              <a:t>cost driver</a:t>
            </a:r>
            <a:r>
              <a:rPr lang="en-US" sz="2200" dirty="0">
                <a:solidFill>
                  <a:schemeClr val="tx1"/>
                </a:solidFill>
                <a:latin typeface="+mn-lt"/>
                <a:cs typeface="Arial" charset="0"/>
              </a:rPr>
              <a:t> is a factor that causes overhead costs.</a:t>
            </a:r>
            <a:endParaRPr lang="en-US" sz="2200" b="1" dirty="0">
              <a:solidFill>
                <a:schemeClr val="tx1"/>
              </a:solidFill>
              <a:latin typeface="+mn-lt"/>
              <a:cs typeface="Arial" charset="0"/>
            </a:endParaRPr>
          </a:p>
        </p:txBody>
      </p:sp>
      <p:sp>
        <p:nvSpPr>
          <p:cNvPr id="4" name="Content Placeholder 3"/>
          <p:cNvSpPr>
            <a:spLocks noGrp="1"/>
          </p:cNvSpPr>
          <p:nvPr>
            <p:ph idx="13"/>
          </p:nvPr>
        </p:nvSpPr>
        <p:spPr>
          <a:xfrm>
            <a:off x="822325" y="3657600"/>
            <a:ext cx="7543800" cy="2590800"/>
          </a:xfrm>
        </p:spPr>
        <p:txBody>
          <a:bodyPr/>
          <a:lstStyle/>
          <a:p>
            <a:pPr marL="0" lvl="1" indent="0">
              <a:buNone/>
            </a:pPr>
            <a:r>
              <a:rPr lang="en-US" sz="2000" dirty="0">
                <a:solidFill>
                  <a:schemeClr val="tx1"/>
                </a:solidFill>
                <a:latin typeface="+mn-lt"/>
                <a:ea typeface="MS PGothic" charset="0"/>
                <a:cs typeface="Arial" charset="0"/>
              </a:rPr>
              <a:t>Many companies use a single predetermined </a:t>
            </a:r>
            <a:r>
              <a:rPr lang="en-US" sz="2000" b="1" dirty="0">
                <a:solidFill>
                  <a:schemeClr val="tx1"/>
                </a:solidFill>
                <a:latin typeface="+mn-lt"/>
                <a:ea typeface="MS PGothic" charset="0"/>
                <a:cs typeface="Arial" charset="0"/>
              </a:rPr>
              <a:t>plantwide overhead rate</a:t>
            </a:r>
            <a:r>
              <a:rPr lang="en-US" sz="2000" dirty="0">
                <a:solidFill>
                  <a:schemeClr val="tx1"/>
                </a:solidFill>
                <a:latin typeface="+mn-lt"/>
                <a:ea typeface="MS PGothic" charset="0"/>
                <a:cs typeface="Arial" charset="0"/>
              </a:rPr>
              <a:t> to allocate all manufacturing overhead costs to jobs based on their usage of direct-labor hours.</a:t>
            </a:r>
          </a:p>
          <a:p>
            <a:pPr marL="403200" lvl="1" indent="-403200">
              <a:spcBef>
                <a:spcPts val="1000"/>
              </a:spcBef>
              <a:buClr>
                <a:schemeClr val="tx1"/>
              </a:buClr>
              <a:buFont typeface="Calibri Light" charset="0"/>
              <a:buAutoNum type="arabicPeriod"/>
            </a:pPr>
            <a:r>
              <a:rPr lang="en-US" sz="2000" dirty="0">
                <a:solidFill>
                  <a:schemeClr val="tx1"/>
                </a:solidFill>
                <a:latin typeface="+mn-lt"/>
                <a:ea typeface="MS PGothic" charset="0"/>
                <a:cs typeface="Arial" charset="0"/>
              </a:rPr>
              <a:t>It is often </a:t>
            </a:r>
            <a:r>
              <a:rPr lang="en-US" sz="2000" b="1" dirty="0">
                <a:solidFill>
                  <a:schemeClr val="tx1"/>
                </a:solidFill>
                <a:latin typeface="+mn-lt"/>
                <a:ea typeface="MS PGothic" charset="0"/>
                <a:cs typeface="Arial" charset="0"/>
              </a:rPr>
              <a:t>overly simplistic</a:t>
            </a:r>
            <a:r>
              <a:rPr lang="en-US" sz="2000" dirty="0">
                <a:solidFill>
                  <a:schemeClr val="tx1"/>
                </a:solidFill>
                <a:latin typeface="+mn-lt"/>
                <a:ea typeface="MS PGothic" charset="0"/>
                <a:cs typeface="Arial" charset="0"/>
              </a:rPr>
              <a:t> and incorrect to assume that direct-labor hours is a company’s </a:t>
            </a:r>
            <a:r>
              <a:rPr lang="en-US" sz="2000" i="1" dirty="0">
                <a:solidFill>
                  <a:schemeClr val="tx1"/>
                </a:solidFill>
                <a:latin typeface="+mn-lt"/>
                <a:ea typeface="MS PGothic" charset="0"/>
                <a:cs typeface="Arial" charset="0"/>
              </a:rPr>
              <a:t>only</a:t>
            </a:r>
            <a:r>
              <a:rPr lang="en-US" sz="2000" dirty="0">
                <a:solidFill>
                  <a:schemeClr val="tx1"/>
                </a:solidFill>
                <a:latin typeface="+mn-lt"/>
                <a:ea typeface="MS PGothic" charset="0"/>
                <a:cs typeface="Arial" charset="0"/>
              </a:rPr>
              <a:t> manufacturing overhead cost driver.</a:t>
            </a:r>
            <a:endParaRPr lang="en-US" sz="2000" b="1" dirty="0">
              <a:solidFill>
                <a:schemeClr val="tx1"/>
              </a:solidFill>
              <a:latin typeface="+mn-lt"/>
              <a:ea typeface="MS PGothic" charset="0"/>
              <a:cs typeface="Arial" charset="0"/>
            </a:endParaRPr>
          </a:p>
          <a:p>
            <a:pPr marL="403200" lvl="1" indent="-403200">
              <a:spcBef>
                <a:spcPts val="1000"/>
              </a:spcBef>
              <a:buClr>
                <a:schemeClr val="tx1"/>
              </a:buClr>
              <a:buFont typeface="Calibri Light" charset="0"/>
              <a:buAutoNum type="arabicPeriod"/>
            </a:pPr>
            <a:r>
              <a:rPr lang="en-US" sz="2000" dirty="0">
                <a:solidFill>
                  <a:schemeClr val="tx1"/>
                </a:solidFill>
                <a:latin typeface="+mn-lt"/>
                <a:ea typeface="MS PGothic" charset="0"/>
                <a:cs typeface="Arial" charset="0"/>
              </a:rPr>
              <a:t>If more than one overhead cost driver can be identified, job cost accuracy is improved by using </a:t>
            </a:r>
            <a:r>
              <a:rPr lang="en-US" sz="2000" b="1" dirty="0">
                <a:solidFill>
                  <a:schemeClr val="tx1"/>
                </a:solidFill>
                <a:latin typeface="+mn-lt"/>
                <a:ea typeface="MS PGothic" charset="0"/>
                <a:cs typeface="Arial" charset="0"/>
              </a:rPr>
              <a:t>multiple predetermined overhead rates</a:t>
            </a:r>
            <a:r>
              <a:rPr lang="en-US" sz="2000" dirty="0">
                <a:solidFill>
                  <a:schemeClr val="tx1"/>
                </a:solidFill>
                <a:latin typeface="+mn-lt"/>
                <a:ea typeface="MS PGothic" charset="0"/>
                <a:cs typeface="Arial" charset="0"/>
              </a:rPr>
              <a:t>.</a:t>
            </a:r>
            <a:endParaRPr lang="en-US" sz="2000" b="1" dirty="0">
              <a:solidFill>
                <a:schemeClr val="tx1"/>
              </a:solidFill>
              <a:latin typeface="+mn-lt"/>
              <a:ea typeface="MS PGothic" charset="0"/>
              <a:cs typeface="Arial" charset="0"/>
            </a:endParaRPr>
          </a:p>
        </p:txBody>
      </p:sp>
    </p:spTree>
    <p:extLst>
      <p:ext uri="{BB962C8B-B14F-4D97-AF65-F5344CB8AC3E}">
        <p14:creationId xmlns:p14="http://schemas.microsoft.com/office/powerpoint/2010/main" val="348610930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solidFill>
                  <a:srgbClr val="000000"/>
                </a:solidFill>
              </a:rPr>
              <a:t>Job-Order Costing for Financial Statements to External Parties</a:t>
            </a:r>
            <a:endParaRPr lang="en-IN" dirty="0"/>
          </a:p>
        </p:txBody>
      </p:sp>
      <p:sp>
        <p:nvSpPr>
          <p:cNvPr id="3" name="Content Placeholder 2"/>
          <p:cNvSpPr>
            <a:spLocks noGrp="1"/>
          </p:cNvSpPr>
          <p:nvPr>
            <p:ph idx="1"/>
          </p:nvPr>
        </p:nvSpPr>
        <p:spPr>
          <a:xfrm>
            <a:off x="822325" y="1447800"/>
            <a:ext cx="7543800" cy="4191000"/>
          </a:xfrm>
        </p:spPr>
        <p:txBody>
          <a:bodyPr/>
          <a:lstStyle/>
          <a:p>
            <a:r>
              <a:rPr lang="en-US" sz="2800" dirty="0">
                <a:solidFill>
                  <a:schemeClr val="tx1"/>
                </a:solidFill>
                <a:latin typeface="Calibri" charset="0"/>
              </a:rPr>
              <a:t>The amount of overhead applied to all jobs during a period will differ from the actual amount of overhead costs incurred during the period.</a:t>
            </a:r>
          </a:p>
          <a:p>
            <a:pPr marL="403200" indent="-403200">
              <a:buClr>
                <a:schemeClr val="tx1"/>
              </a:buClr>
              <a:buFont typeface="+mj-lt"/>
              <a:buAutoNum type="arabicPeriod"/>
            </a:pPr>
            <a:r>
              <a:rPr lang="en-US" sz="2800" dirty="0">
                <a:solidFill>
                  <a:schemeClr val="tx1"/>
                </a:solidFill>
                <a:latin typeface="Calibri" charset="0"/>
              </a:rPr>
              <a:t>When a company applies less overhead to production than it actually incurs, it creates what is known as </a:t>
            </a:r>
            <a:r>
              <a:rPr lang="en-US" sz="2800" dirty="0">
                <a:solidFill>
                  <a:srgbClr val="C00000"/>
                </a:solidFill>
                <a:latin typeface="Calibri" charset="0"/>
              </a:rPr>
              <a:t>underapplied</a:t>
            </a:r>
            <a:r>
              <a:rPr lang="en-US" sz="2800" dirty="0">
                <a:latin typeface="Calibri" charset="0"/>
              </a:rPr>
              <a:t> </a:t>
            </a:r>
            <a:r>
              <a:rPr lang="en-US" sz="2800" dirty="0">
                <a:solidFill>
                  <a:schemeClr val="tx1"/>
                </a:solidFill>
                <a:latin typeface="Calibri" charset="0"/>
              </a:rPr>
              <a:t>overhead.</a:t>
            </a:r>
          </a:p>
          <a:p>
            <a:pPr marL="403200" indent="-403200">
              <a:buClr>
                <a:schemeClr val="tx1"/>
              </a:buClr>
              <a:buFont typeface="+mj-lt"/>
              <a:buAutoNum type="arabicPeriod"/>
            </a:pPr>
            <a:r>
              <a:rPr lang="en-US" sz="2800" dirty="0">
                <a:solidFill>
                  <a:schemeClr val="tx1"/>
                </a:solidFill>
                <a:latin typeface="Calibri" charset="0"/>
              </a:rPr>
              <a:t>When it applies more overhead to production than it actually incurs, it results in </a:t>
            </a:r>
            <a:r>
              <a:rPr lang="en-US" sz="2800" dirty="0">
                <a:solidFill>
                  <a:srgbClr val="C00000"/>
                </a:solidFill>
                <a:latin typeface="Calibri" charset="0"/>
              </a:rPr>
              <a:t>overapplied</a:t>
            </a:r>
            <a:r>
              <a:rPr lang="en-US" sz="2800" dirty="0">
                <a:solidFill>
                  <a:srgbClr val="FF0000"/>
                </a:solidFill>
                <a:latin typeface="Calibri" charset="0"/>
              </a:rPr>
              <a:t> </a:t>
            </a:r>
            <a:r>
              <a:rPr lang="en-US" sz="2800" dirty="0">
                <a:solidFill>
                  <a:schemeClr val="tx1"/>
                </a:solidFill>
                <a:latin typeface="Calibri" charset="0"/>
              </a:rPr>
              <a:t>overhead.</a:t>
            </a:r>
          </a:p>
        </p:txBody>
      </p:sp>
    </p:spTree>
    <p:extLst>
      <p:ext uri="{BB962C8B-B14F-4D97-AF65-F5344CB8AC3E}">
        <p14:creationId xmlns:p14="http://schemas.microsoft.com/office/powerpoint/2010/main" val="42917584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a:latin typeface="+mn-lt"/>
              </a:rPr>
              <a:t>Financial Adjust for Overhead Applied</a:t>
            </a:r>
            <a:endParaRPr lang="en-IN" dirty="0">
              <a:latin typeface="+mn-lt"/>
            </a:endParaRPr>
          </a:p>
        </p:txBody>
      </p:sp>
      <p:sp>
        <p:nvSpPr>
          <p:cNvPr id="3" name="Content Placeholder 2"/>
          <p:cNvSpPr>
            <a:spLocks noGrp="1"/>
          </p:cNvSpPr>
          <p:nvPr>
            <p:ph idx="1"/>
          </p:nvPr>
        </p:nvSpPr>
        <p:spPr>
          <a:xfrm>
            <a:off x="822325" y="1447800"/>
            <a:ext cx="7543800" cy="4191000"/>
          </a:xfrm>
        </p:spPr>
        <p:txBody>
          <a:bodyPr/>
          <a:lstStyle/>
          <a:p>
            <a:pPr marL="0" indent="0">
              <a:buNone/>
            </a:pPr>
            <a:r>
              <a:rPr lang="en-US" sz="2800" dirty="0">
                <a:solidFill>
                  <a:schemeClr val="tx1"/>
                </a:solidFill>
                <a:latin typeface="Calibri" charset="0"/>
              </a:rPr>
              <a:t>The cost of goods sold reported on a company’s income statement must be adjusted to reflect underapplied or overapplied overhead.</a:t>
            </a:r>
          </a:p>
          <a:p>
            <a:pPr marL="403200" indent="-403200">
              <a:buClr>
                <a:schemeClr val="tx1"/>
              </a:buClr>
              <a:buFont typeface="+mj-lt"/>
              <a:buAutoNum type="arabicPeriod"/>
            </a:pPr>
            <a:r>
              <a:rPr lang="en-US" sz="2800" dirty="0">
                <a:solidFill>
                  <a:schemeClr val="tx1"/>
                </a:solidFill>
                <a:latin typeface="Calibri" charset="0"/>
              </a:rPr>
              <a:t>The adjustment for </a:t>
            </a:r>
            <a:r>
              <a:rPr lang="en-US" sz="2800" dirty="0">
                <a:solidFill>
                  <a:srgbClr val="C00000"/>
                </a:solidFill>
                <a:latin typeface="Calibri" charset="0"/>
              </a:rPr>
              <a:t>underapplied</a:t>
            </a:r>
            <a:r>
              <a:rPr lang="en-US" sz="2800" dirty="0">
                <a:solidFill>
                  <a:srgbClr val="FF0000"/>
                </a:solidFill>
                <a:latin typeface="Calibri" charset="0"/>
              </a:rPr>
              <a:t> </a:t>
            </a:r>
            <a:r>
              <a:rPr lang="en-US" sz="2800" dirty="0">
                <a:solidFill>
                  <a:schemeClr val="tx1"/>
                </a:solidFill>
                <a:latin typeface="Calibri" charset="0"/>
              </a:rPr>
              <a:t>overhead </a:t>
            </a:r>
            <a:r>
              <a:rPr lang="en-US" sz="2800" b="1" dirty="0">
                <a:solidFill>
                  <a:schemeClr val="tx1"/>
                </a:solidFill>
                <a:latin typeface="Calibri" charset="0"/>
              </a:rPr>
              <a:t>increases cost of goods sold</a:t>
            </a:r>
            <a:r>
              <a:rPr lang="en-US" sz="2800" dirty="0">
                <a:solidFill>
                  <a:schemeClr val="tx1"/>
                </a:solidFill>
                <a:latin typeface="Calibri" charset="0"/>
              </a:rPr>
              <a:t> and decreases net operating income.</a:t>
            </a:r>
          </a:p>
          <a:p>
            <a:pPr marL="403200" indent="-403200">
              <a:buClr>
                <a:schemeClr val="tx1"/>
              </a:buClr>
              <a:buFont typeface="+mj-lt"/>
              <a:buAutoNum type="arabicPeriod"/>
            </a:pPr>
            <a:r>
              <a:rPr lang="en-US" sz="2800" dirty="0">
                <a:solidFill>
                  <a:schemeClr val="tx1"/>
                </a:solidFill>
                <a:latin typeface="Calibri" charset="0"/>
              </a:rPr>
              <a:t>The adjustment for </a:t>
            </a:r>
            <a:r>
              <a:rPr lang="en-US" sz="2800" dirty="0">
                <a:solidFill>
                  <a:srgbClr val="C00000"/>
                </a:solidFill>
                <a:latin typeface="Calibri" charset="0"/>
              </a:rPr>
              <a:t>overapplied</a:t>
            </a:r>
            <a:r>
              <a:rPr lang="en-US" sz="2800" dirty="0">
                <a:latin typeface="Calibri" charset="0"/>
              </a:rPr>
              <a:t> </a:t>
            </a:r>
            <a:r>
              <a:rPr lang="en-US" sz="2800" dirty="0">
                <a:solidFill>
                  <a:schemeClr val="tx1"/>
                </a:solidFill>
                <a:latin typeface="Calibri" charset="0"/>
              </a:rPr>
              <a:t>overhead </a:t>
            </a:r>
            <a:r>
              <a:rPr lang="en-US" sz="2800" b="1" dirty="0">
                <a:solidFill>
                  <a:schemeClr val="tx1"/>
                </a:solidFill>
                <a:latin typeface="Calibri" charset="0"/>
              </a:rPr>
              <a:t>decreases cost of goods sold</a:t>
            </a:r>
            <a:r>
              <a:rPr lang="en-US" sz="2800" dirty="0">
                <a:solidFill>
                  <a:schemeClr val="tx1"/>
                </a:solidFill>
                <a:latin typeface="Calibri" charset="0"/>
              </a:rPr>
              <a:t> and increases net operating income</a:t>
            </a:r>
            <a:r>
              <a:rPr lang="en-US" dirty="0">
                <a:latin typeface="Calibri" charset="0"/>
              </a:rPr>
              <a:t>.</a:t>
            </a:r>
          </a:p>
        </p:txBody>
      </p:sp>
    </p:spTree>
    <p:extLst>
      <p:ext uri="{BB962C8B-B14F-4D97-AF65-F5344CB8AC3E}">
        <p14:creationId xmlns:p14="http://schemas.microsoft.com/office/powerpoint/2010/main" val="32566523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Title 2"/>
          <p:cNvSpPr>
            <a:spLocks noGrp="1" noChangeArrowheads="1"/>
          </p:cNvSpPr>
          <p:nvPr>
            <p:ph type="title"/>
          </p:nvPr>
        </p:nvSpPr>
        <p:spPr>
          <a:xfrm>
            <a:off x="822325" y="195130"/>
            <a:ext cx="7543800" cy="1025525"/>
          </a:xfrm>
        </p:spPr>
        <p:txBody>
          <a:bodyPr wrap="square" numCol="1" anchorCtr="0" compatLnSpc="1">
            <a:prstTxWarp prst="textNoShape">
              <a:avLst/>
            </a:prstTxWarp>
            <a:noAutofit/>
          </a:bodyPr>
          <a:lstStyle/>
          <a:p>
            <a:pPr>
              <a:lnSpc>
                <a:spcPct val="90000"/>
              </a:lnSpc>
            </a:pPr>
            <a:r>
              <a:rPr lang="en-US" dirty="0">
                <a:cs typeface="MS PGothic" charset="0"/>
              </a:rPr>
              <a:t>Types of Overhead application rates</a:t>
            </a:r>
            <a:br>
              <a:rPr lang="en-US" dirty="0">
                <a:cs typeface="MS PGothic" charset="0"/>
              </a:rPr>
            </a:br>
            <a:endParaRPr lang="en-US" dirty="0">
              <a:cs typeface="MS PGothic" charset="0"/>
            </a:endParaRPr>
          </a:p>
        </p:txBody>
      </p:sp>
      <p:sp>
        <p:nvSpPr>
          <p:cNvPr id="6" name="Content Placeholder 5"/>
          <p:cNvSpPr>
            <a:spLocks noGrp="1"/>
          </p:cNvSpPr>
          <p:nvPr>
            <p:ph idx="1"/>
          </p:nvPr>
        </p:nvSpPr>
        <p:spPr>
          <a:xfrm>
            <a:off x="822325" y="1447800"/>
            <a:ext cx="7543800" cy="762000"/>
          </a:xfrm>
        </p:spPr>
        <p:txBody>
          <a:bodyPr/>
          <a:lstStyle/>
          <a:p>
            <a:pPr marL="0" indent="0" eaLnBrk="1" hangingPunct="1">
              <a:lnSpc>
                <a:spcPct val="100000"/>
              </a:lnSpc>
              <a:spcBef>
                <a:spcPct val="0"/>
              </a:spcBef>
              <a:spcAft>
                <a:spcPct val="0"/>
              </a:spcAft>
              <a:buClrTx/>
              <a:buSzTx/>
              <a:buFontTx/>
              <a:buNone/>
              <a:defRPr/>
            </a:pPr>
            <a:r>
              <a:rPr lang="en-US" altLang="en-US" sz="2200" dirty="0">
                <a:solidFill>
                  <a:schemeClr val="tx1"/>
                </a:solidFill>
                <a:ea typeface="MS PGothic" pitchFamily="34" charset="-128"/>
                <a:cs typeface="Arial" panose="020B0604020202020204" pitchFamily="34" charset="0"/>
              </a:rPr>
              <a:t>ABC differs from traditional cost accounting because numerous overhead cost pools are used.</a:t>
            </a:r>
          </a:p>
        </p:txBody>
      </p:sp>
      <p:pic>
        <p:nvPicPr>
          <p:cNvPr id="7" name="Picture 6" descr="Illustration of various cost pools associated with activity-based costing in a graph format. "/>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82664" y="2356768"/>
            <a:ext cx="6137608" cy="3448496"/>
          </a:xfrm>
          <a:prstGeom prst="rect">
            <a:avLst/>
          </a:prstGeom>
        </p:spPr>
      </p:pic>
      <p:sp>
        <p:nvSpPr>
          <p:cNvPr id="5" name="Content Placeholder 4"/>
          <p:cNvSpPr>
            <a:spLocks noGrp="1"/>
          </p:cNvSpPr>
          <p:nvPr>
            <p:ph idx="14"/>
          </p:nvPr>
        </p:nvSpPr>
        <p:spPr>
          <a:xfrm>
            <a:off x="838200" y="5943600"/>
            <a:ext cx="7543800" cy="228600"/>
          </a:xfrm>
        </p:spPr>
        <p:txBody>
          <a:bodyPr/>
          <a:lstStyle/>
          <a:p>
            <a:pPr algn="ctr"/>
            <a:r>
              <a:rPr lang="en-IN" sz="900" dirty="0">
                <a:solidFill>
                  <a:schemeClr val="tx1"/>
                </a:solidFill>
                <a:hlinkClick r:id="" action="ppaction://noaction"/>
              </a:rPr>
              <a:t>Access the text alternative for slide images.</a:t>
            </a:r>
          </a:p>
        </p:txBody>
      </p:sp>
    </p:spTree>
    <p:extLst>
      <p:ext uri="{BB962C8B-B14F-4D97-AF65-F5344CB8AC3E}">
        <p14:creationId xmlns:p14="http://schemas.microsoft.com/office/powerpoint/2010/main" val="10603232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mn-lt"/>
              </a:rPr>
              <a:t>Multiple Predetermined Overhead Rates—An Activity-Based Approach</a:t>
            </a:r>
            <a:endParaRPr lang="en-IN" dirty="0">
              <a:latin typeface="+mn-lt"/>
            </a:endParaRPr>
          </a:p>
        </p:txBody>
      </p:sp>
      <p:sp>
        <p:nvSpPr>
          <p:cNvPr id="3" name="Content Placeholder 2"/>
          <p:cNvSpPr>
            <a:spLocks noGrp="1"/>
          </p:cNvSpPr>
          <p:nvPr>
            <p:ph idx="1"/>
          </p:nvPr>
        </p:nvSpPr>
        <p:spPr>
          <a:xfrm>
            <a:off x="822325" y="1752600"/>
            <a:ext cx="7543800" cy="1143000"/>
          </a:xfrm>
        </p:spPr>
        <p:txBody>
          <a:bodyPr/>
          <a:lstStyle/>
          <a:p>
            <a:pPr marL="0" indent="0">
              <a:buNone/>
            </a:pPr>
            <a:r>
              <a:rPr lang="en-US" sz="2400" dirty="0">
                <a:solidFill>
                  <a:schemeClr val="tx1"/>
                </a:solidFill>
                <a:latin typeface="Calibri" charset="0"/>
              </a:rPr>
              <a:t>When a company creates overhead rates based on the activities that it performs, it is employing an approach called </a:t>
            </a:r>
            <a:r>
              <a:rPr lang="en-US" sz="2400" i="1" dirty="0">
                <a:solidFill>
                  <a:srgbClr val="C00000"/>
                </a:solidFill>
                <a:latin typeface="Calibri" charset="0"/>
              </a:rPr>
              <a:t>activity-based costing</a:t>
            </a:r>
            <a:r>
              <a:rPr lang="en-US" i="1" dirty="0">
                <a:solidFill>
                  <a:srgbClr val="C00000"/>
                </a:solidFill>
                <a:latin typeface="Calibri" charset="0"/>
              </a:rPr>
              <a:t>.</a:t>
            </a:r>
            <a:endParaRPr lang="en-US" dirty="0">
              <a:solidFill>
                <a:srgbClr val="C00000"/>
              </a:solidFill>
              <a:latin typeface="Calibri" charset="0"/>
            </a:endParaRPr>
          </a:p>
        </p:txBody>
      </p:sp>
      <p:sp>
        <p:nvSpPr>
          <p:cNvPr id="4" name="Content Placeholder 3"/>
          <p:cNvSpPr>
            <a:spLocks noGrp="1"/>
          </p:cNvSpPr>
          <p:nvPr>
            <p:ph idx="13"/>
          </p:nvPr>
        </p:nvSpPr>
        <p:spPr>
          <a:xfrm>
            <a:off x="822325" y="3200400"/>
            <a:ext cx="7864475" cy="2286000"/>
          </a:xfrm>
        </p:spPr>
        <p:txBody>
          <a:bodyPr/>
          <a:lstStyle/>
          <a:p>
            <a:pPr marL="0" lvl="1" indent="0">
              <a:spcBef>
                <a:spcPts val="1200"/>
              </a:spcBef>
              <a:spcAft>
                <a:spcPts val="200"/>
              </a:spcAft>
              <a:buSzPct val="100000"/>
              <a:buNone/>
            </a:pPr>
            <a:r>
              <a:rPr lang="en-US" sz="2400" dirty="0">
                <a:solidFill>
                  <a:srgbClr val="C00000"/>
                </a:solidFill>
              </a:rPr>
              <a:t>Activity-based costing </a:t>
            </a:r>
            <a:r>
              <a:rPr lang="en-US" sz="2400" dirty="0">
                <a:solidFill>
                  <a:schemeClr val="tx1"/>
                </a:solidFill>
              </a:rPr>
              <a:t>is an alternative approach to developing multiple predetermined overhead rates. Managers use activity-based costing systems to more accurately measure the demands that jobs, products, customers, and other cost objects make on overhead resources.</a:t>
            </a:r>
          </a:p>
        </p:txBody>
      </p:sp>
    </p:spTree>
    <p:extLst>
      <p:ext uri="{BB962C8B-B14F-4D97-AF65-F5344CB8AC3E}">
        <p14:creationId xmlns:p14="http://schemas.microsoft.com/office/powerpoint/2010/main" val="9212408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itle 2"/>
          <p:cNvSpPr>
            <a:spLocks noGrp="1" noChangeArrowheads="1"/>
          </p:cNvSpPr>
          <p:nvPr>
            <p:ph type="title"/>
          </p:nvPr>
        </p:nvSpPr>
        <p:spPr>
          <a:xfrm>
            <a:off x="822324" y="198121"/>
            <a:ext cx="7788275" cy="1025525"/>
          </a:xfrm>
        </p:spPr>
        <p:txBody>
          <a:bodyPr wrap="square" numCol="1" anchorCtr="0" compatLnSpc="1">
            <a:prstTxWarp prst="textNoShape">
              <a:avLst/>
            </a:prstTxWarp>
            <a:noAutofit/>
          </a:bodyPr>
          <a:lstStyle/>
          <a:p>
            <a:pPr>
              <a:lnSpc>
                <a:spcPct val="90000"/>
              </a:lnSpc>
            </a:pPr>
            <a:r>
              <a:rPr lang="en-US" sz="3600" dirty="0"/>
              <a:t>Key Definitions and Concepts</a:t>
            </a:r>
            <a:r>
              <a:rPr lang="nb-NO" sz="3600" dirty="0"/>
              <a:t> </a:t>
            </a:r>
            <a:endParaRPr lang="en-US" sz="3600" dirty="0">
              <a:cs typeface="MS PGothic" charset="0"/>
            </a:endParaRPr>
          </a:p>
        </p:txBody>
      </p:sp>
      <p:pic>
        <p:nvPicPr>
          <p:cNvPr id="4" name="Picture 3" descr="Diagram with a shape at the center that reads: Manufacturing companies typically combine their activities into five classifications. These classifications hover around the shape with arrows and are: Unit-Level Activity, Batch-Level Activity, Product-Level Activity, Organization-sustaining Activity, and Customer-Level Activity."/>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172567" y="1547351"/>
            <a:ext cx="6665364" cy="4543862"/>
          </a:xfrm>
          <a:prstGeom prst="rect">
            <a:avLst/>
          </a:prstGeom>
        </p:spPr>
      </p:pic>
    </p:spTree>
    <p:extLst>
      <p:ext uri="{BB962C8B-B14F-4D97-AF65-F5344CB8AC3E}">
        <p14:creationId xmlns:p14="http://schemas.microsoft.com/office/powerpoint/2010/main" val="38397715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3"/>
          <p:cNvSpPr>
            <a:spLocks noGrp="1" noChangeArrowheads="1"/>
          </p:cNvSpPr>
          <p:nvPr>
            <p:ph type="title"/>
          </p:nvPr>
        </p:nvSpPr>
        <p:spPr>
          <a:xfrm>
            <a:off x="822324" y="192741"/>
            <a:ext cx="7782123" cy="1025525"/>
          </a:xfrm>
        </p:spPr>
        <p:txBody>
          <a:bodyPr wrap="square" numCol="1" anchorCtr="0" compatLnSpc="1">
            <a:prstTxWarp prst="textNoShape">
              <a:avLst/>
            </a:prstTxWarp>
            <a:noAutofit/>
          </a:bodyPr>
          <a:lstStyle/>
          <a:p>
            <a:pPr>
              <a:lnSpc>
                <a:spcPct val="90000"/>
              </a:lnSpc>
            </a:pPr>
            <a:r>
              <a:rPr lang="en-US" altLang="en-US" dirty="0">
                <a:latin typeface="+mn-lt"/>
              </a:rPr>
              <a:t>The Five Steps for Implementing ABC</a:t>
            </a:r>
            <a:endParaRPr lang="en-US" dirty="0">
              <a:latin typeface="+mn-lt"/>
            </a:endParaRPr>
          </a:p>
        </p:txBody>
      </p:sp>
      <p:pic>
        <p:nvPicPr>
          <p:cNvPr id="4" name="Picture 3" descr="Baxter Battery Company Income Statement for year ended December 31, 2017."/>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521294" y="1484784"/>
            <a:ext cx="5899222" cy="3264126"/>
          </a:xfrm>
          <a:prstGeom prst="rect">
            <a:avLst/>
          </a:prstGeom>
        </p:spPr>
      </p:pic>
      <p:sp>
        <p:nvSpPr>
          <p:cNvPr id="9" name="Content Placeholder 8"/>
          <p:cNvSpPr>
            <a:spLocks noGrp="1"/>
          </p:cNvSpPr>
          <p:nvPr>
            <p:ph idx="14"/>
          </p:nvPr>
        </p:nvSpPr>
        <p:spPr>
          <a:xfrm>
            <a:off x="822325" y="4914009"/>
            <a:ext cx="7543800" cy="869885"/>
          </a:xfrm>
        </p:spPr>
        <p:txBody>
          <a:bodyPr/>
          <a:lstStyle/>
          <a:p>
            <a:pPr marL="0" indent="0" algn="ctr"/>
            <a:r>
              <a:rPr lang="en-US" dirty="0">
                <a:solidFill>
                  <a:schemeClr val="tx1"/>
                </a:solidFill>
                <a:latin typeface="Calibri" charset="0"/>
              </a:rPr>
              <a:t>The company makes two types of automobile batteries—SureStart (a standard battery) and LongLife (a deluxe battery). Baxter reported its first loss ever.</a:t>
            </a:r>
          </a:p>
        </p:txBody>
      </p:sp>
      <p:sp>
        <p:nvSpPr>
          <p:cNvPr id="5" name="Content Placeholder 4"/>
          <p:cNvSpPr>
            <a:spLocks noGrp="1"/>
          </p:cNvSpPr>
          <p:nvPr>
            <p:ph idx="14"/>
          </p:nvPr>
        </p:nvSpPr>
        <p:spPr>
          <a:xfrm>
            <a:off x="838200" y="5943600"/>
            <a:ext cx="7543800" cy="228600"/>
          </a:xfrm>
        </p:spPr>
        <p:txBody>
          <a:bodyPr/>
          <a:lstStyle/>
          <a:p>
            <a:pPr algn="ctr"/>
            <a:r>
              <a:rPr lang="en-IN" sz="900" dirty="0">
                <a:solidFill>
                  <a:schemeClr val="tx1"/>
                </a:solidFill>
                <a:hlinkClick r:id="" action="ppaction://noaction"/>
              </a:rPr>
              <a:t>Access the text alternative for slide images.</a:t>
            </a:r>
          </a:p>
        </p:txBody>
      </p:sp>
    </p:spTree>
    <p:extLst>
      <p:ext uri="{BB962C8B-B14F-4D97-AF65-F5344CB8AC3E}">
        <p14:creationId xmlns:p14="http://schemas.microsoft.com/office/powerpoint/2010/main" val="34384987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3"/>
          <p:cNvSpPr>
            <a:spLocks noGrp="1" noChangeArrowheads="1"/>
          </p:cNvSpPr>
          <p:nvPr>
            <p:ph type="title"/>
          </p:nvPr>
        </p:nvSpPr>
        <p:spPr>
          <a:xfrm>
            <a:off x="822325" y="192741"/>
            <a:ext cx="7543800" cy="1025525"/>
          </a:xfrm>
        </p:spPr>
        <p:txBody>
          <a:bodyPr wrap="square" numCol="1" anchorCtr="0" compatLnSpc="1">
            <a:prstTxWarp prst="textNoShape">
              <a:avLst/>
            </a:prstTxWarp>
            <a:noAutofit/>
          </a:bodyPr>
          <a:lstStyle/>
          <a:p>
            <a:pPr>
              <a:lnSpc>
                <a:spcPct val="90000"/>
              </a:lnSpc>
            </a:pPr>
            <a:r>
              <a:rPr lang="en-US" sz="3600" dirty="0">
                <a:sym typeface="Wingdings" charset="0"/>
              </a:rPr>
              <a:t>Define Activities, Activity Cost Pools, and Activity Measures</a:t>
            </a:r>
            <a:r>
              <a:rPr lang="nb-NO" sz="3600" dirty="0"/>
              <a:t> </a:t>
            </a:r>
            <a:endParaRPr lang="en-US" sz="3600" dirty="0"/>
          </a:p>
        </p:txBody>
      </p:sp>
      <p:sp>
        <p:nvSpPr>
          <p:cNvPr id="9" name="Content Placeholder 8"/>
          <p:cNvSpPr>
            <a:spLocks noGrp="1"/>
          </p:cNvSpPr>
          <p:nvPr>
            <p:ph idx="14"/>
          </p:nvPr>
        </p:nvSpPr>
        <p:spPr>
          <a:xfrm>
            <a:off x="822325" y="1488867"/>
            <a:ext cx="7543800" cy="715997"/>
          </a:xfrm>
        </p:spPr>
        <p:txBody>
          <a:bodyPr/>
          <a:lstStyle/>
          <a:p>
            <a:pPr marL="0" indent="0" algn="ctr">
              <a:spcBef>
                <a:spcPts val="500"/>
              </a:spcBef>
              <a:spcAft>
                <a:spcPts val="0"/>
              </a:spcAft>
              <a:buFont typeface="Times" charset="0"/>
              <a:buNone/>
              <a:defRPr/>
            </a:pPr>
            <a:r>
              <a:rPr lang="en-US" altLang="en-US" sz="2400" dirty="0">
                <a:solidFill>
                  <a:schemeClr val="tx1"/>
                </a:solidFill>
                <a:cs typeface="Arial" charset="0"/>
              </a:rPr>
              <a:t>At Baxter Battery, the ABC team selected the following activity cost pools and activity measures:</a:t>
            </a:r>
          </a:p>
        </p:txBody>
      </p:sp>
      <p:pic>
        <p:nvPicPr>
          <p:cNvPr id="2" name="Picture 1" descr="Table of activity cost pools at Baxter Battery"/>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851874" y="2409768"/>
            <a:ext cx="7072926" cy="2459392"/>
          </a:xfrm>
          <a:prstGeom prst="rect">
            <a:avLst/>
          </a:prstGeom>
        </p:spPr>
      </p:pic>
      <p:sp>
        <p:nvSpPr>
          <p:cNvPr id="5" name="Content Placeholder 4"/>
          <p:cNvSpPr>
            <a:spLocks noGrp="1"/>
          </p:cNvSpPr>
          <p:nvPr>
            <p:ph idx="14"/>
          </p:nvPr>
        </p:nvSpPr>
        <p:spPr>
          <a:xfrm>
            <a:off x="838200" y="5943600"/>
            <a:ext cx="7543800" cy="228600"/>
          </a:xfrm>
        </p:spPr>
        <p:txBody>
          <a:bodyPr/>
          <a:lstStyle/>
          <a:p>
            <a:pPr algn="ctr"/>
            <a:r>
              <a:rPr lang="en-IN" sz="900" dirty="0">
                <a:solidFill>
                  <a:schemeClr val="tx1"/>
                </a:solidFill>
                <a:hlinkClick r:id="" action="ppaction://noaction"/>
              </a:rPr>
              <a:t>Access the text alternative for slide images.</a:t>
            </a:r>
          </a:p>
        </p:txBody>
      </p:sp>
    </p:spTree>
    <p:extLst>
      <p:ext uri="{BB962C8B-B14F-4D97-AF65-F5344CB8AC3E}">
        <p14:creationId xmlns:p14="http://schemas.microsoft.com/office/powerpoint/2010/main" val="27248194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3"/>
          <p:cNvSpPr>
            <a:spLocks noGrp="1" noChangeArrowheads="1"/>
          </p:cNvSpPr>
          <p:nvPr>
            <p:ph type="title"/>
          </p:nvPr>
        </p:nvSpPr>
        <p:spPr>
          <a:xfrm>
            <a:off x="822325" y="192741"/>
            <a:ext cx="7543800" cy="1025525"/>
          </a:xfrm>
        </p:spPr>
        <p:txBody>
          <a:bodyPr wrap="square" numCol="1" anchorCtr="0" compatLnSpc="1">
            <a:prstTxWarp prst="textNoShape">
              <a:avLst/>
            </a:prstTxWarp>
            <a:noAutofit/>
          </a:bodyPr>
          <a:lstStyle/>
          <a:p>
            <a:pPr>
              <a:lnSpc>
                <a:spcPct val="90000"/>
              </a:lnSpc>
            </a:pPr>
            <a:r>
              <a:rPr lang="en-US" sz="3600" dirty="0">
                <a:sym typeface="Wingdings" charset="0"/>
              </a:rPr>
              <a:t>Define Activities, Activity Cost Pools, and Activity Measures</a:t>
            </a:r>
            <a:r>
              <a:rPr lang="nb-NO" sz="3600" dirty="0"/>
              <a:t> – Part 2</a:t>
            </a:r>
            <a:endParaRPr lang="en-US" sz="3600" dirty="0"/>
          </a:p>
        </p:txBody>
      </p:sp>
      <p:sp>
        <p:nvSpPr>
          <p:cNvPr id="9" name="Content Placeholder 8"/>
          <p:cNvSpPr>
            <a:spLocks noGrp="1"/>
          </p:cNvSpPr>
          <p:nvPr>
            <p:ph idx="14"/>
          </p:nvPr>
        </p:nvSpPr>
        <p:spPr>
          <a:xfrm>
            <a:off x="822325" y="1349787"/>
            <a:ext cx="7543800" cy="4167445"/>
          </a:xfrm>
        </p:spPr>
        <p:txBody>
          <a:bodyPr/>
          <a:lstStyle/>
          <a:p>
            <a:pPr marL="0" indent="0">
              <a:buClr>
                <a:schemeClr val="tx1"/>
              </a:buClr>
              <a:buNone/>
            </a:pPr>
            <a:r>
              <a:rPr lang="en-US" sz="2400" dirty="0">
                <a:solidFill>
                  <a:srgbClr val="C00000"/>
                </a:solidFill>
                <a:latin typeface="Calibri" charset="0"/>
                <a:cs typeface="Arial" charset="0"/>
              </a:rPr>
              <a:t>Customer Orders </a:t>
            </a:r>
            <a:r>
              <a:rPr lang="en-US" sz="2400" dirty="0">
                <a:solidFill>
                  <a:schemeClr val="tx1"/>
                </a:solidFill>
                <a:latin typeface="Calibri" charset="0"/>
                <a:cs typeface="Arial" charset="0"/>
              </a:rPr>
              <a:t>- assigned all costs of resources that are consumed by taking and processing customer orders.</a:t>
            </a:r>
          </a:p>
          <a:p>
            <a:pPr marL="0" indent="0">
              <a:buClr>
                <a:schemeClr val="tx1"/>
              </a:buClr>
              <a:buNone/>
            </a:pPr>
            <a:r>
              <a:rPr lang="en-US" sz="2400" dirty="0">
                <a:solidFill>
                  <a:srgbClr val="C00000"/>
                </a:solidFill>
                <a:latin typeface="Calibri" charset="0"/>
                <a:cs typeface="Arial" charset="0"/>
              </a:rPr>
              <a:t>Design Changes </a:t>
            </a:r>
            <a:r>
              <a:rPr lang="en-US" sz="2400" dirty="0">
                <a:solidFill>
                  <a:schemeClr val="tx1"/>
                </a:solidFill>
                <a:latin typeface="Calibri" charset="0"/>
                <a:cs typeface="Arial" charset="0"/>
              </a:rPr>
              <a:t>- assigned all costs of resources consumed by customer requested design changes.</a:t>
            </a:r>
          </a:p>
          <a:p>
            <a:pPr marL="0" indent="0">
              <a:buClr>
                <a:schemeClr val="tx1"/>
              </a:buClr>
              <a:buNone/>
            </a:pPr>
            <a:r>
              <a:rPr lang="en-US" sz="2400" dirty="0">
                <a:solidFill>
                  <a:srgbClr val="C00000"/>
                </a:solidFill>
                <a:latin typeface="Calibri" charset="0"/>
                <a:cs typeface="Arial" charset="0"/>
              </a:rPr>
              <a:t>Order Size </a:t>
            </a:r>
            <a:r>
              <a:rPr lang="en-US" sz="2400" dirty="0">
                <a:solidFill>
                  <a:schemeClr val="tx1"/>
                </a:solidFill>
                <a:latin typeface="Calibri" charset="0"/>
                <a:cs typeface="Arial" charset="0"/>
              </a:rPr>
              <a:t>- assigned all costs of resources consumed as a consequence of the number of units produced.</a:t>
            </a:r>
          </a:p>
          <a:p>
            <a:pPr marL="0" indent="0">
              <a:buClr>
                <a:schemeClr val="tx1"/>
              </a:buClr>
              <a:buNone/>
            </a:pPr>
            <a:r>
              <a:rPr lang="en-US" sz="2400" dirty="0">
                <a:solidFill>
                  <a:srgbClr val="C00000"/>
                </a:solidFill>
                <a:latin typeface="Calibri" charset="0"/>
                <a:cs typeface="Arial" charset="0"/>
              </a:rPr>
              <a:t>Customer Relations </a:t>
            </a:r>
            <a:r>
              <a:rPr lang="en-US" sz="2400" dirty="0">
                <a:solidFill>
                  <a:schemeClr val="tx1"/>
                </a:solidFill>
                <a:latin typeface="Calibri" charset="0"/>
                <a:cs typeface="Arial" charset="0"/>
              </a:rPr>
              <a:t>- assigned all costs associated with maintaining relations with customers.</a:t>
            </a:r>
          </a:p>
          <a:p>
            <a:pPr marL="0" indent="0">
              <a:buClr>
                <a:schemeClr val="tx1"/>
              </a:buClr>
              <a:buNone/>
            </a:pPr>
            <a:r>
              <a:rPr lang="en-US" sz="2400" dirty="0">
                <a:solidFill>
                  <a:srgbClr val="C00000"/>
                </a:solidFill>
                <a:latin typeface="Calibri" charset="0"/>
                <a:cs typeface="Arial" charset="0"/>
              </a:rPr>
              <a:t>Other</a:t>
            </a:r>
            <a:r>
              <a:rPr lang="en-US" sz="2400" dirty="0">
                <a:latin typeface="Calibri" charset="0"/>
                <a:cs typeface="Arial" charset="0"/>
              </a:rPr>
              <a:t> </a:t>
            </a:r>
            <a:r>
              <a:rPr lang="en-US" sz="2400" dirty="0">
                <a:solidFill>
                  <a:schemeClr val="tx1"/>
                </a:solidFill>
                <a:latin typeface="Calibri" charset="0"/>
                <a:cs typeface="Arial" charset="0"/>
              </a:rPr>
              <a:t>- assigned all organization-sustaining costs and unused capacity costs.</a:t>
            </a:r>
          </a:p>
        </p:txBody>
      </p:sp>
    </p:spTree>
    <p:extLst>
      <p:ext uri="{BB962C8B-B14F-4D97-AF65-F5344CB8AC3E}">
        <p14:creationId xmlns:p14="http://schemas.microsoft.com/office/powerpoint/2010/main" val="35777746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325" y="192741"/>
            <a:ext cx="7543800" cy="1025525"/>
          </a:xfrm>
        </p:spPr>
        <p:txBody>
          <a:bodyPr/>
          <a:lstStyle/>
          <a:p>
            <a:endParaRPr lang="en-IN" dirty="0"/>
          </a:p>
        </p:txBody>
      </p:sp>
      <p:sp>
        <p:nvSpPr>
          <p:cNvPr id="3" name="Content Placeholder 2"/>
          <p:cNvSpPr>
            <a:spLocks noGrp="1"/>
          </p:cNvSpPr>
          <p:nvPr>
            <p:ph idx="1"/>
          </p:nvPr>
        </p:nvSpPr>
        <p:spPr>
          <a:xfrm>
            <a:off x="822325" y="2353816"/>
            <a:ext cx="7543800" cy="1219200"/>
          </a:xfrm>
          <a:ln>
            <a:solidFill>
              <a:schemeClr val="tx1"/>
            </a:solidFill>
          </a:ln>
        </p:spPr>
        <p:txBody>
          <a:bodyPr anchor="ctr"/>
          <a:lstStyle/>
          <a:p>
            <a:pPr algn="ctr">
              <a:spcBef>
                <a:spcPct val="50000"/>
              </a:spcBef>
              <a:defRPr/>
            </a:pPr>
            <a:r>
              <a:rPr lang="en-US" sz="3400" b="1" dirty="0">
                <a:solidFill>
                  <a:schemeClr val="tx1"/>
                </a:solidFill>
                <a:ea typeface="MS PGothic" pitchFamily="34" charset="-128"/>
              </a:rPr>
              <a:t>Assign costs to cost pools using a first-stage allocation.</a:t>
            </a:r>
          </a:p>
        </p:txBody>
      </p:sp>
    </p:spTree>
    <p:extLst>
      <p:ext uri="{BB962C8B-B14F-4D97-AF65-F5344CB8AC3E}">
        <p14:creationId xmlns:p14="http://schemas.microsoft.com/office/powerpoint/2010/main" val="39156322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325" y="192741"/>
            <a:ext cx="7543800" cy="1025525"/>
          </a:xfrm>
        </p:spPr>
        <p:txBody>
          <a:bodyPr>
            <a:normAutofit fontScale="90000"/>
          </a:bodyPr>
          <a:lstStyle/>
          <a:p>
            <a:r>
              <a:rPr lang="en-US" dirty="0">
                <a:sym typeface="Wingdings" charset="0"/>
              </a:rPr>
              <a:t>Assign Overhead Costs to Activity Cost Pools</a:t>
            </a:r>
            <a:r>
              <a:rPr lang="nb-NO" dirty="0"/>
              <a:t> –</a:t>
            </a:r>
            <a:endParaRPr lang="en-IN" dirty="0"/>
          </a:p>
        </p:txBody>
      </p:sp>
      <p:sp>
        <p:nvSpPr>
          <p:cNvPr id="3" name="Content Placeholder 2"/>
          <p:cNvSpPr>
            <a:spLocks noGrp="1"/>
          </p:cNvSpPr>
          <p:nvPr>
            <p:ph idx="1"/>
          </p:nvPr>
        </p:nvSpPr>
        <p:spPr>
          <a:xfrm>
            <a:off x="822325" y="1295400"/>
            <a:ext cx="7782123" cy="837456"/>
          </a:xfrm>
        </p:spPr>
        <p:txBody>
          <a:bodyPr/>
          <a:lstStyle/>
          <a:p>
            <a:pPr marL="0" indent="0">
              <a:spcBef>
                <a:spcPct val="30000"/>
              </a:spcBef>
              <a:buNone/>
            </a:pPr>
            <a:r>
              <a:rPr lang="en-US" dirty="0">
                <a:solidFill>
                  <a:schemeClr val="tx1"/>
                </a:solidFill>
                <a:latin typeface="+mn-lt"/>
              </a:rPr>
              <a:t>Direct materials, direct labor, and shipping are excluded because Baxter Battery</a:t>
            </a:r>
            <a:r>
              <a:rPr lang="en-IN" altLang="ja-JP" dirty="0">
                <a:solidFill>
                  <a:schemeClr val="tx1"/>
                </a:solidFill>
                <a:latin typeface="+mn-lt"/>
              </a:rPr>
              <a:t>’</a:t>
            </a:r>
            <a:r>
              <a:rPr lang="en-US" dirty="0">
                <a:solidFill>
                  <a:schemeClr val="tx1"/>
                </a:solidFill>
                <a:latin typeface="+mn-lt"/>
              </a:rPr>
              <a:t>s existing cost system can directly trace these costs to products or customer orders.</a:t>
            </a:r>
          </a:p>
        </p:txBody>
      </p:sp>
      <p:pic>
        <p:nvPicPr>
          <p:cNvPr id="5" name="Picture 4" descr="Same as previous slide's table."/>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772353" y="2295862"/>
            <a:ext cx="5847161" cy="3869442"/>
          </a:xfrm>
          <a:prstGeom prst="rect">
            <a:avLst/>
          </a:prstGeom>
        </p:spPr>
      </p:pic>
    </p:spTree>
    <p:extLst>
      <p:ext uri="{BB962C8B-B14F-4D97-AF65-F5344CB8AC3E}">
        <p14:creationId xmlns:p14="http://schemas.microsoft.com/office/powerpoint/2010/main" val="3870990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325" y="192741"/>
            <a:ext cx="7543800" cy="1025525"/>
          </a:xfrm>
        </p:spPr>
        <p:txBody>
          <a:bodyPr>
            <a:normAutofit fontScale="90000"/>
          </a:bodyPr>
          <a:lstStyle/>
          <a:p>
            <a:r>
              <a:rPr lang="en-US" dirty="0">
                <a:sym typeface="Wingdings" charset="0"/>
              </a:rPr>
              <a:t>Assign Overhead Costs to Activity Cost Pools</a:t>
            </a:r>
            <a:r>
              <a:rPr lang="nb-NO" dirty="0"/>
              <a:t> </a:t>
            </a:r>
            <a:endParaRPr lang="en-IN" dirty="0"/>
          </a:p>
        </p:txBody>
      </p:sp>
      <p:pic>
        <p:nvPicPr>
          <p:cNvPr id="5" name="Picture 4" descr="The activity cost pools table from slide 20 has been converted from percentages to dollar amounts. "/>
          <p:cNvPicPr>
            <a:picLocks noChangeAspect="1"/>
          </p:cNvPicPr>
          <p:nvPr/>
        </p:nvPicPr>
        <p:blipFill>
          <a:blip r:embed="rId2"/>
          <a:stretch>
            <a:fillRect/>
          </a:stretch>
        </p:blipFill>
        <p:spPr>
          <a:xfrm>
            <a:off x="615193" y="1700808"/>
            <a:ext cx="7952843" cy="3298590"/>
          </a:xfrm>
          <a:prstGeom prst="rect">
            <a:avLst/>
          </a:prstGeom>
        </p:spPr>
      </p:pic>
    </p:spTree>
    <p:extLst>
      <p:ext uri="{BB962C8B-B14F-4D97-AF65-F5344CB8AC3E}">
        <p14:creationId xmlns:p14="http://schemas.microsoft.com/office/powerpoint/2010/main" val="40927025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325" y="192741"/>
            <a:ext cx="7543800" cy="1025525"/>
          </a:xfrm>
        </p:spPr>
        <p:txBody>
          <a:bodyPr/>
          <a:lstStyle/>
          <a:p>
            <a:endParaRPr lang="en-IN" dirty="0"/>
          </a:p>
        </p:txBody>
      </p:sp>
      <p:sp>
        <p:nvSpPr>
          <p:cNvPr id="3" name="Content Placeholder 2"/>
          <p:cNvSpPr>
            <a:spLocks noGrp="1"/>
          </p:cNvSpPr>
          <p:nvPr>
            <p:ph idx="1"/>
          </p:nvPr>
        </p:nvSpPr>
        <p:spPr>
          <a:xfrm>
            <a:off x="1979712" y="2468488"/>
            <a:ext cx="4824536" cy="2255912"/>
          </a:xfrm>
          <a:ln>
            <a:solidFill>
              <a:schemeClr val="tx1"/>
            </a:solidFill>
          </a:ln>
        </p:spPr>
        <p:txBody>
          <a:bodyPr anchor="ctr"/>
          <a:lstStyle/>
          <a:p>
            <a:pPr algn="ctr">
              <a:spcBef>
                <a:spcPct val="50000"/>
              </a:spcBef>
              <a:defRPr/>
            </a:pPr>
            <a:r>
              <a:rPr lang="en-US" sz="3600" b="1" dirty="0">
                <a:solidFill>
                  <a:schemeClr val="tx1"/>
                </a:solidFill>
                <a:ea typeface="MS PGothic" pitchFamily="34" charset="-128"/>
              </a:rPr>
              <a:t>Compute activity rates for cost pools.</a:t>
            </a:r>
          </a:p>
        </p:txBody>
      </p:sp>
    </p:spTree>
    <p:extLst>
      <p:ext uri="{BB962C8B-B14F-4D97-AF65-F5344CB8AC3E}">
        <p14:creationId xmlns:p14="http://schemas.microsoft.com/office/powerpoint/2010/main" val="230602179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325" y="192741"/>
            <a:ext cx="7543800" cy="1025525"/>
          </a:xfrm>
        </p:spPr>
        <p:txBody>
          <a:bodyPr/>
          <a:lstStyle/>
          <a:p>
            <a:r>
              <a:rPr lang="en-US" dirty="0"/>
              <a:t>Calculate Activity Rates</a:t>
            </a:r>
            <a:r>
              <a:rPr lang="nb-NO" dirty="0"/>
              <a:t> </a:t>
            </a:r>
            <a:endParaRPr lang="en-IN" dirty="0"/>
          </a:p>
        </p:txBody>
      </p:sp>
      <p:sp>
        <p:nvSpPr>
          <p:cNvPr id="4" name="Content Placeholder 3"/>
          <p:cNvSpPr>
            <a:spLocks noGrp="1"/>
          </p:cNvSpPr>
          <p:nvPr>
            <p:ph idx="1"/>
          </p:nvPr>
        </p:nvSpPr>
        <p:spPr>
          <a:xfrm>
            <a:off x="822325" y="1447800"/>
            <a:ext cx="7543800" cy="2590800"/>
          </a:xfrm>
        </p:spPr>
        <p:txBody>
          <a:bodyPr/>
          <a:lstStyle/>
          <a:p>
            <a:pPr marL="0" indent="0">
              <a:spcBef>
                <a:spcPts val="500"/>
              </a:spcBef>
              <a:spcAft>
                <a:spcPts val="0"/>
              </a:spcAft>
              <a:buFont typeface="Times" charset="0"/>
              <a:buNone/>
            </a:pPr>
            <a:r>
              <a:rPr lang="en-US" sz="2800" dirty="0">
                <a:solidFill>
                  <a:schemeClr val="tx1"/>
                </a:solidFill>
                <a:latin typeface="+mn-lt"/>
              </a:rPr>
              <a:t>The ABC team determines that Baxter Battery will have these total activities for each activity cost pool:</a:t>
            </a:r>
          </a:p>
          <a:p>
            <a:pPr marL="291600" lvl="1" indent="-291600">
              <a:spcBef>
                <a:spcPts val="500"/>
              </a:spcBef>
              <a:spcAft>
                <a:spcPts val="0"/>
              </a:spcAft>
              <a:buClr>
                <a:schemeClr val="tx1"/>
              </a:buClr>
              <a:buFont typeface="Arial" panose="020B0604020202020204" pitchFamily="34" charset="0"/>
              <a:buChar char="•"/>
            </a:pPr>
            <a:r>
              <a:rPr lang="en-US" sz="2800" dirty="0">
                <a:solidFill>
                  <a:schemeClr val="tx1"/>
                </a:solidFill>
                <a:latin typeface="+mn-lt"/>
              </a:rPr>
              <a:t>10,000 customer orders,</a:t>
            </a:r>
          </a:p>
          <a:p>
            <a:pPr marL="291600" lvl="1" indent="-291600">
              <a:spcBef>
                <a:spcPts val="500"/>
              </a:spcBef>
              <a:spcAft>
                <a:spcPts val="0"/>
              </a:spcAft>
              <a:buClr>
                <a:schemeClr val="tx1"/>
              </a:buClr>
              <a:buFont typeface="Arial" panose="020B0604020202020204" pitchFamily="34" charset="0"/>
              <a:buChar char="•"/>
            </a:pPr>
            <a:r>
              <a:rPr lang="en-US" sz="2800" dirty="0">
                <a:solidFill>
                  <a:schemeClr val="tx1"/>
                </a:solidFill>
                <a:latin typeface="+mn-lt"/>
              </a:rPr>
              <a:t>4,000 design changes,</a:t>
            </a:r>
          </a:p>
          <a:p>
            <a:pPr marL="291600" lvl="1" indent="-291600">
              <a:spcBef>
                <a:spcPts val="500"/>
              </a:spcBef>
              <a:spcAft>
                <a:spcPts val="0"/>
              </a:spcAft>
              <a:buClr>
                <a:schemeClr val="tx1"/>
              </a:buClr>
              <a:buFont typeface="Arial" panose="020B0604020202020204" pitchFamily="34" charset="0"/>
              <a:buChar char="•"/>
            </a:pPr>
            <a:r>
              <a:rPr lang="en-US" sz="2800" dirty="0">
                <a:solidFill>
                  <a:schemeClr val="tx1"/>
                </a:solidFill>
                <a:latin typeface="+mn-lt"/>
              </a:rPr>
              <a:t>800,000 machine-hours,</a:t>
            </a:r>
          </a:p>
          <a:p>
            <a:pPr marL="291600" lvl="1" indent="-291600">
              <a:spcBef>
                <a:spcPts val="500"/>
              </a:spcBef>
              <a:spcAft>
                <a:spcPts val="0"/>
              </a:spcAft>
              <a:buClr>
                <a:schemeClr val="tx1"/>
              </a:buClr>
              <a:buFont typeface="Arial" panose="020B0604020202020204" pitchFamily="34" charset="0"/>
              <a:buChar char="•"/>
            </a:pPr>
            <a:r>
              <a:rPr lang="en-US" sz="2800" dirty="0">
                <a:solidFill>
                  <a:schemeClr val="tx1"/>
                </a:solidFill>
                <a:latin typeface="+mn-lt"/>
              </a:rPr>
              <a:t>2,000 customers served.</a:t>
            </a:r>
          </a:p>
        </p:txBody>
      </p:sp>
      <p:sp>
        <p:nvSpPr>
          <p:cNvPr id="5" name="Content Placeholder 4"/>
          <p:cNvSpPr>
            <a:spLocks noGrp="1"/>
          </p:cNvSpPr>
          <p:nvPr>
            <p:ph idx="13"/>
          </p:nvPr>
        </p:nvSpPr>
        <p:spPr>
          <a:xfrm>
            <a:off x="822325" y="4380482"/>
            <a:ext cx="7543800" cy="1208758"/>
          </a:xfrm>
        </p:spPr>
        <p:txBody>
          <a:bodyPr/>
          <a:lstStyle/>
          <a:p>
            <a:pPr marL="0" indent="0" algn="ctr"/>
            <a:r>
              <a:rPr lang="en-US" altLang="en-US" sz="2800" dirty="0">
                <a:solidFill>
                  <a:schemeClr val="tx1"/>
                </a:solidFill>
                <a:ea typeface="MS PGothic" pitchFamily="34" charset="-128"/>
                <a:cs typeface="Arial" panose="020B0604020202020204" pitchFamily="34" charset="0"/>
              </a:rPr>
              <a:t>Now the team can compute the individual activity rates by dividing the total cost for each activity by the total activity levels.</a:t>
            </a:r>
            <a:endParaRPr lang="en-US" sz="2800" dirty="0">
              <a:solidFill>
                <a:schemeClr val="tx1"/>
              </a:solidFill>
            </a:endParaRPr>
          </a:p>
        </p:txBody>
      </p:sp>
    </p:spTree>
    <p:extLst>
      <p:ext uri="{BB962C8B-B14F-4D97-AF65-F5344CB8AC3E}">
        <p14:creationId xmlns:p14="http://schemas.microsoft.com/office/powerpoint/2010/main" val="2962222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325" y="207264"/>
            <a:ext cx="7543800" cy="1025525"/>
          </a:xfrm>
        </p:spPr>
        <p:txBody>
          <a:bodyPr/>
          <a:lstStyle/>
          <a:p>
            <a:r>
              <a:rPr lang="en-US" dirty="0"/>
              <a:t>Calculate Activity Rates</a:t>
            </a:r>
            <a:r>
              <a:rPr lang="nb-NO" dirty="0"/>
              <a:t> </a:t>
            </a:r>
            <a:endParaRPr lang="en-IN" dirty="0"/>
          </a:p>
        </p:txBody>
      </p:sp>
      <p:pic>
        <p:nvPicPr>
          <p:cNvPr id="3" name="Picture 2" descr="Chart that has at the top four boxes that are labeled left to right as Direct Materials, Direct Labor, Shipping Costs, and Overhead Costs.  The first three boxes have an arrow extending down that is labeled Traced. These lead to a larger box at the bottom of the chart labeled Cost Objects: Products, Customer Orders, Customers."/>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39213" y="1512171"/>
            <a:ext cx="7346257" cy="4448269"/>
          </a:xfrm>
          <a:prstGeom prst="rect">
            <a:avLst/>
          </a:prstGeom>
        </p:spPr>
      </p:pic>
    </p:spTree>
    <p:extLst>
      <p:ext uri="{BB962C8B-B14F-4D97-AF65-F5344CB8AC3E}">
        <p14:creationId xmlns:p14="http://schemas.microsoft.com/office/powerpoint/2010/main" val="26052231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325" y="207264"/>
            <a:ext cx="7543800" cy="1025525"/>
          </a:xfrm>
        </p:spPr>
        <p:txBody>
          <a:bodyPr/>
          <a:lstStyle/>
          <a:p>
            <a:r>
              <a:rPr lang="en-US" dirty="0"/>
              <a:t>Calculate Activity Rates</a:t>
            </a:r>
            <a:r>
              <a:rPr lang="nb-NO" dirty="0"/>
              <a:t> </a:t>
            </a:r>
            <a:endParaRPr lang="en-IN" dirty="0"/>
          </a:p>
        </p:txBody>
      </p:sp>
      <p:pic>
        <p:nvPicPr>
          <p:cNvPr id="5" name="Picture 4" descr="Chart with at the top four boxes labeled Direct Materials, Direct Labor, Shipping Costs, and Overhead Costs.  The Overhead Costs box splits via an arrow titled First-Stage Allocation into five smaller boxes, which are labeled Customer Orders, Design Changes, Order Size, Customer Relations, and Othe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4965" y="1700808"/>
            <a:ext cx="7543800" cy="2488676"/>
          </a:xfrm>
          <a:prstGeom prst="rect">
            <a:avLst/>
          </a:prstGeom>
        </p:spPr>
      </p:pic>
      <p:sp>
        <p:nvSpPr>
          <p:cNvPr id="3" name="Content Placeholder 2"/>
          <p:cNvSpPr>
            <a:spLocks noGrp="1"/>
          </p:cNvSpPr>
          <p:nvPr>
            <p:ph idx="1"/>
          </p:nvPr>
        </p:nvSpPr>
        <p:spPr>
          <a:xfrm>
            <a:off x="822325" y="5445224"/>
            <a:ext cx="7543800" cy="726976"/>
          </a:xfrm>
        </p:spPr>
        <p:txBody>
          <a:bodyPr/>
          <a:lstStyle/>
          <a:p>
            <a:pPr algn="ctr"/>
            <a:r>
              <a:rPr lang="en-US" b="1" dirty="0">
                <a:solidFill>
                  <a:schemeClr val="tx1"/>
                </a:solidFill>
              </a:rPr>
              <a:t>Cost Objects:</a:t>
            </a:r>
          </a:p>
          <a:p>
            <a:pPr algn="ctr"/>
            <a:r>
              <a:rPr lang="en-US" b="1" dirty="0">
                <a:solidFill>
                  <a:schemeClr val="tx1"/>
                </a:solidFill>
              </a:rPr>
              <a:t>Products, Customer Orders, Customers</a:t>
            </a:r>
          </a:p>
        </p:txBody>
      </p:sp>
    </p:spTree>
    <p:extLst>
      <p:ext uri="{BB962C8B-B14F-4D97-AF65-F5344CB8AC3E}">
        <p14:creationId xmlns:p14="http://schemas.microsoft.com/office/powerpoint/2010/main" val="13377636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325" y="207264"/>
            <a:ext cx="7543800" cy="1025525"/>
          </a:xfrm>
        </p:spPr>
        <p:txBody>
          <a:bodyPr/>
          <a:lstStyle/>
          <a:p>
            <a:r>
              <a:rPr lang="en-US" dirty="0"/>
              <a:t>Calculate Activity Rates</a:t>
            </a:r>
            <a:endParaRPr lang="en-IN" dirty="0"/>
          </a:p>
        </p:txBody>
      </p:sp>
      <p:pic>
        <p:nvPicPr>
          <p:cNvPr id="3" name="Picture 2" descr="Illustration building on previous slide's diagram.&#10;"/>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99472" y="1464477"/>
            <a:ext cx="7145055" cy="4352930"/>
          </a:xfrm>
          <a:prstGeom prst="rect">
            <a:avLst/>
          </a:prstGeom>
        </p:spPr>
      </p:pic>
      <p:sp>
        <p:nvSpPr>
          <p:cNvPr id="4" name="Content Placeholder 7"/>
          <p:cNvSpPr>
            <a:spLocks noGrp="1"/>
          </p:cNvSpPr>
          <p:nvPr>
            <p:ph idx="1"/>
          </p:nvPr>
        </p:nvSpPr>
        <p:spPr>
          <a:xfrm>
            <a:off x="822325" y="5949280"/>
            <a:ext cx="7543800" cy="222920"/>
          </a:xfrm>
          <a:prstGeom prst="rect">
            <a:avLst/>
          </a:prstGeom>
        </p:spPr>
        <p:txBody>
          <a:bodyPr/>
          <a:lstStyle/>
          <a:p>
            <a:pPr algn="ctr"/>
            <a:r>
              <a:rPr lang="en-IN" sz="900" dirty="0">
                <a:solidFill>
                  <a:schemeClr val="tx1"/>
                </a:solidFill>
                <a:hlinkClick r:id="" action="ppaction://noaction"/>
              </a:rPr>
              <a:t>Access the text alternative for slide images.</a:t>
            </a:r>
          </a:p>
        </p:txBody>
      </p:sp>
    </p:spTree>
    <p:extLst>
      <p:ext uri="{BB962C8B-B14F-4D97-AF65-F5344CB8AC3E}">
        <p14:creationId xmlns:p14="http://schemas.microsoft.com/office/powerpoint/2010/main" val="331852690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325" y="192741"/>
            <a:ext cx="7543800" cy="1025525"/>
          </a:xfrm>
        </p:spPr>
        <p:txBody>
          <a:bodyPr/>
          <a:lstStyle/>
          <a:p>
            <a:r>
              <a:rPr lang="en-US" dirty="0"/>
              <a:t>Calculate Activity Rates</a:t>
            </a:r>
            <a:r>
              <a:rPr lang="nb-NO" dirty="0"/>
              <a:t> </a:t>
            </a:r>
            <a:endParaRPr lang="en-IN" dirty="0"/>
          </a:p>
        </p:txBody>
      </p:sp>
      <p:pic>
        <p:nvPicPr>
          <p:cNvPr id="4" name="Picture 3" descr="Table detailing computation of activity rates.&#10;&#10;"/>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60755" y="1650072"/>
            <a:ext cx="7728661" cy="3778835"/>
          </a:xfrm>
          <a:prstGeom prst="rect">
            <a:avLst/>
          </a:prstGeom>
        </p:spPr>
      </p:pic>
      <p:sp>
        <p:nvSpPr>
          <p:cNvPr id="5" name="Content Placeholder 7"/>
          <p:cNvSpPr>
            <a:spLocks noGrp="1"/>
          </p:cNvSpPr>
          <p:nvPr>
            <p:ph idx="1"/>
          </p:nvPr>
        </p:nvSpPr>
        <p:spPr>
          <a:xfrm>
            <a:off x="822325" y="5949280"/>
            <a:ext cx="7543800" cy="222920"/>
          </a:xfrm>
          <a:prstGeom prst="rect">
            <a:avLst/>
          </a:prstGeom>
        </p:spPr>
        <p:txBody>
          <a:bodyPr/>
          <a:lstStyle/>
          <a:p>
            <a:pPr algn="ctr"/>
            <a:r>
              <a:rPr lang="en-IN" sz="900" dirty="0">
                <a:solidFill>
                  <a:schemeClr val="tx1"/>
                </a:solidFill>
                <a:hlinkClick r:id="" action="ppaction://noaction"/>
              </a:rPr>
              <a:t>Access the text alternative for slide images.</a:t>
            </a:r>
          </a:p>
        </p:txBody>
      </p:sp>
    </p:spTree>
    <p:extLst>
      <p:ext uri="{BB962C8B-B14F-4D97-AF65-F5344CB8AC3E}">
        <p14:creationId xmlns:p14="http://schemas.microsoft.com/office/powerpoint/2010/main" val="32258534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325" y="192274"/>
            <a:ext cx="7543800" cy="1025525"/>
          </a:xfrm>
        </p:spPr>
        <p:txBody>
          <a:bodyPr>
            <a:normAutofit/>
          </a:bodyPr>
          <a:lstStyle/>
          <a:p>
            <a:r>
              <a:rPr lang="en-US" dirty="0"/>
              <a:t>Assigning Overhead to Products</a:t>
            </a:r>
            <a:endParaRPr lang="en-IN" dirty="0"/>
          </a:p>
        </p:txBody>
      </p:sp>
      <p:sp>
        <p:nvSpPr>
          <p:cNvPr id="6" name="Content Placeholder 5"/>
          <p:cNvSpPr>
            <a:spLocks noGrp="1"/>
          </p:cNvSpPr>
          <p:nvPr>
            <p:ph idx="1"/>
          </p:nvPr>
        </p:nvSpPr>
        <p:spPr>
          <a:xfrm>
            <a:off x="822325" y="1487556"/>
            <a:ext cx="7543800" cy="325016"/>
          </a:xfrm>
        </p:spPr>
        <p:txBody>
          <a:bodyPr/>
          <a:lstStyle/>
          <a:p>
            <a:pPr algn="ctr">
              <a:buFont typeface="Times" charset="0"/>
              <a:buNone/>
            </a:pPr>
            <a:r>
              <a:rPr lang="en-US" b="1" u="sng" dirty="0">
                <a:latin typeface="Calibri" charset="0"/>
                <a:cs typeface="Arial" charset="0"/>
              </a:rPr>
              <a:t>Baxter Battery Information</a:t>
            </a:r>
          </a:p>
        </p:txBody>
      </p:sp>
      <p:sp>
        <p:nvSpPr>
          <p:cNvPr id="7" name="Content Placeholder 6"/>
          <p:cNvSpPr>
            <a:spLocks noGrp="1"/>
          </p:cNvSpPr>
          <p:nvPr>
            <p:ph idx="13"/>
          </p:nvPr>
        </p:nvSpPr>
        <p:spPr>
          <a:xfrm>
            <a:off x="822325" y="1881072"/>
            <a:ext cx="7543800" cy="1944216"/>
          </a:xfrm>
        </p:spPr>
        <p:txBody>
          <a:bodyPr/>
          <a:lstStyle/>
          <a:p>
            <a:pPr marL="0" indent="0">
              <a:spcBef>
                <a:spcPts val="500"/>
              </a:spcBef>
              <a:spcAft>
                <a:spcPts val="0"/>
              </a:spcAft>
            </a:pPr>
            <a:r>
              <a:rPr lang="en-US" sz="2400" b="1" u="sng" dirty="0">
                <a:solidFill>
                  <a:schemeClr val="tx1"/>
                </a:solidFill>
              </a:rPr>
              <a:t>SureStart</a:t>
            </a:r>
            <a:endParaRPr lang="en-US" sz="2400" b="1" dirty="0">
              <a:solidFill>
                <a:schemeClr val="tx1"/>
              </a:solidFill>
            </a:endParaRPr>
          </a:p>
          <a:p>
            <a:pPr marL="403200" indent="-403200">
              <a:spcBef>
                <a:spcPts val="500"/>
              </a:spcBef>
              <a:spcAft>
                <a:spcPts val="0"/>
              </a:spcAft>
              <a:buClr>
                <a:schemeClr val="tx1"/>
              </a:buClr>
              <a:buFont typeface="+mj-lt"/>
              <a:buAutoNum type="arabicPeriod"/>
            </a:pPr>
            <a:r>
              <a:rPr lang="en-US" sz="2400" dirty="0">
                <a:solidFill>
                  <a:schemeClr val="tx1"/>
                </a:solidFill>
                <a:effectLst>
                  <a:outerShdw blurRad="38100" dist="38100" dir="2700000" algn="tl">
                    <a:srgbClr val="FFFFFF"/>
                  </a:outerShdw>
                </a:effectLst>
              </a:rPr>
              <a:t>Requires no new design resources.</a:t>
            </a:r>
          </a:p>
          <a:p>
            <a:pPr marL="403200" indent="-403200">
              <a:spcBef>
                <a:spcPts val="500"/>
              </a:spcBef>
              <a:spcAft>
                <a:spcPts val="0"/>
              </a:spcAft>
              <a:buClr>
                <a:schemeClr val="tx1"/>
              </a:buClr>
              <a:buFont typeface="+mj-lt"/>
              <a:buAutoNum type="arabicPeriod"/>
            </a:pPr>
            <a:r>
              <a:rPr lang="en-US" sz="2400" dirty="0">
                <a:solidFill>
                  <a:schemeClr val="tx1"/>
                </a:solidFill>
                <a:effectLst>
                  <a:outerShdw blurRad="38100" dist="38100" dir="2700000" algn="tl">
                    <a:srgbClr val="FFFFFF"/>
                  </a:outerShdw>
                </a:effectLst>
              </a:rPr>
              <a:t>800,000 batteries ordered with 4,000 separate orders.</a:t>
            </a:r>
          </a:p>
          <a:p>
            <a:pPr marL="403200" indent="-403200">
              <a:spcBef>
                <a:spcPts val="500"/>
              </a:spcBef>
              <a:spcAft>
                <a:spcPts val="0"/>
              </a:spcAft>
              <a:buClr>
                <a:schemeClr val="tx1"/>
              </a:buClr>
              <a:buFont typeface="+mj-lt"/>
              <a:buAutoNum type="arabicPeriod"/>
            </a:pPr>
            <a:r>
              <a:rPr lang="en-US" sz="2400" dirty="0">
                <a:solidFill>
                  <a:schemeClr val="tx1"/>
                </a:solidFill>
                <a:effectLst>
                  <a:outerShdw blurRad="38100" dist="38100" dir="2700000" algn="tl">
                    <a:srgbClr val="FFFFFF"/>
                  </a:outerShdw>
                </a:effectLst>
              </a:rPr>
              <a:t>Each SureStart requires 36 minutes of machine time for a total of 480,000 machine-hours.</a:t>
            </a:r>
            <a:endParaRPr lang="en-US" sz="2400" dirty="0">
              <a:solidFill>
                <a:schemeClr val="tx1"/>
              </a:solidFill>
            </a:endParaRPr>
          </a:p>
        </p:txBody>
      </p:sp>
      <p:sp>
        <p:nvSpPr>
          <p:cNvPr id="8" name="Content Placeholder 7"/>
          <p:cNvSpPr>
            <a:spLocks noGrp="1"/>
          </p:cNvSpPr>
          <p:nvPr>
            <p:ph idx="14"/>
          </p:nvPr>
        </p:nvSpPr>
        <p:spPr>
          <a:xfrm>
            <a:off x="822325" y="3877418"/>
            <a:ext cx="7543800" cy="2287886"/>
          </a:xfrm>
        </p:spPr>
        <p:txBody>
          <a:bodyPr/>
          <a:lstStyle/>
          <a:p>
            <a:pPr marL="0" indent="0">
              <a:spcBef>
                <a:spcPts val="500"/>
              </a:spcBef>
              <a:spcAft>
                <a:spcPts val="0"/>
              </a:spcAft>
              <a:defRPr/>
            </a:pPr>
            <a:r>
              <a:rPr lang="en-US" altLang="en-US" sz="2400" b="1" u="sng" dirty="0">
                <a:solidFill>
                  <a:schemeClr val="tx1"/>
                </a:solidFill>
              </a:rPr>
              <a:t>LongLife</a:t>
            </a:r>
          </a:p>
          <a:p>
            <a:pPr marL="403200" indent="-403200">
              <a:spcBef>
                <a:spcPts val="500"/>
              </a:spcBef>
              <a:spcAft>
                <a:spcPts val="0"/>
              </a:spcAft>
              <a:buClr>
                <a:schemeClr val="tx1"/>
              </a:buClr>
              <a:buFont typeface="+mj-lt"/>
              <a:buAutoNum type="arabicPeriod"/>
              <a:defRPr/>
            </a:pPr>
            <a:r>
              <a:rPr lang="en-US" altLang="en-US" sz="2400" dirty="0">
                <a:solidFill>
                  <a:schemeClr val="tx1"/>
                </a:solidFill>
              </a:rPr>
              <a:t>Requires new design resources.</a:t>
            </a:r>
          </a:p>
          <a:p>
            <a:pPr marL="403200" indent="-403200">
              <a:spcBef>
                <a:spcPts val="500"/>
              </a:spcBef>
              <a:spcAft>
                <a:spcPts val="0"/>
              </a:spcAft>
              <a:buClr>
                <a:schemeClr val="tx1"/>
              </a:buClr>
              <a:buFont typeface="+mj-lt"/>
              <a:buAutoNum type="arabicPeriod"/>
              <a:defRPr/>
            </a:pPr>
            <a:r>
              <a:rPr lang="en-US" altLang="en-US" sz="2400" dirty="0">
                <a:solidFill>
                  <a:schemeClr val="tx1"/>
                </a:solidFill>
              </a:rPr>
              <a:t>400,000 batteries ordered with 6,000 separate orders.</a:t>
            </a:r>
          </a:p>
          <a:p>
            <a:pPr marL="403200" indent="-403200">
              <a:spcBef>
                <a:spcPts val="500"/>
              </a:spcBef>
              <a:spcAft>
                <a:spcPts val="0"/>
              </a:spcAft>
              <a:buClr>
                <a:schemeClr val="tx1"/>
              </a:buClr>
              <a:buFont typeface="+mj-lt"/>
              <a:buAutoNum type="arabicPeriod"/>
              <a:defRPr/>
            </a:pPr>
            <a:r>
              <a:rPr lang="en-US" altLang="en-US" sz="2400" dirty="0">
                <a:solidFill>
                  <a:schemeClr val="tx1"/>
                </a:solidFill>
              </a:rPr>
              <a:t>4,000 custom designs prepared.</a:t>
            </a:r>
          </a:p>
          <a:p>
            <a:pPr marL="403200" indent="-403200">
              <a:spcBef>
                <a:spcPts val="500"/>
              </a:spcBef>
              <a:spcAft>
                <a:spcPts val="0"/>
              </a:spcAft>
              <a:buClr>
                <a:schemeClr val="tx1"/>
              </a:buClr>
              <a:buFont typeface="+mj-lt"/>
              <a:buAutoNum type="arabicPeriod"/>
              <a:defRPr/>
            </a:pPr>
            <a:r>
              <a:rPr lang="en-US" altLang="en-US" sz="2400" dirty="0">
                <a:solidFill>
                  <a:schemeClr val="tx1"/>
                </a:solidFill>
                <a:effectLst>
                  <a:outerShdw blurRad="38100" dist="38100" dir="2700000" algn="tl">
                    <a:srgbClr val="FFFFFF"/>
                  </a:outerShdw>
                </a:effectLst>
              </a:rPr>
              <a:t>Each LongLife requires 48 minutes of machine time for a total of 320,000 machine-hours.</a:t>
            </a:r>
            <a:endParaRPr lang="en-US" sz="2400" dirty="0">
              <a:solidFill>
                <a:schemeClr val="tx1"/>
              </a:solidFill>
            </a:endParaRPr>
          </a:p>
        </p:txBody>
      </p:sp>
    </p:spTree>
    <p:extLst>
      <p:ext uri="{BB962C8B-B14F-4D97-AF65-F5344CB8AC3E}">
        <p14:creationId xmlns:p14="http://schemas.microsoft.com/office/powerpoint/2010/main" val="29405249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Assigning Overhead to Products</a:t>
            </a:r>
            <a:r>
              <a:rPr lang="nb-NO" dirty="0"/>
              <a:t> </a:t>
            </a:r>
            <a:endParaRPr lang="en-IN" dirty="0"/>
          </a:p>
        </p:txBody>
      </p:sp>
      <p:pic>
        <p:nvPicPr>
          <p:cNvPr id="8" name="Picture 7" descr="Table of overhead cost for the SureStart&#10;&#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9244" y="1412775"/>
            <a:ext cx="6576298" cy="1904719"/>
          </a:xfrm>
          <a:prstGeom prst="rect">
            <a:avLst/>
          </a:prstGeom>
        </p:spPr>
      </p:pic>
      <p:pic>
        <p:nvPicPr>
          <p:cNvPr id="11" name="Picture 10" descr="Table of overhead cost for the LongLife&#10;&#10;&#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600" y="3472320"/>
            <a:ext cx="6541274" cy="1878571"/>
          </a:xfrm>
          <a:prstGeom prst="rect">
            <a:avLst/>
          </a:prstGeom>
        </p:spPr>
      </p:pic>
      <p:sp>
        <p:nvSpPr>
          <p:cNvPr id="3" name="Content Placeholder 2"/>
          <p:cNvSpPr>
            <a:spLocks noGrp="1"/>
          </p:cNvSpPr>
          <p:nvPr>
            <p:ph idx="1"/>
          </p:nvPr>
        </p:nvSpPr>
        <p:spPr>
          <a:xfrm>
            <a:off x="822325" y="5445224"/>
            <a:ext cx="7543800" cy="351656"/>
          </a:xfrm>
        </p:spPr>
        <p:txBody>
          <a:bodyPr/>
          <a:lstStyle/>
          <a:p>
            <a:pPr marL="0" indent="0"/>
            <a:r>
              <a:rPr lang="en-US" b="1" dirty="0">
                <a:solidFill>
                  <a:schemeClr val="tx1"/>
                </a:solidFill>
                <a:ea typeface="MS PGothic" pitchFamily="34" charset="-128"/>
              </a:rPr>
              <a:t>$4,928,000 + $7,832,000 + $9,240,000 (not assigned) = $22,000,000</a:t>
            </a:r>
          </a:p>
        </p:txBody>
      </p:sp>
      <p:sp>
        <p:nvSpPr>
          <p:cNvPr id="4" name="Content Placeholder 3"/>
          <p:cNvSpPr>
            <a:spLocks noGrp="1"/>
          </p:cNvSpPr>
          <p:nvPr>
            <p:ph idx="13"/>
          </p:nvPr>
        </p:nvSpPr>
        <p:spPr>
          <a:xfrm>
            <a:off x="822325" y="5949280"/>
            <a:ext cx="7543800" cy="222440"/>
          </a:xfrm>
        </p:spPr>
        <p:txBody>
          <a:bodyPr/>
          <a:lstStyle/>
          <a:p>
            <a:pPr algn="ctr"/>
            <a:r>
              <a:rPr lang="en-IN" sz="900" dirty="0">
                <a:solidFill>
                  <a:schemeClr val="tx1"/>
                </a:solidFill>
                <a:hlinkClick r:id="" action="ppaction://noaction"/>
              </a:rPr>
              <a:t>Access the text alternative for slide images.</a:t>
            </a:r>
          </a:p>
        </p:txBody>
      </p:sp>
    </p:spTree>
    <p:extLst>
      <p:ext uri="{BB962C8B-B14F-4D97-AF65-F5344CB8AC3E}">
        <p14:creationId xmlns:p14="http://schemas.microsoft.com/office/powerpoint/2010/main" val="37352263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325" y="192741"/>
            <a:ext cx="7543800" cy="1025525"/>
          </a:xfrm>
        </p:spPr>
        <p:txBody>
          <a:bodyPr/>
          <a:lstStyle/>
          <a:p>
            <a:endParaRPr lang="en-IN" dirty="0"/>
          </a:p>
        </p:txBody>
      </p:sp>
      <p:sp>
        <p:nvSpPr>
          <p:cNvPr id="3" name="Content Placeholder 2"/>
          <p:cNvSpPr>
            <a:spLocks noGrp="1"/>
          </p:cNvSpPr>
          <p:nvPr>
            <p:ph idx="1"/>
          </p:nvPr>
        </p:nvSpPr>
        <p:spPr>
          <a:xfrm>
            <a:off x="822325" y="2569096"/>
            <a:ext cx="7543800" cy="2917304"/>
          </a:xfrm>
          <a:ln>
            <a:solidFill>
              <a:schemeClr val="tx1"/>
            </a:solidFill>
          </a:ln>
        </p:spPr>
        <p:txBody>
          <a:bodyPr anchor="ctr"/>
          <a:lstStyle/>
          <a:p>
            <a:pPr algn="ctr">
              <a:spcBef>
                <a:spcPct val="50000"/>
              </a:spcBef>
              <a:defRPr/>
            </a:pPr>
            <a:r>
              <a:rPr lang="en-US" altLang="en-US" sz="4000" b="1" dirty="0">
                <a:solidFill>
                  <a:schemeClr val="tx1"/>
                </a:solidFill>
                <a:latin typeface="Calibri"/>
                <a:cs typeface="Calibri"/>
              </a:rPr>
              <a:t>Use activity-based costing to compute product and customer margins</a:t>
            </a:r>
            <a:r>
              <a:rPr lang="en-US" altLang="en-US" sz="3400" dirty="0">
                <a:solidFill>
                  <a:schemeClr val="tx1"/>
                </a:solidFill>
                <a:latin typeface="Calibri"/>
                <a:cs typeface="Calibri"/>
              </a:rPr>
              <a:t>.</a:t>
            </a:r>
          </a:p>
        </p:txBody>
      </p:sp>
    </p:spTree>
    <p:extLst>
      <p:ext uri="{BB962C8B-B14F-4D97-AF65-F5344CB8AC3E}">
        <p14:creationId xmlns:p14="http://schemas.microsoft.com/office/powerpoint/2010/main" val="27098260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325" y="192741"/>
            <a:ext cx="7543800" cy="1025525"/>
          </a:xfrm>
        </p:spPr>
        <p:txBody>
          <a:bodyPr>
            <a:normAutofit/>
          </a:bodyPr>
          <a:lstStyle/>
          <a:p>
            <a:r>
              <a:rPr lang="en-US" dirty="0"/>
              <a:t>Prepare Management Reports</a:t>
            </a:r>
            <a:r>
              <a:rPr lang="nb-NO" dirty="0"/>
              <a:t> </a:t>
            </a:r>
            <a:endParaRPr lang="en-IN" dirty="0"/>
          </a:p>
        </p:txBody>
      </p:sp>
      <p:sp>
        <p:nvSpPr>
          <p:cNvPr id="7" name="Content Placeholder 6"/>
          <p:cNvSpPr>
            <a:spLocks noGrp="1"/>
          </p:cNvSpPr>
          <p:nvPr>
            <p:ph idx="13"/>
          </p:nvPr>
        </p:nvSpPr>
        <p:spPr>
          <a:xfrm>
            <a:off x="822325" y="1556792"/>
            <a:ext cx="7350075" cy="1368152"/>
          </a:xfrm>
        </p:spPr>
        <p:txBody>
          <a:bodyPr/>
          <a:lstStyle/>
          <a:p>
            <a:pPr marL="0" indent="0" algn="ctr" eaLnBrk="1" hangingPunct="1">
              <a:spcBef>
                <a:spcPct val="30000"/>
              </a:spcBef>
            </a:pPr>
            <a:r>
              <a:rPr lang="en-US" sz="2800" b="1" u="sng" dirty="0">
                <a:solidFill>
                  <a:schemeClr val="tx1"/>
                </a:solidFill>
              </a:rPr>
              <a:t>Product Margin Calculations</a:t>
            </a:r>
          </a:p>
          <a:p>
            <a:pPr algn="ctr" eaLnBrk="1" hangingPunct="1">
              <a:spcBef>
                <a:spcPct val="30000"/>
              </a:spcBef>
            </a:pPr>
            <a:r>
              <a:rPr lang="en-US" sz="2800" dirty="0">
                <a:solidFill>
                  <a:schemeClr val="tx1"/>
                </a:solidFill>
              </a:rPr>
              <a:t>The first step in computing product margins is to gather each product’s sales and direct cost data.</a:t>
            </a:r>
          </a:p>
        </p:txBody>
      </p:sp>
      <p:graphicFrame>
        <p:nvGraphicFramePr>
          <p:cNvPr id="3" name="Table 2"/>
          <p:cNvGraphicFramePr>
            <a:graphicFrameLocks noGrp="1"/>
          </p:cNvGraphicFramePr>
          <p:nvPr/>
        </p:nvGraphicFramePr>
        <p:xfrm>
          <a:off x="1546225" y="3429000"/>
          <a:ext cx="6410151" cy="2225040"/>
        </p:xfrm>
        <a:graphic>
          <a:graphicData uri="http://schemas.openxmlformats.org/drawingml/2006/table">
            <a:tbl>
              <a:tblPr firstRow="1" bandRow="1">
                <a:tableStyleId>{5C22544A-7EE6-4342-B048-85BDC9FD1C3A}</a:tableStyleId>
              </a:tblPr>
              <a:tblGrid>
                <a:gridCol w="1873647">
                  <a:extLst>
                    <a:ext uri="{9D8B030D-6E8A-4147-A177-3AD203B41FA5}">
                      <a16:colId xmlns:a16="http://schemas.microsoft.com/office/drawing/2014/main" val="787417467"/>
                    </a:ext>
                  </a:extLst>
                </a:gridCol>
                <a:gridCol w="1512168">
                  <a:extLst>
                    <a:ext uri="{9D8B030D-6E8A-4147-A177-3AD203B41FA5}">
                      <a16:colId xmlns:a16="http://schemas.microsoft.com/office/drawing/2014/main" val="3161414894"/>
                    </a:ext>
                  </a:extLst>
                </a:gridCol>
                <a:gridCol w="1440160">
                  <a:extLst>
                    <a:ext uri="{9D8B030D-6E8A-4147-A177-3AD203B41FA5}">
                      <a16:colId xmlns:a16="http://schemas.microsoft.com/office/drawing/2014/main" val="1498276297"/>
                    </a:ext>
                  </a:extLst>
                </a:gridCol>
                <a:gridCol w="1584176">
                  <a:extLst>
                    <a:ext uri="{9D8B030D-6E8A-4147-A177-3AD203B41FA5}">
                      <a16:colId xmlns:a16="http://schemas.microsoft.com/office/drawing/2014/main" val="2435063752"/>
                    </a:ext>
                  </a:extLst>
                </a:gridCol>
              </a:tblGrid>
              <a:tr h="370840">
                <a:tc>
                  <a:txBody>
                    <a:bodyPr/>
                    <a:lstStyle/>
                    <a:p>
                      <a:r>
                        <a:rPr lang="en-IN" b="1" dirty="0">
                          <a:solidFill>
                            <a:srgbClr val="FFFFFF"/>
                          </a:solidFill>
                        </a:rPr>
                        <a:t>Blank</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b="1" dirty="0">
                          <a:solidFill>
                            <a:schemeClr val="tx1"/>
                          </a:solidFill>
                        </a:rPr>
                        <a:t>SureStarts</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b="1" dirty="0">
                          <a:solidFill>
                            <a:schemeClr val="tx1"/>
                          </a:solidFill>
                        </a:rPr>
                        <a:t>Long</a:t>
                      </a:r>
                      <a:r>
                        <a:rPr lang="en-IN" b="1" baseline="0" dirty="0">
                          <a:solidFill>
                            <a:schemeClr val="tx1"/>
                          </a:solidFill>
                        </a:rPr>
                        <a:t>Lifes</a:t>
                      </a:r>
                      <a:endParaRPr lang="en-IN" b="1" dirty="0">
                        <a:solidFill>
                          <a:schemeClr val="tx1"/>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b="1" dirty="0">
                          <a:solidFill>
                            <a:schemeClr val="tx1"/>
                          </a:solidFill>
                        </a:rPr>
                        <a:t>Total</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88803980"/>
                  </a:ext>
                </a:extLst>
              </a:tr>
              <a:tr h="370840">
                <a:tc>
                  <a:txBody>
                    <a:bodyPr/>
                    <a:lstStyle/>
                    <a:p>
                      <a:r>
                        <a:rPr lang="en-IN" dirty="0"/>
                        <a:t>Sales</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IN" dirty="0"/>
                        <a:t>$ 31,300,000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IN" dirty="0"/>
                        <a:t>$ 18,700,000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IN" dirty="0"/>
                        <a:t>$ 50,000,000</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1352276"/>
                  </a:ext>
                </a:extLst>
              </a:tr>
              <a:tr h="370840">
                <a:tc>
                  <a:txBody>
                    <a:bodyPr/>
                    <a:lstStyle/>
                    <a:p>
                      <a:r>
                        <a:rPr lang="en-IN" dirty="0"/>
                        <a:t>Direct costs</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IN"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IN"/>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06977752"/>
                  </a:ext>
                </a:extLst>
              </a:tr>
              <a:tr h="370840">
                <a:tc>
                  <a:txBody>
                    <a:bodyPr/>
                    <a:lstStyle/>
                    <a:p>
                      <a:r>
                        <a:rPr lang="en-IN" dirty="0"/>
                        <a:t>  Direct</a:t>
                      </a:r>
                      <a:r>
                        <a:rPr lang="en-IN" baseline="0" dirty="0"/>
                        <a:t> material</a:t>
                      </a:r>
                      <a:endParaRPr lang="en-IN"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dirty="0"/>
                        <a:t>    9,000,000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dirty="0"/>
                        <a:t>    6,000,000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dirty="0"/>
                        <a:t>   15,000,000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15934398"/>
                  </a:ext>
                </a:extLst>
              </a:tr>
              <a:tr h="370840">
                <a:tc>
                  <a:txBody>
                    <a:bodyPr/>
                    <a:lstStyle/>
                    <a:p>
                      <a:r>
                        <a:rPr lang="en-IN" dirty="0"/>
                        <a:t>  Direct labor</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dirty="0"/>
                        <a:t>    7,000,000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dirty="0"/>
                        <a:t>    5,000,000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dirty="0"/>
                        <a:t>   12,000,000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32743138"/>
                  </a:ext>
                </a:extLst>
              </a:tr>
              <a:tr h="370840">
                <a:tc>
                  <a:txBody>
                    <a:bodyPr/>
                    <a:lstStyle/>
                    <a:p>
                      <a:r>
                        <a:rPr lang="en-IN" dirty="0"/>
                        <a:t>  Shipping</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dirty="0"/>
                        <a:t>    2,000,000</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dirty="0"/>
                        <a:t>    1,000,000</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dirty="0"/>
                        <a:t>     3,000,000</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07072721"/>
                  </a:ext>
                </a:extLst>
              </a:tr>
            </a:tbl>
          </a:graphicData>
        </a:graphic>
      </p:graphicFrame>
    </p:spTree>
    <p:extLst>
      <p:ext uri="{BB962C8B-B14F-4D97-AF65-F5344CB8AC3E}">
        <p14:creationId xmlns:p14="http://schemas.microsoft.com/office/powerpoint/2010/main" val="18301331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Grp="1" noChangeArrowheads="1"/>
          </p:cNvSpPr>
          <p:nvPr>
            <p:ph type="title"/>
          </p:nvPr>
        </p:nvSpPr>
        <p:spPr>
          <a:xfrm>
            <a:off x="822325" y="192741"/>
            <a:ext cx="7543800" cy="1025525"/>
          </a:xfrm>
        </p:spPr>
        <p:txBody>
          <a:bodyPr wrap="square" numCol="1" anchorCtr="0" compatLnSpc="1">
            <a:prstTxWarp prst="textNoShape">
              <a:avLst/>
            </a:prstTxWarp>
          </a:bodyPr>
          <a:lstStyle/>
          <a:p>
            <a:r>
              <a:rPr lang="en-US" sz="3600" dirty="0"/>
              <a:t>Prepare Management Reports</a:t>
            </a:r>
            <a:r>
              <a:rPr lang="nb-NO" sz="3600" dirty="0"/>
              <a:t> </a:t>
            </a:r>
          </a:p>
        </p:txBody>
      </p:sp>
      <p:sp>
        <p:nvSpPr>
          <p:cNvPr id="5" name="Content Placeholder 4"/>
          <p:cNvSpPr>
            <a:spLocks noGrp="1"/>
          </p:cNvSpPr>
          <p:nvPr>
            <p:ph idx="1"/>
          </p:nvPr>
        </p:nvSpPr>
        <p:spPr>
          <a:xfrm>
            <a:off x="417760" y="1303784"/>
            <a:ext cx="8352928" cy="1693168"/>
          </a:xfrm>
        </p:spPr>
        <p:txBody>
          <a:bodyPr/>
          <a:lstStyle/>
          <a:p>
            <a:pPr marL="0" indent="0" algn="ctr" eaLnBrk="1" hangingPunct="1">
              <a:spcBef>
                <a:spcPct val="20000"/>
              </a:spcBef>
            </a:pPr>
            <a:r>
              <a:rPr lang="en-US" sz="2800" b="1" u="sng" dirty="0">
                <a:solidFill>
                  <a:schemeClr val="tx1"/>
                </a:solidFill>
              </a:rPr>
              <a:t>Product Margin Calculations</a:t>
            </a:r>
          </a:p>
          <a:p>
            <a:pPr marL="0" indent="0" algn="ctr" eaLnBrk="1" hangingPunct="1">
              <a:spcBef>
                <a:spcPct val="20000"/>
              </a:spcBef>
            </a:pPr>
            <a:r>
              <a:rPr lang="en-US" sz="2800" dirty="0">
                <a:solidFill>
                  <a:schemeClr val="tx1"/>
                </a:solidFill>
              </a:rPr>
              <a:t>The second step in computing product margins is to incorporate the previously computed </a:t>
            </a:r>
            <a:r>
              <a:rPr lang="en-US" sz="2800" b="1" dirty="0">
                <a:solidFill>
                  <a:schemeClr val="tx1"/>
                </a:solidFill>
              </a:rPr>
              <a:t>activity-based cost assignments</a:t>
            </a:r>
            <a:r>
              <a:rPr lang="en-US" sz="2800" dirty="0">
                <a:solidFill>
                  <a:schemeClr val="tx1"/>
                </a:solidFill>
              </a:rPr>
              <a:t> pertaining to each product.</a:t>
            </a:r>
          </a:p>
        </p:txBody>
      </p:sp>
      <p:graphicFrame>
        <p:nvGraphicFramePr>
          <p:cNvPr id="2" name="Table 1"/>
          <p:cNvGraphicFramePr>
            <a:graphicFrameLocks noGrp="1"/>
          </p:cNvGraphicFramePr>
          <p:nvPr/>
        </p:nvGraphicFramePr>
        <p:xfrm>
          <a:off x="1057165" y="3075944"/>
          <a:ext cx="7074119" cy="3233376"/>
        </p:xfrm>
        <a:graphic>
          <a:graphicData uri="http://schemas.openxmlformats.org/drawingml/2006/table">
            <a:tbl>
              <a:tblPr firstRow="1" bandRow="1">
                <a:tableStyleId>{5C22544A-7EE6-4342-B048-85BDC9FD1C3A}</a:tableStyleId>
              </a:tblPr>
              <a:tblGrid>
                <a:gridCol w="2465607">
                  <a:extLst>
                    <a:ext uri="{9D8B030D-6E8A-4147-A177-3AD203B41FA5}">
                      <a16:colId xmlns:a16="http://schemas.microsoft.com/office/drawing/2014/main" val="1579053039"/>
                    </a:ext>
                  </a:extLst>
                </a:gridCol>
                <a:gridCol w="1512168">
                  <a:extLst>
                    <a:ext uri="{9D8B030D-6E8A-4147-A177-3AD203B41FA5}">
                      <a16:colId xmlns:a16="http://schemas.microsoft.com/office/drawing/2014/main" val="3146203643"/>
                    </a:ext>
                  </a:extLst>
                </a:gridCol>
                <a:gridCol w="1440160">
                  <a:extLst>
                    <a:ext uri="{9D8B030D-6E8A-4147-A177-3AD203B41FA5}">
                      <a16:colId xmlns:a16="http://schemas.microsoft.com/office/drawing/2014/main" val="3383014886"/>
                    </a:ext>
                  </a:extLst>
                </a:gridCol>
                <a:gridCol w="1656184">
                  <a:extLst>
                    <a:ext uri="{9D8B030D-6E8A-4147-A177-3AD203B41FA5}">
                      <a16:colId xmlns:a16="http://schemas.microsoft.com/office/drawing/2014/main" val="3873982482"/>
                    </a:ext>
                  </a:extLst>
                </a:gridCol>
              </a:tblGrid>
              <a:tr h="370840">
                <a:tc>
                  <a:txBody>
                    <a:bodyPr/>
                    <a:lstStyle/>
                    <a:p>
                      <a:r>
                        <a:rPr lang="en-IN" sz="1400" dirty="0">
                          <a:solidFill>
                            <a:srgbClr val="FFFFFF"/>
                          </a:solidFill>
                        </a:rPr>
                        <a:t>Blank</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a:txBody>
                    <a:bodyPr/>
                    <a:lstStyle/>
                    <a:p>
                      <a:pPr algn="ctr"/>
                      <a:r>
                        <a:rPr lang="en-IN" sz="1400" dirty="0">
                          <a:solidFill>
                            <a:schemeClr val="tx1"/>
                          </a:solidFill>
                        </a:rPr>
                        <a:t>Sure</a:t>
                      </a:r>
                      <a:r>
                        <a:rPr lang="en-IN" sz="1400" baseline="0" dirty="0">
                          <a:solidFill>
                            <a:schemeClr val="tx1"/>
                          </a:solidFill>
                        </a:rPr>
                        <a:t>Starts</a:t>
                      </a:r>
                      <a:endParaRPr lang="en-IN" sz="1400" dirty="0">
                        <a:solidFill>
                          <a:schemeClr val="tx1"/>
                        </a:solidFill>
                      </a:endParaRP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sz="1400" dirty="0">
                          <a:solidFill>
                            <a:schemeClr val="tx1"/>
                          </a:solidFill>
                        </a:rPr>
                        <a:t>LongLifes</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IN" sz="1400" dirty="0">
                          <a:solidFill>
                            <a:schemeClr val="tx1"/>
                          </a:solidFill>
                        </a:rPr>
                        <a:t>Total</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303227"/>
                  </a:ext>
                </a:extLst>
              </a:tr>
              <a:tr h="359832">
                <a:tc>
                  <a:txBody>
                    <a:bodyPr/>
                    <a:lstStyle/>
                    <a:p>
                      <a:r>
                        <a:rPr lang="en-IN" sz="1400" dirty="0"/>
                        <a:t>Sales</a:t>
                      </a:r>
                    </a:p>
                  </a:txBody>
                  <a:tcPr>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$ 31,300,000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$ 18,700,000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$ 50,000,000</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49397095"/>
                  </a:ext>
                </a:extLst>
              </a:tr>
              <a:tr h="282104">
                <a:tc>
                  <a:txBody>
                    <a:bodyPr/>
                    <a:lstStyle/>
                    <a:p>
                      <a:r>
                        <a:rPr lang="en-IN" sz="1400" dirty="0"/>
                        <a:t>Direct costs</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kumimoji="0" lang="en-IN" sz="1400" b="1" i="0" u="none" strike="noStrike" kern="1200" cap="none" spc="0" normalizeH="0" baseline="0" noProof="0">
                          <a:ln>
                            <a:noFill/>
                          </a:ln>
                          <a:solidFill>
                            <a:srgbClr val="FFFFFF"/>
                          </a:solidFill>
                          <a:effectLst/>
                          <a:uLnTx/>
                          <a:uFillTx/>
                          <a:latin typeface="Calibri"/>
                          <a:ea typeface="+mn-ea"/>
                          <a:cs typeface="+mn-cs"/>
                        </a:rPr>
                        <a:t>Blank</a:t>
                      </a:r>
                      <a:endParaRPr lang="en-IN"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kumimoji="0" lang="en-IN" sz="1400" b="1" i="0" u="none" strike="noStrike" kern="1200" cap="none" spc="0" normalizeH="0" baseline="0" noProof="0">
                          <a:ln>
                            <a:noFill/>
                          </a:ln>
                          <a:solidFill>
                            <a:srgbClr val="FFFFFF"/>
                          </a:solidFill>
                          <a:effectLst/>
                          <a:uLnTx/>
                          <a:uFillTx/>
                          <a:latin typeface="Calibri"/>
                          <a:ea typeface="+mn-ea"/>
                          <a:cs typeface="+mn-cs"/>
                        </a:rPr>
                        <a:t>Blank</a:t>
                      </a:r>
                      <a:endParaRPr lang="en-IN" sz="140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kumimoji="0" lang="en-IN" sz="1400" b="1" i="0" u="none" strike="noStrike" kern="1200" cap="none" spc="0" normalizeH="0" baseline="0" noProof="0" dirty="0">
                          <a:ln>
                            <a:noFill/>
                          </a:ln>
                          <a:solidFill>
                            <a:srgbClr val="FFFFFF"/>
                          </a:solidFill>
                          <a:effectLst/>
                          <a:uLnTx/>
                          <a:uFillTx/>
                          <a:latin typeface="Calibri"/>
                          <a:ea typeface="+mn-ea"/>
                          <a:cs typeface="+mn-cs"/>
                        </a:rPr>
                        <a:t>Blank</a:t>
                      </a:r>
                      <a:endParaRPr lang="en-IN" sz="14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04308397"/>
                  </a:ext>
                </a:extLst>
              </a:tr>
              <a:tr h="276384">
                <a:tc>
                  <a:txBody>
                    <a:bodyPr/>
                    <a:lstStyle/>
                    <a:p>
                      <a:r>
                        <a:rPr lang="en-IN" sz="1400" dirty="0"/>
                        <a:t>   Direct material</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9,000,000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6,000,000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15,000,000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82164294"/>
                  </a:ext>
                </a:extLst>
              </a:tr>
              <a:tr h="342672">
                <a:tc>
                  <a:txBody>
                    <a:bodyPr/>
                    <a:lstStyle/>
                    <a:p>
                      <a:r>
                        <a:rPr lang="en-IN" sz="1400" dirty="0"/>
                        <a:t>   Direct labor</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7,000,000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5,000,000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12,000,000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8679736"/>
                  </a:ext>
                </a:extLst>
              </a:tr>
              <a:tr h="264944">
                <a:tc>
                  <a:txBody>
                    <a:bodyPr/>
                    <a:lstStyle/>
                    <a:p>
                      <a:r>
                        <a:rPr lang="en-IN" sz="1400" dirty="0"/>
                        <a:t>   Shipping</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2,000,000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1,000,000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3,000,000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66947075"/>
                  </a:ext>
                </a:extLst>
              </a:tr>
              <a:tr h="331232">
                <a:tc>
                  <a:txBody>
                    <a:bodyPr/>
                    <a:lstStyle/>
                    <a:p>
                      <a:r>
                        <a:rPr lang="en-IN" sz="1400" b="1" dirty="0"/>
                        <a:t>ABC cost assignments</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kumimoji="0" lang="en-IN" sz="1400" b="1" i="0" u="none" strike="noStrike" kern="1200" cap="none" spc="0" normalizeH="0" baseline="0" noProof="0">
                          <a:ln>
                            <a:noFill/>
                          </a:ln>
                          <a:solidFill>
                            <a:srgbClr val="FFFFFF"/>
                          </a:solidFill>
                          <a:effectLst/>
                          <a:uLnTx/>
                          <a:uFillTx/>
                          <a:latin typeface="Calibri"/>
                          <a:ea typeface="+mn-ea"/>
                          <a:cs typeface="+mn-cs"/>
                        </a:rPr>
                        <a:t>Blank</a:t>
                      </a:r>
                      <a:endParaRPr lang="en-IN"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kumimoji="0" lang="en-IN" sz="1400" b="1" i="0" u="none" strike="noStrike" kern="1200" cap="none" spc="0" normalizeH="0" baseline="0" noProof="0">
                          <a:ln>
                            <a:noFill/>
                          </a:ln>
                          <a:solidFill>
                            <a:srgbClr val="FFFFFF"/>
                          </a:solidFill>
                          <a:effectLst/>
                          <a:uLnTx/>
                          <a:uFillTx/>
                          <a:latin typeface="Calibri"/>
                          <a:ea typeface="+mn-ea"/>
                          <a:cs typeface="+mn-cs"/>
                        </a:rPr>
                        <a:t>Blank</a:t>
                      </a:r>
                      <a:endParaRPr lang="en-IN"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kumimoji="0" lang="en-IN" sz="1400" b="1" i="0" u="none" strike="noStrike" kern="1200" cap="none" spc="0" normalizeH="0" baseline="0" noProof="0" dirty="0">
                          <a:ln>
                            <a:noFill/>
                          </a:ln>
                          <a:solidFill>
                            <a:srgbClr val="FFFFFF"/>
                          </a:solidFill>
                          <a:effectLst/>
                          <a:uLnTx/>
                          <a:uFillTx/>
                          <a:latin typeface="Calibri"/>
                          <a:ea typeface="+mn-ea"/>
                          <a:cs typeface="+mn-cs"/>
                        </a:rPr>
                        <a:t>Blank</a:t>
                      </a:r>
                      <a:endParaRPr lang="en-IN" sz="14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871916"/>
                  </a:ext>
                </a:extLst>
              </a:tr>
              <a:tr h="253504">
                <a:tc>
                  <a:txBody>
                    <a:bodyPr/>
                    <a:lstStyle/>
                    <a:p>
                      <a:r>
                        <a:rPr lang="en-IN" sz="1400" dirty="0"/>
                        <a:t>   Customer orders</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1,808,000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2,712,000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4,520,000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71716250"/>
                  </a:ext>
                </a:extLst>
              </a:tr>
              <a:tr h="288880">
                <a:tc>
                  <a:txBody>
                    <a:bodyPr/>
                    <a:lstStyle/>
                    <a:p>
                      <a:r>
                        <a:rPr lang="en-IN" sz="1400" dirty="0"/>
                        <a:t>   Design changes</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1400" dirty="0">
                          <a:solidFill>
                            <a:srgbClr val="FFFFFF"/>
                          </a:solidFill>
                        </a:rPr>
                        <a:t>Blank</a:t>
                      </a:r>
                      <a:endParaRPr lang="en-IN" sz="14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3,040,000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3,040,000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58133649"/>
                  </a:ext>
                </a:extLst>
              </a:tr>
              <a:tr h="283160">
                <a:tc>
                  <a:txBody>
                    <a:bodyPr/>
                    <a:lstStyle/>
                    <a:p>
                      <a:r>
                        <a:rPr lang="en-IN" sz="1400" dirty="0"/>
                        <a:t>   Order size</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sz="1400" dirty="0"/>
                        <a:t>     3,120,000</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sz="1400" dirty="0"/>
                        <a:t>     2,080,000</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sz="1400" dirty="0"/>
                        <a:t>     5,200,000</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75026627"/>
                  </a:ext>
                </a:extLst>
              </a:tr>
            </a:tbl>
          </a:graphicData>
        </a:graphic>
      </p:graphicFrame>
    </p:spTree>
    <p:extLst>
      <p:ext uri="{BB962C8B-B14F-4D97-AF65-F5344CB8AC3E}">
        <p14:creationId xmlns:p14="http://schemas.microsoft.com/office/powerpoint/2010/main" val="19858670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3"/>
          <p:cNvSpPr>
            <a:spLocks noGrp="1" noChangeArrowheads="1"/>
          </p:cNvSpPr>
          <p:nvPr>
            <p:ph type="title"/>
          </p:nvPr>
        </p:nvSpPr>
        <p:spPr>
          <a:xfrm>
            <a:off x="822325" y="192741"/>
            <a:ext cx="7543800" cy="1025525"/>
          </a:xfrm>
        </p:spPr>
        <p:txBody>
          <a:bodyPr wrap="square" numCol="1" anchorCtr="0" compatLnSpc="1">
            <a:prstTxWarp prst="textNoShape">
              <a:avLst/>
            </a:prstTxWarp>
          </a:bodyPr>
          <a:lstStyle/>
          <a:p>
            <a:r>
              <a:rPr lang="en-US" sz="3600" dirty="0"/>
              <a:t>Prepare Management Reports</a:t>
            </a:r>
            <a:r>
              <a:rPr lang="nb-NO" sz="3600" dirty="0"/>
              <a:t> </a:t>
            </a:r>
          </a:p>
        </p:txBody>
      </p:sp>
      <p:sp>
        <p:nvSpPr>
          <p:cNvPr id="2" name="Content Placeholder 1"/>
          <p:cNvSpPr>
            <a:spLocks noGrp="1"/>
          </p:cNvSpPr>
          <p:nvPr>
            <p:ph idx="1"/>
          </p:nvPr>
        </p:nvSpPr>
        <p:spPr>
          <a:xfrm>
            <a:off x="395536" y="1447800"/>
            <a:ext cx="8424936" cy="1405136"/>
          </a:xfrm>
        </p:spPr>
        <p:txBody>
          <a:bodyPr/>
          <a:lstStyle/>
          <a:p>
            <a:pPr marL="0" indent="0" algn="ctr" eaLnBrk="1" hangingPunct="1">
              <a:spcBef>
                <a:spcPct val="30000"/>
              </a:spcBef>
            </a:pPr>
            <a:r>
              <a:rPr lang="en-US" sz="2800" b="1" u="sng" dirty="0">
                <a:solidFill>
                  <a:schemeClr val="tx1"/>
                </a:solidFill>
              </a:rPr>
              <a:t>Product Margin Calculations</a:t>
            </a:r>
          </a:p>
          <a:p>
            <a:pPr marL="0" indent="0" algn="ctr" eaLnBrk="1" hangingPunct="1">
              <a:spcBef>
                <a:spcPct val="30000"/>
              </a:spcBef>
            </a:pPr>
            <a:r>
              <a:rPr lang="en-US" sz="2800" dirty="0">
                <a:solidFill>
                  <a:schemeClr val="tx1"/>
                </a:solidFill>
              </a:rPr>
              <a:t>The third step in computing product margins is to deduct each product’s direct and indirect costs from sales.</a:t>
            </a:r>
          </a:p>
        </p:txBody>
      </p:sp>
      <p:pic>
        <p:nvPicPr>
          <p:cNvPr id="3" name="Picture 2" descr="The data from the previous slide's table is repeated here in a slightly different format and adds total cost and product margin rows. For SureStarts these two figures are $22,928,000 and $8,372,000. For LongLifes, these two new rows have amounts of $19,832,000 and $(1,132,000)."/>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952079" y="3342253"/>
            <a:ext cx="7364337" cy="2751043"/>
          </a:xfrm>
          <a:prstGeom prst="rect">
            <a:avLst/>
          </a:prstGeom>
        </p:spPr>
      </p:pic>
    </p:spTree>
    <p:extLst>
      <p:ext uri="{BB962C8B-B14F-4D97-AF65-F5344CB8AC3E}">
        <p14:creationId xmlns:p14="http://schemas.microsoft.com/office/powerpoint/2010/main" val="8845521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3"/>
          <p:cNvSpPr>
            <a:spLocks noGrp="1" noChangeArrowheads="1"/>
          </p:cNvSpPr>
          <p:nvPr>
            <p:ph type="title"/>
          </p:nvPr>
        </p:nvSpPr>
        <p:spPr>
          <a:xfrm>
            <a:off x="822325" y="192741"/>
            <a:ext cx="7543800" cy="1025525"/>
          </a:xfrm>
        </p:spPr>
        <p:txBody>
          <a:bodyPr wrap="square" numCol="1" anchorCtr="0" compatLnSpc="1">
            <a:prstTxWarp prst="textNoShape">
              <a:avLst/>
            </a:prstTxWarp>
          </a:bodyPr>
          <a:lstStyle/>
          <a:p>
            <a:r>
              <a:rPr lang="en-US" sz="3600" dirty="0"/>
              <a:t>Prepare Management Reports</a:t>
            </a:r>
            <a:r>
              <a:rPr lang="nb-NO" sz="3600" dirty="0"/>
              <a:t> </a:t>
            </a:r>
          </a:p>
        </p:txBody>
      </p:sp>
      <p:sp>
        <p:nvSpPr>
          <p:cNvPr id="2" name="Content Placeholder 1"/>
          <p:cNvSpPr>
            <a:spLocks noGrp="1"/>
          </p:cNvSpPr>
          <p:nvPr>
            <p:ph idx="1"/>
          </p:nvPr>
        </p:nvSpPr>
        <p:spPr>
          <a:xfrm>
            <a:off x="835772" y="1340768"/>
            <a:ext cx="7543800" cy="1405136"/>
          </a:xfrm>
        </p:spPr>
        <p:txBody>
          <a:bodyPr/>
          <a:lstStyle/>
          <a:p>
            <a:pPr marL="0" indent="0" algn="ctr" eaLnBrk="1" hangingPunct="1">
              <a:spcBef>
                <a:spcPct val="30000"/>
              </a:spcBef>
            </a:pPr>
            <a:r>
              <a:rPr lang="en-US" sz="2800" b="1" u="sng" dirty="0">
                <a:solidFill>
                  <a:schemeClr val="tx1"/>
                </a:solidFill>
              </a:rPr>
              <a:t>Product Margin Calculations</a:t>
            </a:r>
          </a:p>
          <a:p>
            <a:pPr marL="0" indent="0" algn="ctr" eaLnBrk="1" hangingPunct="1">
              <a:spcBef>
                <a:spcPct val="30000"/>
              </a:spcBef>
            </a:pPr>
            <a:r>
              <a:rPr lang="en-US" sz="2800" dirty="0">
                <a:solidFill>
                  <a:schemeClr val="tx1"/>
                </a:solidFill>
              </a:rPr>
              <a:t>The product margins can be reconciled with the company’s net operating income as follows:</a:t>
            </a:r>
          </a:p>
        </p:txBody>
      </p:sp>
      <p:graphicFrame>
        <p:nvGraphicFramePr>
          <p:cNvPr id="4" name="Table 3"/>
          <p:cNvGraphicFramePr>
            <a:graphicFrameLocks noGrp="1"/>
          </p:cNvGraphicFramePr>
          <p:nvPr/>
        </p:nvGraphicFramePr>
        <p:xfrm>
          <a:off x="762972" y="3068960"/>
          <a:ext cx="7603153" cy="3088640"/>
        </p:xfrm>
        <a:graphic>
          <a:graphicData uri="http://schemas.openxmlformats.org/drawingml/2006/table">
            <a:tbl>
              <a:tblPr firstRow="1" bandRow="1">
                <a:tableStyleId>{5C22544A-7EE6-4342-B048-85BDC9FD1C3A}</a:tableStyleId>
              </a:tblPr>
              <a:tblGrid>
                <a:gridCol w="2736304">
                  <a:extLst>
                    <a:ext uri="{9D8B030D-6E8A-4147-A177-3AD203B41FA5}">
                      <a16:colId xmlns:a16="http://schemas.microsoft.com/office/drawing/2014/main" val="2308872357"/>
                    </a:ext>
                  </a:extLst>
                </a:gridCol>
                <a:gridCol w="1512168">
                  <a:extLst>
                    <a:ext uri="{9D8B030D-6E8A-4147-A177-3AD203B41FA5}">
                      <a16:colId xmlns:a16="http://schemas.microsoft.com/office/drawing/2014/main" val="1333464081"/>
                    </a:ext>
                  </a:extLst>
                </a:gridCol>
                <a:gridCol w="1656184">
                  <a:extLst>
                    <a:ext uri="{9D8B030D-6E8A-4147-A177-3AD203B41FA5}">
                      <a16:colId xmlns:a16="http://schemas.microsoft.com/office/drawing/2014/main" val="1845416771"/>
                    </a:ext>
                  </a:extLst>
                </a:gridCol>
                <a:gridCol w="1698497">
                  <a:extLst>
                    <a:ext uri="{9D8B030D-6E8A-4147-A177-3AD203B41FA5}">
                      <a16:colId xmlns:a16="http://schemas.microsoft.com/office/drawing/2014/main" val="284896673"/>
                    </a:ext>
                  </a:extLst>
                </a:gridCol>
              </a:tblGrid>
              <a:tr h="288032">
                <a:tc>
                  <a:txBody>
                    <a:bodyPr/>
                    <a:lstStyle/>
                    <a:p>
                      <a:r>
                        <a:rPr lang="en-IN" sz="1400" dirty="0"/>
                        <a:t>Blank</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sz="1400" dirty="0">
                          <a:solidFill>
                            <a:schemeClr val="tx1"/>
                          </a:solidFill>
                        </a:rPr>
                        <a:t>SureStarts</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sz="1400" dirty="0">
                          <a:solidFill>
                            <a:schemeClr val="tx1"/>
                          </a:solidFill>
                        </a:rPr>
                        <a:t>LongLifes</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sz="1400" dirty="0">
                          <a:solidFill>
                            <a:schemeClr val="tx1"/>
                          </a:solidFill>
                        </a:rPr>
                        <a:t>Total</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372080"/>
                  </a:ext>
                </a:extLst>
              </a:tr>
              <a:tr h="271264">
                <a:tc>
                  <a:txBody>
                    <a:bodyPr/>
                    <a:lstStyle/>
                    <a:p>
                      <a:r>
                        <a:rPr lang="en-IN" sz="1400" dirty="0"/>
                        <a:t>Sales</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$ 31,300,000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$ 18,700,000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$ 50,000,000</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16036886"/>
                  </a:ext>
                </a:extLst>
              </a:tr>
              <a:tr h="370840">
                <a:tc>
                  <a:txBody>
                    <a:bodyPr/>
                    <a:lstStyle/>
                    <a:p>
                      <a:r>
                        <a:rPr lang="en-IN" sz="1400" dirty="0"/>
                        <a:t>Total</a:t>
                      </a:r>
                      <a:r>
                        <a:rPr lang="en-IN" sz="1400" baseline="0" dirty="0"/>
                        <a:t> costs</a:t>
                      </a:r>
                      <a:endParaRPr lang="en-IN" sz="1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22,928,000</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sz="1400" dirty="0"/>
                        <a:t>   19,832,000</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sz="1400" dirty="0"/>
                        <a:t>   42,760,000</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61874039"/>
                  </a:ext>
                </a:extLst>
              </a:tr>
              <a:tr h="370840">
                <a:tc>
                  <a:txBody>
                    <a:bodyPr/>
                    <a:lstStyle/>
                    <a:p>
                      <a:r>
                        <a:rPr lang="en-IN" sz="1400" dirty="0"/>
                        <a:t>Product margins</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1400" u="dbl" baseline="0" dirty="0"/>
                        <a:t>$   8,372,000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IN" sz="1400" u="dbl" baseline="0" dirty="0"/>
                        <a:t>$ (1,132,000)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7,240,000</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70512608"/>
                  </a:ext>
                </a:extLst>
              </a:tr>
              <a:tr h="304904">
                <a:tc>
                  <a:txBody>
                    <a:bodyPr/>
                    <a:lstStyle/>
                    <a:p>
                      <a:r>
                        <a:rPr lang="en-IN" sz="1400" dirty="0"/>
                        <a:t>Less costs</a:t>
                      </a:r>
                      <a:r>
                        <a:rPr lang="en-IN" sz="1400" baseline="0" dirty="0"/>
                        <a:t> not assigned to products:</a:t>
                      </a:r>
                      <a:endParaRPr lang="en-IN" sz="1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white"/>
                          </a:solidFill>
                          <a:effectLst/>
                          <a:uLnTx/>
                          <a:uFillTx/>
                          <a:latin typeface="Calibri"/>
                          <a:ea typeface="+mn-ea"/>
                          <a:cs typeface="+mn-cs"/>
                        </a:rPr>
                        <a:t>Blank</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prstClr val="white"/>
                          </a:solidFill>
                          <a:effectLst/>
                          <a:uLnTx/>
                          <a:uFillTx/>
                          <a:latin typeface="Calibri"/>
                          <a:ea typeface="+mn-ea"/>
                          <a:cs typeface="+mn-cs"/>
                        </a:rPr>
                        <a:t>Blank</a:t>
                      </a:r>
                      <a:endParaRPr kumimoji="0" lang="en-IN" sz="1400" b="1" i="0" u="none" strike="noStrike" kern="1200" cap="none" spc="0" normalizeH="0" baseline="0" noProof="0" dirty="0">
                        <a:ln>
                          <a:noFill/>
                        </a:ln>
                        <a:solidFill>
                          <a:prstClr val="white"/>
                        </a:solidFill>
                        <a:effectLst/>
                        <a:uLnTx/>
                        <a:uFillTx/>
                        <a:latin typeface="Calibri"/>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white"/>
                          </a:solidFill>
                          <a:effectLst/>
                          <a:uLnTx/>
                          <a:uFillTx/>
                          <a:latin typeface="Calibri"/>
                          <a:ea typeface="+mn-ea"/>
                          <a:cs typeface="+mn-cs"/>
                        </a:rPr>
                        <a:t>Blank</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52822089"/>
                  </a:ext>
                </a:extLst>
              </a:tr>
              <a:tr h="288032">
                <a:tc>
                  <a:txBody>
                    <a:bodyPr/>
                    <a:lstStyle/>
                    <a:p>
                      <a:r>
                        <a:rPr lang="en-IN" sz="1400" dirty="0"/>
                        <a:t>   Customer relations</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white"/>
                          </a:solidFill>
                          <a:effectLst/>
                          <a:uLnTx/>
                          <a:uFillTx/>
                          <a:latin typeface="Calibri"/>
                          <a:ea typeface="+mn-ea"/>
                          <a:cs typeface="+mn-cs"/>
                        </a:rPr>
                        <a:t>Blank</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prstClr val="white"/>
                          </a:solidFill>
                          <a:effectLst/>
                          <a:uLnTx/>
                          <a:uFillTx/>
                          <a:latin typeface="Calibri"/>
                          <a:ea typeface="+mn-ea"/>
                          <a:cs typeface="+mn-cs"/>
                        </a:rPr>
                        <a:t>Blank</a:t>
                      </a:r>
                      <a:endParaRPr kumimoji="0" lang="en-IN" sz="1400" b="1" i="0" u="none" strike="noStrike" kern="1200" cap="none" spc="0" normalizeH="0" baseline="0" noProof="0" dirty="0">
                        <a:ln>
                          <a:noFill/>
                        </a:ln>
                        <a:solidFill>
                          <a:prstClr val="white"/>
                        </a:solidFill>
                        <a:effectLst/>
                        <a:uLnTx/>
                        <a:uFillTx/>
                        <a:latin typeface="Calibri"/>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3,080,000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0115527"/>
                  </a:ext>
                </a:extLst>
              </a:tr>
              <a:tr h="271264">
                <a:tc>
                  <a:txBody>
                    <a:bodyPr/>
                    <a:lstStyle/>
                    <a:p>
                      <a:r>
                        <a:rPr lang="en-IN" sz="1400" dirty="0"/>
                        <a:t>   Other</a:t>
                      </a:r>
                      <a:r>
                        <a:rPr lang="en-IN" sz="1400" baseline="0" dirty="0"/>
                        <a:t> </a:t>
                      </a:r>
                      <a:endParaRPr lang="en-IN" sz="1400" dirty="0"/>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prstClr val="white"/>
                          </a:solidFill>
                          <a:effectLst/>
                          <a:uLnTx/>
                          <a:uFillTx/>
                          <a:latin typeface="Calibri"/>
                          <a:ea typeface="+mn-ea"/>
                          <a:cs typeface="+mn-cs"/>
                        </a:rPr>
                        <a:t>Blank</a:t>
                      </a:r>
                      <a:endParaRPr kumimoji="0" lang="en-IN" sz="1400" b="1" i="0" u="none" strike="noStrike" kern="1200" cap="none" spc="0" normalizeH="0" baseline="0" noProof="0" dirty="0">
                        <a:ln>
                          <a:noFill/>
                        </a:ln>
                        <a:solidFill>
                          <a:prstClr val="white"/>
                        </a:solidFill>
                        <a:effectLst/>
                        <a:uLnTx/>
                        <a:uFillTx/>
                        <a:latin typeface="Calibri"/>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prstClr val="white"/>
                          </a:solidFill>
                          <a:effectLst/>
                          <a:uLnTx/>
                          <a:uFillTx/>
                          <a:latin typeface="Calibri"/>
                          <a:ea typeface="+mn-ea"/>
                          <a:cs typeface="+mn-cs"/>
                        </a:rPr>
                        <a:t>Blank</a:t>
                      </a:r>
                      <a:endParaRPr kumimoji="0" lang="en-IN" sz="1400" b="1" i="0" u="none" strike="noStrike" kern="1200" cap="none" spc="0" normalizeH="0" baseline="0" noProof="0" dirty="0">
                        <a:ln>
                          <a:noFill/>
                        </a:ln>
                        <a:solidFill>
                          <a:prstClr val="white"/>
                        </a:solidFill>
                        <a:effectLst/>
                        <a:uLnTx/>
                        <a:uFillTx/>
                        <a:latin typeface="Calibri"/>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6,160,000</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8684098"/>
                  </a:ext>
                </a:extLst>
              </a:tr>
              <a:tr h="254496">
                <a:tc>
                  <a:txBody>
                    <a:bodyPr/>
                    <a:lstStyle/>
                    <a:p>
                      <a:r>
                        <a:rPr lang="en-IN" sz="1400" dirty="0"/>
                        <a:t>   Total</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prstClr val="white"/>
                          </a:solidFill>
                          <a:effectLst/>
                          <a:uLnTx/>
                          <a:uFillTx/>
                          <a:latin typeface="Calibri"/>
                          <a:ea typeface="+mn-ea"/>
                          <a:cs typeface="+mn-cs"/>
                        </a:rPr>
                        <a:t>Blank</a:t>
                      </a:r>
                      <a:endParaRPr kumimoji="0" lang="en-IN" sz="1400" b="1" i="0" u="none" strike="noStrike" kern="1200" cap="none" spc="0" normalizeH="0" baseline="0" noProof="0" dirty="0">
                        <a:ln>
                          <a:noFill/>
                        </a:ln>
                        <a:solidFill>
                          <a:prstClr val="white"/>
                        </a:solidFill>
                        <a:effectLst/>
                        <a:uLnTx/>
                        <a:uFillTx/>
                        <a:latin typeface="Calibri"/>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prstClr val="white"/>
                          </a:solidFill>
                          <a:effectLst/>
                          <a:uLnTx/>
                          <a:uFillTx/>
                          <a:latin typeface="Calibri"/>
                          <a:ea typeface="+mn-ea"/>
                          <a:cs typeface="+mn-cs"/>
                        </a:rPr>
                        <a:t>Blank</a:t>
                      </a:r>
                      <a:endParaRPr kumimoji="0" lang="en-IN" sz="1400" b="1" i="0" u="none" strike="noStrike" kern="1200" cap="none" spc="0" normalizeH="0" baseline="0" noProof="0" dirty="0">
                        <a:ln>
                          <a:noFill/>
                        </a:ln>
                        <a:solidFill>
                          <a:prstClr val="white"/>
                        </a:solidFill>
                        <a:effectLst/>
                        <a:uLnTx/>
                        <a:uFillTx/>
                        <a:latin typeface="Calibri"/>
                        <a:ea typeface="+mn-ea"/>
                        <a:cs typeface="+mn-cs"/>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1400" dirty="0"/>
                        <a:t>    9,240,000</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50091537"/>
                  </a:ext>
                </a:extLst>
              </a:tr>
              <a:tr h="237728">
                <a:tc>
                  <a:txBody>
                    <a:bodyPr/>
                    <a:lstStyle/>
                    <a:p>
                      <a:r>
                        <a:rPr lang="en-IN" sz="1400" dirty="0"/>
                        <a:t>Net operating loss</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prstClr val="white"/>
                          </a:solidFill>
                          <a:effectLst/>
                          <a:uLnTx/>
                          <a:uFillTx/>
                          <a:latin typeface="Calibri"/>
                          <a:ea typeface="+mn-ea"/>
                          <a:cs typeface="+mn-cs"/>
                        </a:rPr>
                        <a:t>Blank</a:t>
                      </a:r>
                      <a:endParaRPr kumimoji="0" lang="en-IN" sz="1400" b="1" i="0" u="none" strike="noStrike" kern="1200" cap="none" spc="0" normalizeH="0" baseline="0" noProof="0" dirty="0">
                        <a:ln>
                          <a:noFill/>
                        </a:ln>
                        <a:solidFill>
                          <a:prstClr val="white"/>
                        </a:solidFill>
                        <a:effectLst/>
                        <a:uLnTx/>
                        <a:uFillTx/>
                        <a:latin typeface="Calibri"/>
                        <a:ea typeface="+mn-ea"/>
                        <a:cs typeface="+mn-cs"/>
                      </a:endParaRP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dirty="0">
                          <a:ln>
                            <a:noFill/>
                          </a:ln>
                          <a:solidFill>
                            <a:prstClr val="white"/>
                          </a:solidFill>
                          <a:effectLst/>
                          <a:uLnTx/>
                          <a:uFillTx/>
                          <a:latin typeface="Calibri"/>
                          <a:ea typeface="+mn-ea"/>
                          <a:cs typeface="+mn-cs"/>
                        </a:rPr>
                        <a:t>Blank</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sz="1400" u="dbl" baseline="0" dirty="0"/>
                        <a:t>$ (2,000,000)</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7935530"/>
                  </a:ext>
                </a:extLst>
              </a:tr>
            </a:tbl>
          </a:graphicData>
        </a:graphic>
      </p:graphicFrame>
    </p:spTree>
    <p:extLst>
      <p:ext uri="{BB962C8B-B14F-4D97-AF65-F5344CB8AC3E}">
        <p14:creationId xmlns:p14="http://schemas.microsoft.com/office/powerpoint/2010/main" val="17887293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3"/>
          <p:cNvSpPr>
            <a:spLocks noGrp="1" noChangeArrowheads="1"/>
          </p:cNvSpPr>
          <p:nvPr>
            <p:ph type="title"/>
          </p:nvPr>
        </p:nvSpPr>
        <p:spPr>
          <a:xfrm>
            <a:off x="822325" y="192741"/>
            <a:ext cx="7543800" cy="1025525"/>
          </a:xfrm>
        </p:spPr>
        <p:txBody>
          <a:bodyPr wrap="square" numCol="1" anchorCtr="0" compatLnSpc="1">
            <a:prstTxWarp prst="textNoShape">
              <a:avLst/>
            </a:prstTxWarp>
            <a:normAutofit fontScale="90000"/>
          </a:bodyPr>
          <a:lstStyle/>
          <a:p>
            <a:r>
              <a:rPr lang="en-US" sz="3600" dirty="0"/>
              <a:t>Product Margins Computed Using the Traditional Cost System</a:t>
            </a:r>
            <a:r>
              <a:rPr lang="nb-NO" sz="3600" dirty="0"/>
              <a:t> </a:t>
            </a:r>
          </a:p>
        </p:txBody>
      </p:sp>
      <p:sp>
        <p:nvSpPr>
          <p:cNvPr id="3" name="Content Placeholder 2"/>
          <p:cNvSpPr>
            <a:spLocks noGrp="1"/>
          </p:cNvSpPr>
          <p:nvPr>
            <p:ph idx="1"/>
          </p:nvPr>
        </p:nvSpPr>
        <p:spPr>
          <a:xfrm>
            <a:off x="822325" y="1447800"/>
            <a:ext cx="7543800" cy="757064"/>
          </a:xfrm>
        </p:spPr>
        <p:txBody>
          <a:bodyPr/>
          <a:lstStyle/>
          <a:p>
            <a:pPr marL="0" indent="0">
              <a:buNone/>
            </a:pPr>
            <a:r>
              <a:rPr lang="en-US" sz="2400" dirty="0">
                <a:solidFill>
                  <a:schemeClr val="tx1"/>
                </a:solidFill>
              </a:rPr>
              <a:t>The second step in computing product margins is to compute the plantwide overhead rate. </a:t>
            </a:r>
          </a:p>
        </p:txBody>
      </p:sp>
      <p:pic>
        <p:nvPicPr>
          <p:cNvPr id="4" name="Picture 3" descr="Two tables with an intermediary equation correlating a figure from each table.&#10;"/>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335173" y="2398574"/>
            <a:ext cx="6294087" cy="3374292"/>
          </a:xfrm>
          <a:prstGeom prst="rect">
            <a:avLst/>
          </a:prstGeom>
        </p:spPr>
      </p:pic>
      <p:sp>
        <p:nvSpPr>
          <p:cNvPr id="5" name="Content Placeholder 3"/>
          <p:cNvSpPr>
            <a:spLocks noGrp="1"/>
          </p:cNvSpPr>
          <p:nvPr>
            <p:ph idx="13"/>
          </p:nvPr>
        </p:nvSpPr>
        <p:spPr>
          <a:xfrm>
            <a:off x="822325" y="5949280"/>
            <a:ext cx="7543800" cy="222440"/>
          </a:xfrm>
        </p:spPr>
        <p:txBody>
          <a:bodyPr/>
          <a:lstStyle/>
          <a:p>
            <a:pPr algn="ctr"/>
            <a:r>
              <a:rPr lang="en-IN" sz="900" dirty="0">
                <a:solidFill>
                  <a:schemeClr val="tx1"/>
                </a:solidFill>
                <a:hlinkClick r:id="" action="ppaction://noaction"/>
              </a:rPr>
              <a:t>Access the text alternative for slide images.</a:t>
            </a:r>
          </a:p>
        </p:txBody>
      </p:sp>
    </p:spTree>
    <p:extLst>
      <p:ext uri="{BB962C8B-B14F-4D97-AF65-F5344CB8AC3E}">
        <p14:creationId xmlns:p14="http://schemas.microsoft.com/office/powerpoint/2010/main" val="15808661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3"/>
          <p:cNvSpPr>
            <a:spLocks noGrp="1" noChangeArrowheads="1"/>
          </p:cNvSpPr>
          <p:nvPr>
            <p:ph type="title"/>
          </p:nvPr>
        </p:nvSpPr>
        <p:spPr>
          <a:xfrm>
            <a:off x="822325" y="192741"/>
            <a:ext cx="7543800" cy="1025525"/>
          </a:xfrm>
        </p:spPr>
        <p:txBody>
          <a:bodyPr wrap="square" numCol="1" anchorCtr="0" compatLnSpc="1">
            <a:prstTxWarp prst="textNoShape">
              <a:avLst/>
            </a:prstTxWarp>
            <a:normAutofit fontScale="90000"/>
          </a:bodyPr>
          <a:lstStyle/>
          <a:p>
            <a:r>
              <a:rPr lang="en-US" sz="3600" dirty="0"/>
              <a:t>Product Margins Computed Using the Traditional Cost System</a:t>
            </a:r>
            <a:r>
              <a:rPr lang="nb-NO" sz="3600" dirty="0"/>
              <a:t> </a:t>
            </a:r>
          </a:p>
        </p:txBody>
      </p:sp>
      <p:sp>
        <p:nvSpPr>
          <p:cNvPr id="2" name="Content Placeholder 1"/>
          <p:cNvSpPr>
            <a:spLocks noGrp="1"/>
          </p:cNvSpPr>
          <p:nvPr>
            <p:ph idx="1"/>
          </p:nvPr>
        </p:nvSpPr>
        <p:spPr>
          <a:xfrm>
            <a:off x="822325" y="1447800"/>
            <a:ext cx="7543800" cy="757064"/>
          </a:xfrm>
        </p:spPr>
        <p:txBody>
          <a:bodyPr/>
          <a:lstStyle/>
          <a:p>
            <a:pPr marL="0" indent="0">
              <a:buNone/>
            </a:pPr>
            <a:r>
              <a:rPr lang="en-US" sz="2400" dirty="0">
                <a:solidFill>
                  <a:schemeClr val="tx1"/>
                </a:solidFill>
              </a:rPr>
              <a:t>The third step in computing product margins is to allocate manufacturing overhead to each product.</a:t>
            </a:r>
          </a:p>
        </p:txBody>
      </p:sp>
      <p:pic>
        <p:nvPicPr>
          <p:cNvPr id="3" name="Picture 2" descr="Overhead allocated table with accompanying equation.&#10;"/>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72912" y="2489087"/>
            <a:ext cx="7840487" cy="2253704"/>
          </a:xfrm>
          <a:prstGeom prst="rect">
            <a:avLst/>
          </a:prstGeom>
        </p:spPr>
      </p:pic>
      <p:sp>
        <p:nvSpPr>
          <p:cNvPr id="5" name="Content Placeholder 3"/>
          <p:cNvSpPr>
            <a:spLocks noGrp="1"/>
          </p:cNvSpPr>
          <p:nvPr>
            <p:ph idx="13"/>
          </p:nvPr>
        </p:nvSpPr>
        <p:spPr>
          <a:xfrm>
            <a:off x="822325" y="5949280"/>
            <a:ext cx="7543800" cy="222440"/>
          </a:xfrm>
        </p:spPr>
        <p:txBody>
          <a:bodyPr/>
          <a:lstStyle/>
          <a:p>
            <a:pPr algn="ctr"/>
            <a:r>
              <a:rPr lang="en-IN" sz="900" dirty="0">
                <a:solidFill>
                  <a:schemeClr val="tx1"/>
                </a:solidFill>
                <a:hlinkClick r:id="" action="ppaction://noaction"/>
              </a:rPr>
              <a:t>Access the text alternative for slide images.</a:t>
            </a:r>
          </a:p>
        </p:txBody>
      </p:sp>
    </p:spTree>
    <p:extLst>
      <p:ext uri="{BB962C8B-B14F-4D97-AF65-F5344CB8AC3E}">
        <p14:creationId xmlns:p14="http://schemas.microsoft.com/office/powerpoint/2010/main" val="15645545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3"/>
          <p:cNvSpPr>
            <a:spLocks noGrp="1" noChangeArrowheads="1"/>
          </p:cNvSpPr>
          <p:nvPr>
            <p:ph type="title"/>
          </p:nvPr>
        </p:nvSpPr>
        <p:spPr>
          <a:xfrm>
            <a:off x="822325" y="192741"/>
            <a:ext cx="7543800" cy="1025525"/>
          </a:xfrm>
        </p:spPr>
        <p:txBody>
          <a:bodyPr wrap="square" numCol="1" anchorCtr="0" compatLnSpc="1">
            <a:prstTxWarp prst="textNoShape">
              <a:avLst/>
            </a:prstTxWarp>
            <a:normAutofit fontScale="90000"/>
          </a:bodyPr>
          <a:lstStyle/>
          <a:p>
            <a:r>
              <a:rPr lang="en-US" sz="3600" dirty="0"/>
              <a:t>Product Margins Computed Using the Traditional Cost System</a:t>
            </a:r>
            <a:r>
              <a:rPr lang="nb-NO" sz="3600" dirty="0"/>
              <a:t> </a:t>
            </a:r>
          </a:p>
        </p:txBody>
      </p:sp>
      <p:sp>
        <p:nvSpPr>
          <p:cNvPr id="4" name="Content Placeholder 3"/>
          <p:cNvSpPr>
            <a:spLocks noGrp="1"/>
          </p:cNvSpPr>
          <p:nvPr>
            <p:ph idx="1"/>
          </p:nvPr>
        </p:nvSpPr>
        <p:spPr>
          <a:xfrm>
            <a:off x="822325" y="1447800"/>
            <a:ext cx="7543800" cy="829072"/>
          </a:xfrm>
        </p:spPr>
        <p:txBody>
          <a:bodyPr/>
          <a:lstStyle/>
          <a:p>
            <a:pPr marL="0" indent="0" algn="ctr"/>
            <a:r>
              <a:rPr lang="en-US" sz="2800" dirty="0">
                <a:solidFill>
                  <a:schemeClr val="tx1"/>
                </a:solidFill>
              </a:rPr>
              <a:t>The fourth step is to actually compute the product margins.</a:t>
            </a:r>
          </a:p>
        </p:txBody>
      </p:sp>
      <p:pic>
        <p:nvPicPr>
          <p:cNvPr id="5" name="Picture 4" descr="Table computing project margin for SureStarts and LongLifes and those totals.&#10;"/>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83568" y="1573544"/>
            <a:ext cx="8034491" cy="3317130"/>
          </a:xfrm>
          <a:prstGeom prst="rect">
            <a:avLst/>
          </a:prstGeom>
        </p:spPr>
      </p:pic>
      <p:sp>
        <p:nvSpPr>
          <p:cNvPr id="6" name="Content Placeholder 3"/>
          <p:cNvSpPr>
            <a:spLocks noGrp="1"/>
          </p:cNvSpPr>
          <p:nvPr>
            <p:ph idx="13"/>
          </p:nvPr>
        </p:nvSpPr>
        <p:spPr>
          <a:xfrm>
            <a:off x="822325" y="5949280"/>
            <a:ext cx="7543800" cy="222440"/>
          </a:xfrm>
        </p:spPr>
        <p:txBody>
          <a:bodyPr/>
          <a:lstStyle/>
          <a:p>
            <a:pPr algn="ctr"/>
            <a:r>
              <a:rPr lang="en-IN" sz="900" dirty="0">
                <a:solidFill>
                  <a:schemeClr val="tx1"/>
                </a:solidFill>
                <a:hlinkClick r:id="" action="ppaction://noaction"/>
              </a:rPr>
              <a:t>Access the text alternative for slide images.</a:t>
            </a:r>
          </a:p>
        </p:txBody>
      </p:sp>
    </p:spTree>
    <p:extLst>
      <p:ext uri="{BB962C8B-B14F-4D97-AF65-F5344CB8AC3E}">
        <p14:creationId xmlns:p14="http://schemas.microsoft.com/office/powerpoint/2010/main" val="3317628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3"/>
          <p:cNvSpPr>
            <a:spLocks noGrp="1" noChangeArrowheads="1"/>
          </p:cNvSpPr>
          <p:nvPr>
            <p:ph type="title"/>
          </p:nvPr>
        </p:nvSpPr>
        <p:spPr>
          <a:xfrm>
            <a:off x="822325" y="192741"/>
            <a:ext cx="7543800" cy="1025525"/>
          </a:xfrm>
        </p:spPr>
        <p:txBody>
          <a:bodyPr wrap="square" numCol="1" anchorCtr="0" compatLnSpc="1">
            <a:prstTxWarp prst="textNoShape">
              <a:avLst/>
            </a:prstTxWarp>
            <a:normAutofit fontScale="90000"/>
          </a:bodyPr>
          <a:lstStyle/>
          <a:p>
            <a:r>
              <a:rPr lang="en-US" sz="3600" dirty="0"/>
              <a:t>Differences Between ABC and Traditional Product Costs</a:t>
            </a:r>
            <a:r>
              <a:rPr lang="nb-NO" sz="3600" dirty="0"/>
              <a:t> </a:t>
            </a:r>
          </a:p>
        </p:txBody>
      </p:sp>
      <p:graphicFrame>
        <p:nvGraphicFramePr>
          <p:cNvPr id="2" name="Table 1"/>
          <p:cNvGraphicFramePr>
            <a:graphicFrameLocks noGrp="1"/>
          </p:cNvGraphicFramePr>
          <p:nvPr/>
        </p:nvGraphicFramePr>
        <p:xfrm>
          <a:off x="847477" y="1556792"/>
          <a:ext cx="7272808" cy="1584960"/>
        </p:xfrm>
        <a:graphic>
          <a:graphicData uri="http://schemas.openxmlformats.org/drawingml/2006/table">
            <a:tbl>
              <a:tblPr firstRow="1" bandRow="1">
                <a:tableStyleId>{5C22544A-7EE6-4342-B048-85BDC9FD1C3A}</a:tableStyleId>
              </a:tblPr>
              <a:tblGrid>
                <a:gridCol w="3672408">
                  <a:extLst>
                    <a:ext uri="{9D8B030D-6E8A-4147-A177-3AD203B41FA5}">
                      <a16:colId xmlns:a16="http://schemas.microsoft.com/office/drawing/2014/main" val="1853154670"/>
                    </a:ext>
                  </a:extLst>
                </a:gridCol>
                <a:gridCol w="1800200">
                  <a:extLst>
                    <a:ext uri="{9D8B030D-6E8A-4147-A177-3AD203B41FA5}">
                      <a16:colId xmlns:a16="http://schemas.microsoft.com/office/drawing/2014/main" val="3063527259"/>
                    </a:ext>
                  </a:extLst>
                </a:gridCol>
                <a:gridCol w="1800200">
                  <a:extLst>
                    <a:ext uri="{9D8B030D-6E8A-4147-A177-3AD203B41FA5}">
                      <a16:colId xmlns:a16="http://schemas.microsoft.com/office/drawing/2014/main" val="154714383"/>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2000" dirty="0"/>
                        <a:t>Blank</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solidFill>
                      <a:schemeClr val="bg1"/>
                    </a:solidFill>
                  </a:tcPr>
                </a:tc>
                <a:tc>
                  <a:txBody>
                    <a:bodyPr/>
                    <a:lstStyle/>
                    <a:p>
                      <a:pPr algn="ctr"/>
                      <a:r>
                        <a:rPr lang="en-IN" sz="2000" dirty="0">
                          <a:solidFill>
                            <a:schemeClr val="tx1"/>
                          </a:solidFill>
                        </a:rPr>
                        <a:t>SureStarts</a:t>
                      </a:r>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IN" sz="2000" dirty="0">
                          <a:solidFill>
                            <a:schemeClr val="tx1"/>
                          </a:solidFill>
                        </a:rPr>
                        <a:t>LongLifes</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54820221"/>
                  </a:ext>
                </a:extLst>
              </a:tr>
              <a:tr h="370840">
                <a:tc>
                  <a:txBody>
                    <a:bodyPr/>
                    <a:lstStyle/>
                    <a:p>
                      <a:r>
                        <a:rPr lang="en-IN" sz="2000" dirty="0"/>
                        <a:t>Product margins - traditional</a:t>
                      </a:r>
                    </a:p>
                  </a:txBody>
                  <a:tcPr>
                    <a:lnL w="12700" cap="flat" cmpd="sng" algn="ctr">
                      <a:solidFill>
                        <a:schemeClr val="tx1"/>
                      </a:solidFill>
                      <a:prstDash val="solid"/>
                      <a:round/>
                      <a:headEnd type="none" w="med" len="med"/>
                      <a:tailEnd type="none" w="med" len="med"/>
                    </a:lnL>
                    <a:lnR w="12700" cmpd="sng">
                      <a:noFill/>
                    </a:lnR>
                    <a:lnT w="381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2000" dirty="0"/>
                        <a:t>$   6,900,000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tc>
                  <a:txBody>
                    <a:bodyPr/>
                    <a:lstStyle/>
                    <a:p>
                      <a:r>
                        <a:rPr lang="en-IN" sz="2000" dirty="0"/>
                        <a:t>$  </a:t>
                      </a:r>
                      <a:r>
                        <a:rPr lang="en-IN" sz="2000" baseline="0" dirty="0"/>
                        <a:t> </a:t>
                      </a:r>
                      <a:r>
                        <a:rPr lang="en-IN" sz="2000" dirty="0"/>
                        <a:t>2,100,000</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76490969"/>
                  </a:ext>
                </a:extLst>
              </a:tr>
              <a:tr h="370840">
                <a:tc>
                  <a:txBody>
                    <a:bodyPr/>
                    <a:lstStyle/>
                    <a:p>
                      <a:r>
                        <a:rPr lang="en-IN" sz="2000" dirty="0"/>
                        <a:t>Product margins - ABC</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2000" dirty="0"/>
                        <a:t>     8,372,000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solidFill>
                  </a:tcPr>
                </a:tc>
                <a:tc>
                  <a:txBody>
                    <a:bodyPr/>
                    <a:lstStyle/>
                    <a:p>
                      <a:r>
                        <a:rPr lang="en-IN" sz="2000" dirty="0"/>
                        <a:t>    (1,132,000)</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51630344"/>
                  </a:ext>
                </a:extLst>
              </a:tr>
              <a:tr h="370840">
                <a:tc>
                  <a:txBody>
                    <a:bodyPr/>
                    <a:lstStyle/>
                    <a:p>
                      <a:r>
                        <a:rPr lang="en-IN" sz="2000" dirty="0"/>
                        <a:t>Change in reported</a:t>
                      </a:r>
                      <a:r>
                        <a:rPr lang="en-IN" sz="2000" baseline="0" dirty="0"/>
                        <a:t> margins</a:t>
                      </a:r>
                      <a:endParaRPr lang="en-IN" sz="2000" dirty="0"/>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sz="2000" u="dbl" baseline="0" dirty="0"/>
                        <a:t>$   1,472,000</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IN" sz="2000" u="dbl" baseline="0" dirty="0"/>
                        <a:t>$  (3,232,000) </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136097"/>
                  </a:ext>
                </a:extLst>
              </a:tr>
            </a:tbl>
          </a:graphicData>
        </a:graphic>
      </p:graphicFrame>
      <p:sp>
        <p:nvSpPr>
          <p:cNvPr id="8" name="Content Placeholder 7"/>
          <p:cNvSpPr>
            <a:spLocks noGrp="1"/>
          </p:cNvSpPr>
          <p:nvPr>
            <p:ph idx="13"/>
          </p:nvPr>
        </p:nvSpPr>
        <p:spPr>
          <a:xfrm>
            <a:off x="1331640" y="3685595"/>
            <a:ext cx="3024336" cy="1822384"/>
          </a:xfrm>
        </p:spPr>
        <p:txBody>
          <a:bodyPr/>
          <a:lstStyle/>
          <a:p>
            <a:pPr marL="0" indent="0" algn="ctr">
              <a:defRPr/>
            </a:pPr>
            <a:r>
              <a:rPr lang="en-US" sz="2400" dirty="0">
                <a:solidFill>
                  <a:schemeClr val="tx1"/>
                </a:solidFill>
                <a:ea typeface="MS PGothic" pitchFamily="34" charset="-128"/>
              </a:rPr>
              <a:t>The traditional cost system </a:t>
            </a:r>
            <a:r>
              <a:rPr lang="en-US" sz="2400" dirty="0">
                <a:solidFill>
                  <a:srgbClr val="C00000"/>
                </a:solidFill>
                <a:ea typeface="MS PGothic" pitchFamily="34" charset="-128"/>
              </a:rPr>
              <a:t>overcosts</a:t>
            </a:r>
            <a:r>
              <a:rPr lang="en-US" sz="2400" dirty="0">
                <a:ea typeface="MS PGothic" pitchFamily="34" charset="-128"/>
              </a:rPr>
              <a:t> </a:t>
            </a:r>
            <a:r>
              <a:rPr lang="en-US" sz="2400" dirty="0">
                <a:solidFill>
                  <a:schemeClr val="tx1"/>
                </a:solidFill>
                <a:ea typeface="MS PGothic" pitchFamily="34" charset="-128"/>
              </a:rPr>
              <a:t>the Sure Starts and reports a </a:t>
            </a:r>
            <a:r>
              <a:rPr lang="en-US" sz="2400" dirty="0">
                <a:solidFill>
                  <a:srgbClr val="C00000"/>
                </a:solidFill>
                <a:ea typeface="MS PGothic" pitchFamily="34" charset="-128"/>
              </a:rPr>
              <a:t>lower</a:t>
            </a:r>
            <a:r>
              <a:rPr lang="en-US" sz="2400" dirty="0">
                <a:solidFill>
                  <a:srgbClr val="FF3300"/>
                </a:solidFill>
                <a:ea typeface="MS PGothic" pitchFamily="34" charset="-128"/>
              </a:rPr>
              <a:t> </a:t>
            </a:r>
            <a:r>
              <a:rPr lang="en-US" sz="2400" dirty="0">
                <a:solidFill>
                  <a:schemeClr val="tx1"/>
                </a:solidFill>
                <a:ea typeface="MS PGothic" pitchFamily="34" charset="-128"/>
              </a:rPr>
              <a:t>product margin for this product.</a:t>
            </a:r>
          </a:p>
        </p:txBody>
      </p:sp>
      <p:sp>
        <p:nvSpPr>
          <p:cNvPr id="9" name="Content Placeholder 8"/>
          <p:cNvSpPr>
            <a:spLocks noGrp="1"/>
          </p:cNvSpPr>
          <p:nvPr>
            <p:ph idx="14"/>
          </p:nvPr>
        </p:nvSpPr>
        <p:spPr>
          <a:xfrm>
            <a:off x="4788024" y="3685595"/>
            <a:ext cx="3533651" cy="1894392"/>
          </a:xfrm>
        </p:spPr>
        <p:txBody>
          <a:bodyPr/>
          <a:lstStyle/>
          <a:p>
            <a:pPr marL="0" indent="0" algn="ctr"/>
            <a:r>
              <a:rPr lang="en-US" sz="2400" dirty="0">
                <a:solidFill>
                  <a:schemeClr val="tx1"/>
                </a:solidFill>
                <a:ea typeface="MS PGothic" pitchFamily="34" charset="-128"/>
              </a:rPr>
              <a:t>The traditional cost system </a:t>
            </a:r>
            <a:r>
              <a:rPr lang="en-US" sz="2400" dirty="0">
                <a:solidFill>
                  <a:srgbClr val="C00000"/>
                </a:solidFill>
                <a:ea typeface="MS PGothic" pitchFamily="34" charset="-128"/>
              </a:rPr>
              <a:t>undercosts</a:t>
            </a:r>
            <a:r>
              <a:rPr lang="en-US" sz="2400" dirty="0">
                <a:ea typeface="MS PGothic" pitchFamily="34" charset="-128"/>
              </a:rPr>
              <a:t> </a:t>
            </a:r>
            <a:r>
              <a:rPr lang="en-US" sz="2400" dirty="0">
                <a:solidFill>
                  <a:schemeClr val="tx1"/>
                </a:solidFill>
                <a:ea typeface="MS PGothic" pitchFamily="34" charset="-128"/>
              </a:rPr>
              <a:t>the LongLifes and reports a </a:t>
            </a:r>
            <a:r>
              <a:rPr lang="en-US" sz="2400" dirty="0">
                <a:solidFill>
                  <a:srgbClr val="C00000"/>
                </a:solidFill>
                <a:ea typeface="MS PGothic" pitchFamily="34" charset="-128"/>
              </a:rPr>
              <a:t>higher</a:t>
            </a:r>
            <a:r>
              <a:rPr lang="en-US" sz="2400" dirty="0">
                <a:ea typeface="MS PGothic" pitchFamily="34" charset="-128"/>
              </a:rPr>
              <a:t> </a:t>
            </a:r>
            <a:r>
              <a:rPr lang="en-US" sz="2400" dirty="0">
                <a:solidFill>
                  <a:schemeClr val="tx1"/>
                </a:solidFill>
                <a:ea typeface="MS PGothic" pitchFamily="34" charset="-128"/>
              </a:rPr>
              <a:t>product margin for this product.</a:t>
            </a:r>
            <a:endParaRPr lang="en-US" sz="2400" dirty="0">
              <a:solidFill>
                <a:schemeClr val="tx1"/>
              </a:solidFill>
            </a:endParaRPr>
          </a:p>
        </p:txBody>
      </p:sp>
    </p:spTree>
    <p:extLst>
      <p:ext uri="{BB962C8B-B14F-4D97-AF65-F5344CB8AC3E}">
        <p14:creationId xmlns:p14="http://schemas.microsoft.com/office/powerpoint/2010/main" val="62203199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3"/>
          <p:cNvSpPr>
            <a:spLocks noGrp="1" noChangeArrowheads="1"/>
          </p:cNvSpPr>
          <p:nvPr>
            <p:ph type="title"/>
          </p:nvPr>
        </p:nvSpPr>
        <p:spPr>
          <a:xfrm>
            <a:off x="822325" y="192741"/>
            <a:ext cx="7543800" cy="1025525"/>
          </a:xfrm>
        </p:spPr>
        <p:txBody>
          <a:bodyPr wrap="square" numCol="1" anchorCtr="0" compatLnSpc="1">
            <a:prstTxWarp prst="textNoShape">
              <a:avLst/>
            </a:prstTxWarp>
            <a:normAutofit fontScale="90000"/>
          </a:bodyPr>
          <a:lstStyle/>
          <a:p>
            <a:r>
              <a:rPr lang="en-US" sz="3600" dirty="0"/>
              <a:t>Differences Between ABC and Traditional Product Costs</a:t>
            </a:r>
            <a:r>
              <a:rPr lang="nb-NO" sz="3600" dirty="0"/>
              <a:t> </a:t>
            </a:r>
          </a:p>
        </p:txBody>
      </p:sp>
      <p:sp>
        <p:nvSpPr>
          <p:cNvPr id="3" name="Content Placeholder 2"/>
          <p:cNvSpPr>
            <a:spLocks noGrp="1"/>
          </p:cNvSpPr>
          <p:nvPr>
            <p:ph idx="13"/>
          </p:nvPr>
        </p:nvSpPr>
        <p:spPr>
          <a:xfrm>
            <a:off x="822325" y="1412776"/>
            <a:ext cx="7543800" cy="1296144"/>
          </a:xfrm>
        </p:spPr>
        <p:txBody>
          <a:bodyPr/>
          <a:lstStyle/>
          <a:p>
            <a:pPr marL="0" indent="0" algn="ctr"/>
            <a:r>
              <a:rPr lang="en-US" sz="2800" dirty="0">
                <a:solidFill>
                  <a:schemeClr val="tx1"/>
                </a:solidFill>
                <a:latin typeface="+mn-lt"/>
                <a:ea typeface="MS PGothic" pitchFamily="34" charset="-128"/>
              </a:rPr>
              <a:t>There are three reasons why the reported product margins for the two costing systems differ from one another.</a:t>
            </a:r>
            <a:endParaRPr lang="en-US" sz="2800" dirty="0">
              <a:solidFill>
                <a:schemeClr val="tx1"/>
              </a:solidFill>
              <a:latin typeface="+mn-lt"/>
            </a:endParaRPr>
          </a:p>
        </p:txBody>
      </p:sp>
      <p:sp>
        <p:nvSpPr>
          <p:cNvPr id="2" name="Content Placeholder 1"/>
          <p:cNvSpPr>
            <a:spLocks noGrp="1"/>
          </p:cNvSpPr>
          <p:nvPr>
            <p:ph idx="14"/>
          </p:nvPr>
        </p:nvSpPr>
        <p:spPr>
          <a:xfrm>
            <a:off x="822325" y="2852936"/>
            <a:ext cx="7543800" cy="2160240"/>
          </a:xfrm>
        </p:spPr>
        <p:txBody>
          <a:bodyPr/>
          <a:lstStyle/>
          <a:p>
            <a:pPr marL="0" indent="0" algn="just" eaLnBrk="1" hangingPunct="1">
              <a:spcBef>
                <a:spcPct val="30000"/>
              </a:spcBef>
            </a:pPr>
            <a:r>
              <a:rPr lang="en-US" sz="2800" dirty="0">
                <a:solidFill>
                  <a:schemeClr val="tx1"/>
                </a:solidFill>
                <a:latin typeface="+mn-lt"/>
                <a:sym typeface="Wingdings" charset="0"/>
              </a:rPr>
              <a:t>1-Traditional </a:t>
            </a:r>
            <a:r>
              <a:rPr lang="en-US" sz="2800" dirty="0">
                <a:solidFill>
                  <a:schemeClr val="tx1"/>
                </a:solidFill>
                <a:latin typeface="+mn-lt"/>
              </a:rPr>
              <a:t>costing allocates all manufacturing overhead to products. ABC costing only assigns manufacturing overhead costs consumed by products to those products.</a:t>
            </a:r>
          </a:p>
        </p:txBody>
      </p:sp>
    </p:spTree>
    <p:extLst>
      <p:ext uri="{BB962C8B-B14F-4D97-AF65-F5344CB8AC3E}">
        <p14:creationId xmlns:p14="http://schemas.microsoft.com/office/powerpoint/2010/main" val="8603605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3"/>
          <p:cNvSpPr>
            <a:spLocks noGrp="1" noChangeArrowheads="1"/>
          </p:cNvSpPr>
          <p:nvPr>
            <p:ph type="title"/>
          </p:nvPr>
        </p:nvSpPr>
        <p:spPr>
          <a:xfrm>
            <a:off x="822325" y="192741"/>
            <a:ext cx="7543800" cy="1025525"/>
          </a:xfrm>
        </p:spPr>
        <p:txBody>
          <a:bodyPr wrap="square" numCol="1" anchorCtr="0" compatLnSpc="1">
            <a:prstTxWarp prst="textNoShape">
              <a:avLst/>
            </a:prstTxWarp>
            <a:normAutofit fontScale="90000"/>
          </a:bodyPr>
          <a:lstStyle/>
          <a:p>
            <a:r>
              <a:rPr lang="en-US" sz="3600" dirty="0"/>
              <a:t>Differences Between ABC and Traditional Product Costs</a:t>
            </a:r>
            <a:r>
              <a:rPr lang="nb-NO" sz="3600" dirty="0"/>
              <a:t> </a:t>
            </a:r>
          </a:p>
        </p:txBody>
      </p:sp>
      <p:sp>
        <p:nvSpPr>
          <p:cNvPr id="2" name="Content Placeholder 1"/>
          <p:cNvSpPr>
            <a:spLocks noGrp="1"/>
          </p:cNvSpPr>
          <p:nvPr>
            <p:ph idx="14"/>
          </p:nvPr>
        </p:nvSpPr>
        <p:spPr>
          <a:xfrm>
            <a:off x="822325" y="1556792"/>
            <a:ext cx="7543800" cy="3096344"/>
          </a:xfrm>
        </p:spPr>
        <p:txBody>
          <a:bodyPr/>
          <a:lstStyle/>
          <a:p>
            <a:pPr marL="0" indent="0" algn="just">
              <a:spcBef>
                <a:spcPct val="30000"/>
              </a:spcBef>
              <a:defRPr/>
            </a:pPr>
            <a:r>
              <a:rPr lang="en-US" sz="2800" dirty="0">
                <a:solidFill>
                  <a:schemeClr val="tx1"/>
                </a:solidFill>
                <a:ea typeface="MS PGothic" pitchFamily="34" charset="-128"/>
                <a:sym typeface="Wingdings" pitchFamily="2" charset="2"/>
              </a:rPr>
              <a:t>2-Traditional </a:t>
            </a:r>
            <a:r>
              <a:rPr lang="en-US" sz="2800" dirty="0">
                <a:solidFill>
                  <a:schemeClr val="tx1"/>
                </a:solidFill>
                <a:ea typeface="MS PGothic" pitchFamily="34" charset="-128"/>
              </a:rPr>
              <a:t>costing allocates all manufacturing overhead costs using a volume-related allocation base. ABC costing also uses non-volume related allocation bases.</a:t>
            </a:r>
          </a:p>
          <a:p>
            <a:pPr marL="0" indent="0" algn="just">
              <a:spcBef>
                <a:spcPct val="30000"/>
              </a:spcBef>
              <a:defRPr/>
            </a:pPr>
            <a:r>
              <a:rPr lang="en-US" sz="2800" dirty="0">
                <a:solidFill>
                  <a:schemeClr val="tx1"/>
                </a:solidFill>
                <a:sym typeface="Wingdings" charset="0"/>
              </a:rPr>
              <a:t>3-Traditional costing disregards selling and administrative expenses because they are assumed to be period expenses. ABC costing directly traces shipping costs to products and includes nonmanufacturing overhead costs caused by products in the activity cost pools that are assigned to products.</a:t>
            </a:r>
            <a:endParaRPr lang="en-US" sz="2800" dirty="0">
              <a:solidFill>
                <a:schemeClr val="tx1"/>
              </a:solidFill>
            </a:endParaRPr>
          </a:p>
          <a:p>
            <a:pPr marL="0" indent="0" algn="ctr">
              <a:spcBef>
                <a:spcPct val="30000"/>
              </a:spcBef>
              <a:defRPr/>
            </a:pPr>
            <a:endParaRPr lang="en-US" sz="2800" dirty="0">
              <a:solidFill>
                <a:schemeClr val="tx1"/>
              </a:solidFill>
              <a:ea typeface="MS PGothic" pitchFamily="34" charset="-128"/>
            </a:endParaRPr>
          </a:p>
        </p:txBody>
      </p:sp>
    </p:spTree>
    <p:extLst>
      <p:ext uri="{BB962C8B-B14F-4D97-AF65-F5344CB8AC3E}">
        <p14:creationId xmlns:p14="http://schemas.microsoft.com/office/powerpoint/2010/main" val="232669515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bf10992477725ba894515eecde95bbc60a6a854"/>
</p:tagLst>
</file>

<file path=ppt/theme/theme1.xml><?xml version="1.0" encoding="utf-8"?>
<a:theme xmlns:a="http://schemas.openxmlformats.org/drawingml/2006/main" name="Retrospect">
  <a:themeElements>
    <a:clrScheme name="Custom 21">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000000"/>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ppt/theme/theme2.xml><?xml version="1.0" encoding="utf-8"?>
<a:theme xmlns:a="http://schemas.openxmlformats.org/drawingml/2006/main" name="Office Theme">
  <a:themeElements>
    <a:clrScheme name="MSFT_Color_1">
      <a:dk1>
        <a:srgbClr val="32363F"/>
      </a:dk1>
      <a:lt1>
        <a:sysClr val="window" lastClr="FFFFFF"/>
      </a:lt1>
      <a:dk2>
        <a:srgbClr val="313C41"/>
      </a:dk2>
      <a:lt2>
        <a:srgbClr val="FFFFFF"/>
      </a:lt2>
      <a:accent1>
        <a:srgbClr val="2C85AE"/>
      </a:accent1>
      <a:accent2>
        <a:srgbClr val="5E5CA2"/>
      </a:accent2>
      <a:accent3>
        <a:srgbClr val="5268A5"/>
      </a:accent3>
      <a:accent4>
        <a:srgbClr val="4276AA"/>
      </a:accent4>
      <a:accent5>
        <a:srgbClr val="1891AB"/>
      </a:accent5>
      <a:accent6>
        <a:srgbClr val="00A09D"/>
      </a:accent6>
      <a:hlink>
        <a:srgbClr val="2C85AE"/>
      </a:hlink>
      <a:folHlink>
        <a:srgbClr val="00A09D"/>
      </a:folHlink>
    </a:clrScheme>
    <a:fontScheme name="MSFT_Font">
      <a:majorFont>
        <a:latin typeface="Calibri"/>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title goes here" id="{A4715F0E-2373-46DF-8650-9CD6D2E73FF4}" vid="{7AE24D49-249C-4823-B15D-D301F3E6335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4731</TotalTime>
  <Words>2553</Words>
  <Application>Microsoft Office PowerPoint</Application>
  <PresentationFormat>On-screen Show (4:3)</PresentationFormat>
  <Paragraphs>347</Paragraphs>
  <Slides>56</Slides>
  <Notes>31</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56</vt:i4>
      </vt:variant>
    </vt:vector>
  </HeadingPairs>
  <TitlesOfParts>
    <vt:vector size="68" baseType="lpstr">
      <vt:lpstr>MS PGothic</vt:lpstr>
      <vt:lpstr>MS PGothic</vt:lpstr>
      <vt:lpstr>Arial</vt:lpstr>
      <vt:lpstr>Calibri</vt:lpstr>
      <vt:lpstr>Calibri Light</vt:lpstr>
      <vt:lpstr>Constantia</vt:lpstr>
      <vt:lpstr>Times</vt:lpstr>
      <vt:lpstr>Times New Roman</vt:lpstr>
      <vt:lpstr>Verdana</vt:lpstr>
      <vt:lpstr>Wingdings</vt:lpstr>
      <vt:lpstr>Retrospect</vt:lpstr>
      <vt:lpstr>Office Theme</vt:lpstr>
      <vt:lpstr>  LECTURE FOUR  ASSIGNING COSTS TO PRODUCTS</vt:lpstr>
      <vt:lpstr>Two Cost Accounting Systems</vt:lpstr>
      <vt:lpstr>Job-Order Costing ( Production Cost Flow) </vt:lpstr>
      <vt:lpstr>Cost Assignment</vt:lpstr>
      <vt:lpstr>Components of Manufacturing Cost</vt:lpstr>
      <vt:lpstr>Job-Order Costing – Cost Flow 2</vt:lpstr>
      <vt:lpstr>The Job Cost Sheet</vt:lpstr>
      <vt:lpstr>Measuring Direct Materials Cost – Part 1</vt:lpstr>
      <vt:lpstr>Measuring Direct Materials Cost – Part 2</vt:lpstr>
      <vt:lpstr>Measuring Direct Labor Costs</vt:lpstr>
      <vt:lpstr>Job-Order Cost Accounting</vt:lpstr>
      <vt:lpstr>Learning Objective 1</vt:lpstr>
      <vt:lpstr>Overhead Costs</vt:lpstr>
      <vt:lpstr>Why Use an Allocation Base?</vt:lpstr>
      <vt:lpstr>Application of Factory Overhead)</vt:lpstr>
      <vt:lpstr>Application of Factory  Overhead (continued)</vt:lpstr>
      <vt:lpstr>The Need for a POHR</vt:lpstr>
      <vt:lpstr>Learning Objective 2</vt:lpstr>
      <vt:lpstr>Overhead Application Rate</vt:lpstr>
      <vt:lpstr>Recording Manufacturing Overhead</vt:lpstr>
      <vt:lpstr>Calculating Total Cost of Job</vt:lpstr>
      <vt:lpstr>Calculating Unit Product Cost</vt:lpstr>
      <vt:lpstr>Quick Check 1</vt:lpstr>
      <vt:lpstr>Quick Check 1a</vt:lpstr>
      <vt:lpstr>Job-Order Costing – A Managerial Perspective – Part 1</vt:lpstr>
      <vt:lpstr>Job-Order Costing – A Managerial Perspective – Part 2</vt:lpstr>
      <vt:lpstr>Job-Order Costing for Financial Statements to External Parties</vt:lpstr>
      <vt:lpstr>Financial Adjust for Overhead Applied</vt:lpstr>
      <vt:lpstr>Types of Overhead application rates </vt:lpstr>
      <vt:lpstr>Multiple Predetermined Overhead Rates—An Activity-Based Approach</vt:lpstr>
      <vt:lpstr>Key Definitions and Concepts </vt:lpstr>
      <vt:lpstr>The Five Steps for Implementing ABC</vt:lpstr>
      <vt:lpstr>Define Activities, Activity Cost Pools, and Activity Measures </vt:lpstr>
      <vt:lpstr>Define Activities, Activity Cost Pools, and Activity Measures – Part 2</vt:lpstr>
      <vt:lpstr>PowerPoint Presentation</vt:lpstr>
      <vt:lpstr>Assign Overhead Costs to Activity Cost Pools –</vt:lpstr>
      <vt:lpstr>Assign Overhead Costs to Activity Cost Pools </vt:lpstr>
      <vt:lpstr>PowerPoint Presentation</vt:lpstr>
      <vt:lpstr>Calculate Activity Rates </vt:lpstr>
      <vt:lpstr>Calculate Activity Rates </vt:lpstr>
      <vt:lpstr>Calculate Activity Rates </vt:lpstr>
      <vt:lpstr>Calculate Activity Rates</vt:lpstr>
      <vt:lpstr>Calculate Activity Rates </vt:lpstr>
      <vt:lpstr>Assigning Overhead to Products</vt:lpstr>
      <vt:lpstr>Assigning Overhead to Products </vt:lpstr>
      <vt:lpstr>PowerPoint Presentation</vt:lpstr>
      <vt:lpstr>Prepare Management Reports </vt:lpstr>
      <vt:lpstr>Prepare Management Reports </vt:lpstr>
      <vt:lpstr>Prepare Management Reports </vt:lpstr>
      <vt:lpstr>Prepare Management Reports </vt:lpstr>
      <vt:lpstr>Product Margins Computed Using the Traditional Cost System </vt:lpstr>
      <vt:lpstr>Product Margins Computed Using the Traditional Cost System </vt:lpstr>
      <vt:lpstr>Product Margins Computed Using the Traditional Cost System </vt:lpstr>
      <vt:lpstr>Differences Between ABC and Traditional Product Costs </vt:lpstr>
      <vt:lpstr>Differences Between ABC and Traditional Product Costs </vt:lpstr>
      <vt:lpstr>Differences Between ABC and Traditional Product Costs </vt:lpstr>
    </vt:vector>
  </TitlesOfParts>
  <Company>Jon A. Booker, Ph.D., CPA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Title</dc:title>
  <dc:creator>Jon A. Booker</dc:creator>
  <cp:lastModifiedBy>Maha Ramadan</cp:lastModifiedBy>
  <cp:revision>460</cp:revision>
  <dcterms:created xsi:type="dcterms:W3CDTF">2008-08-28T13:55:57Z</dcterms:created>
  <dcterms:modified xsi:type="dcterms:W3CDTF">2026-04-18T14:42:55Z</dcterms:modified>
</cp:coreProperties>
</file>