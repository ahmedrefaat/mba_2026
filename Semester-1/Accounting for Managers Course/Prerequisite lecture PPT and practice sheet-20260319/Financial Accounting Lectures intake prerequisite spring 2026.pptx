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3"/>
  </p:notesMasterIdLst>
  <p:sldIdLst>
    <p:sldId id="316" r:id="rId2"/>
    <p:sldId id="986" r:id="rId3"/>
    <p:sldId id="297" r:id="rId4"/>
    <p:sldId id="1004" r:id="rId5"/>
    <p:sldId id="442" r:id="rId6"/>
    <p:sldId id="334" r:id="rId7"/>
    <p:sldId id="335" r:id="rId8"/>
    <p:sldId id="378" r:id="rId9"/>
    <p:sldId id="303" r:id="rId10"/>
    <p:sldId id="1031" r:id="rId11"/>
    <p:sldId id="524" r:id="rId12"/>
    <p:sldId id="525" r:id="rId13"/>
    <p:sldId id="526" r:id="rId14"/>
    <p:sldId id="574" r:id="rId15"/>
    <p:sldId id="987" r:id="rId16"/>
    <p:sldId id="575" r:id="rId17"/>
    <p:sldId id="576" r:id="rId18"/>
    <p:sldId id="988" r:id="rId19"/>
    <p:sldId id="989" r:id="rId20"/>
    <p:sldId id="990" r:id="rId21"/>
    <p:sldId id="491" r:id="rId22"/>
    <p:sldId id="499" r:id="rId23"/>
    <p:sldId id="492" r:id="rId24"/>
    <p:sldId id="500" r:id="rId25"/>
    <p:sldId id="991" r:id="rId26"/>
    <p:sldId id="493" r:id="rId27"/>
    <p:sldId id="501" r:id="rId28"/>
    <p:sldId id="494" r:id="rId29"/>
    <p:sldId id="495" r:id="rId30"/>
    <p:sldId id="992" r:id="rId31"/>
    <p:sldId id="993" r:id="rId32"/>
    <p:sldId id="504" r:id="rId33"/>
    <p:sldId id="994" r:id="rId34"/>
    <p:sldId id="505" r:id="rId35"/>
    <p:sldId id="995" r:id="rId36"/>
    <p:sldId id="577" r:id="rId37"/>
    <p:sldId id="996" r:id="rId38"/>
    <p:sldId id="270" r:id="rId39"/>
    <p:sldId id="274" r:id="rId40"/>
    <p:sldId id="298" r:id="rId41"/>
    <p:sldId id="997" r:id="rId42"/>
  </p:sldIdLst>
  <p:sldSz cx="9144000" cy="6858000" type="screen4x3"/>
  <p:notesSz cx="7077075" cy="936942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434">
          <p15:clr>
            <a:srgbClr val="A4A3A4"/>
          </p15:clr>
        </p15:guide>
        <p15:guide id="2" pos="4740" userDrawn="1">
          <p15:clr>
            <a:srgbClr val="A4A3A4"/>
          </p15:clr>
        </p15:guide>
        <p15:guide id="3" pos="521">
          <p15:clr>
            <a:srgbClr val="A4A3A4"/>
          </p15:clr>
        </p15:guide>
        <p15:guide id="4" orient="horz" pos="98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guide id="3" orient="horz" pos="2951">
          <p15:clr>
            <a:srgbClr val="A4A3A4"/>
          </p15:clr>
        </p15:guide>
        <p15:guide id="4" pos="2229">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CC"/>
    <a:srgbClr val="740000"/>
    <a:srgbClr val="CC0066"/>
    <a:srgbClr val="004600"/>
    <a:srgbClr val="F8A968"/>
    <a:srgbClr val="FFFAC2"/>
    <a:srgbClr val="BC2400"/>
    <a:srgbClr val="C42500"/>
    <a:srgbClr val="FFFEC9"/>
    <a:srgbClr val="FEFB7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7132" autoAdjust="0"/>
    <p:restoredTop sz="67059" autoAdjust="0"/>
  </p:normalViewPr>
  <p:slideViewPr>
    <p:cSldViewPr>
      <p:cViewPr varScale="1">
        <p:scale>
          <a:sx n="45" d="100"/>
          <a:sy n="45" d="100"/>
        </p:scale>
        <p:origin x="1779" y="42"/>
      </p:cViewPr>
      <p:guideLst>
        <p:guide orient="horz" pos="1434"/>
        <p:guide pos="4740"/>
        <p:guide pos="521"/>
        <p:guide orient="horz" pos="981"/>
      </p:guideLst>
    </p:cSldViewPr>
  </p:slideViewPr>
  <p:notesTextViewPr>
    <p:cViewPr>
      <p:scale>
        <a:sx n="100" d="100"/>
        <a:sy n="100" d="100"/>
      </p:scale>
      <p:origin x="0" y="0"/>
    </p:cViewPr>
  </p:notesTextViewPr>
  <p:notesViewPr>
    <p:cSldViewPr showGuides="1">
      <p:cViewPr varScale="1">
        <p:scale>
          <a:sx n="85" d="100"/>
          <a:sy n="85" d="100"/>
        </p:scale>
        <p:origin x="-3786" y="-96"/>
      </p:cViewPr>
      <p:guideLst>
        <p:guide orient="horz" pos="2880"/>
        <p:guide pos="2160"/>
        <p:guide orient="horz" pos="2951"/>
        <p:guide pos="2229"/>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48" Type="http://schemas.microsoft.com/office/2016/11/relationships/changesInfo" Target="changesInfos/changesInfo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ha Ramadan" userId="c0ecf777-ba1c-427e-9e8a-21cf1c8cb74e" providerId="ADAL" clId="{A62C7648-6038-43EF-9526-7AC95784EFEB}"/>
    <pc:docChg chg="custSel addSld delSld modSld">
      <pc:chgData name="Maha Ramadan" userId="c0ecf777-ba1c-427e-9e8a-21cf1c8cb74e" providerId="ADAL" clId="{A62C7648-6038-43EF-9526-7AC95784EFEB}" dt="2026-02-07T12:14:16.060" v="1515" actId="47"/>
      <pc:docMkLst>
        <pc:docMk/>
      </pc:docMkLst>
      <pc:sldChg chg="del">
        <pc:chgData name="Maha Ramadan" userId="c0ecf777-ba1c-427e-9e8a-21cf1c8cb74e" providerId="ADAL" clId="{A62C7648-6038-43EF-9526-7AC95784EFEB}" dt="2026-02-07T12:14:16.060" v="1515" actId="47"/>
        <pc:sldMkLst>
          <pc:docMk/>
          <pc:sldMk cId="0" sldId="266"/>
        </pc:sldMkLst>
      </pc:sldChg>
      <pc:sldChg chg="del">
        <pc:chgData name="Maha Ramadan" userId="c0ecf777-ba1c-427e-9e8a-21cf1c8cb74e" providerId="ADAL" clId="{A62C7648-6038-43EF-9526-7AC95784EFEB}" dt="2026-02-07T12:14:16.060" v="1515" actId="47"/>
        <pc:sldMkLst>
          <pc:docMk/>
          <pc:sldMk cId="1028878422" sldId="278"/>
        </pc:sldMkLst>
      </pc:sldChg>
      <pc:sldChg chg="del">
        <pc:chgData name="Maha Ramadan" userId="c0ecf777-ba1c-427e-9e8a-21cf1c8cb74e" providerId="ADAL" clId="{A62C7648-6038-43EF-9526-7AC95784EFEB}" dt="2026-02-07T12:14:16.060" v="1515" actId="47"/>
        <pc:sldMkLst>
          <pc:docMk/>
          <pc:sldMk cId="177419264" sldId="279"/>
        </pc:sldMkLst>
      </pc:sldChg>
      <pc:sldChg chg="del">
        <pc:chgData name="Maha Ramadan" userId="c0ecf777-ba1c-427e-9e8a-21cf1c8cb74e" providerId="ADAL" clId="{A62C7648-6038-43EF-9526-7AC95784EFEB}" dt="2026-02-07T12:14:16.060" v="1515" actId="47"/>
        <pc:sldMkLst>
          <pc:docMk/>
          <pc:sldMk cId="1012705241" sldId="281"/>
        </pc:sldMkLst>
      </pc:sldChg>
      <pc:sldChg chg="del">
        <pc:chgData name="Maha Ramadan" userId="c0ecf777-ba1c-427e-9e8a-21cf1c8cb74e" providerId="ADAL" clId="{A62C7648-6038-43EF-9526-7AC95784EFEB}" dt="2026-02-07T12:14:16.060" v="1515" actId="47"/>
        <pc:sldMkLst>
          <pc:docMk/>
          <pc:sldMk cId="1172960148" sldId="284"/>
        </pc:sldMkLst>
      </pc:sldChg>
      <pc:sldChg chg="del">
        <pc:chgData name="Maha Ramadan" userId="c0ecf777-ba1c-427e-9e8a-21cf1c8cb74e" providerId="ADAL" clId="{A62C7648-6038-43EF-9526-7AC95784EFEB}" dt="2026-02-07T12:14:16.060" v="1515" actId="47"/>
        <pc:sldMkLst>
          <pc:docMk/>
          <pc:sldMk cId="2840396184" sldId="285"/>
        </pc:sldMkLst>
      </pc:sldChg>
      <pc:sldChg chg="del">
        <pc:chgData name="Maha Ramadan" userId="c0ecf777-ba1c-427e-9e8a-21cf1c8cb74e" providerId="ADAL" clId="{A62C7648-6038-43EF-9526-7AC95784EFEB}" dt="2026-02-07T12:14:16.060" v="1515" actId="47"/>
        <pc:sldMkLst>
          <pc:docMk/>
          <pc:sldMk cId="3241260503" sldId="286"/>
        </pc:sldMkLst>
      </pc:sldChg>
      <pc:sldChg chg="del">
        <pc:chgData name="Maha Ramadan" userId="c0ecf777-ba1c-427e-9e8a-21cf1c8cb74e" providerId="ADAL" clId="{A62C7648-6038-43EF-9526-7AC95784EFEB}" dt="2026-02-07T12:14:16.060" v="1515" actId="47"/>
        <pc:sldMkLst>
          <pc:docMk/>
          <pc:sldMk cId="273681295" sldId="287"/>
        </pc:sldMkLst>
      </pc:sldChg>
      <pc:sldChg chg="del">
        <pc:chgData name="Maha Ramadan" userId="c0ecf777-ba1c-427e-9e8a-21cf1c8cb74e" providerId="ADAL" clId="{A62C7648-6038-43EF-9526-7AC95784EFEB}" dt="2026-02-07T12:14:16.060" v="1515" actId="47"/>
        <pc:sldMkLst>
          <pc:docMk/>
          <pc:sldMk cId="1224150025" sldId="288"/>
        </pc:sldMkLst>
      </pc:sldChg>
      <pc:sldChg chg="del">
        <pc:chgData name="Maha Ramadan" userId="c0ecf777-ba1c-427e-9e8a-21cf1c8cb74e" providerId="ADAL" clId="{A62C7648-6038-43EF-9526-7AC95784EFEB}" dt="2026-02-07T12:14:16.060" v="1515" actId="47"/>
        <pc:sldMkLst>
          <pc:docMk/>
          <pc:sldMk cId="938443112" sldId="290"/>
        </pc:sldMkLst>
      </pc:sldChg>
      <pc:sldChg chg="del">
        <pc:chgData name="Maha Ramadan" userId="c0ecf777-ba1c-427e-9e8a-21cf1c8cb74e" providerId="ADAL" clId="{A62C7648-6038-43EF-9526-7AC95784EFEB}" dt="2026-02-07T12:14:16.060" v="1515" actId="47"/>
        <pc:sldMkLst>
          <pc:docMk/>
          <pc:sldMk cId="0" sldId="292"/>
        </pc:sldMkLst>
      </pc:sldChg>
      <pc:sldChg chg="del">
        <pc:chgData name="Maha Ramadan" userId="c0ecf777-ba1c-427e-9e8a-21cf1c8cb74e" providerId="ADAL" clId="{A62C7648-6038-43EF-9526-7AC95784EFEB}" dt="2026-02-07T12:14:16.060" v="1515" actId="47"/>
        <pc:sldMkLst>
          <pc:docMk/>
          <pc:sldMk cId="3634243539" sldId="301"/>
        </pc:sldMkLst>
      </pc:sldChg>
      <pc:sldChg chg="add">
        <pc:chgData name="Maha Ramadan" userId="c0ecf777-ba1c-427e-9e8a-21cf1c8cb74e" providerId="ADAL" clId="{A62C7648-6038-43EF-9526-7AC95784EFEB}" dt="2026-02-05T20:46:06.325" v="116"/>
        <pc:sldMkLst>
          <pc:docMk/>
          <pc:sldMk cId="1469317627" sldId="303"/>
        </pc:sldMkLst>
      </pc:sldChg>
      <pc:sldChg chg="del">
        <pc:chgData name="Maha Ramadan" userId="c0ecf777-ba1c-427e-9e8a-21cf1c8cb74e" providerId="ADAL" clId="{A62C7648-6038-43EF-9526-7AC95784EFEB}" dt="2026-02-07T12:14:16.060" v="1515" actId="47"/>
        <pc:sldMkLst>
          <pc:docMk/>
          <pc:sldMk cId="1164061981" sldId="311"/>
        </pc:sldMkLst>
      </pc:sldChg>
      <pc:sldChg chg="delSp modSp mod">
        <pc:chgData name="Maha Ramadan" userId="c0ecf777-ba1c-427e-9e8a-21cf1c8cb74e" providerId="ADAL" clId="{A62C7648-6038-43EF-9526-7AC95784EFEB}" dt="2026-02-07T06:52:32.455" v="366" actId="20577"/>
        <pc:sldMkLst>
          <pc:docMk/>
          <pc:sldMk cId="0" sldId="316"/>
        </pc:sldMkLst>
        <pc:spChg chg="mod">
          <ac:chgData name="Maha Ramadan" userId="c0ecf777-ba1c-427e-9e8a-21cf1c8cb74e" providerId="ADAL" clId="{A62C7648-6038-43EF-9526-7AC95784EFEB}" dt="2026-02-05T20:50:16.874" v="312" actId="1076"/>
          <ac:spMkLst>
            <pc:docMk/>
            <pc:sldMk cId="0" sldId="316"/>
            <ac:spMk id="2" creationId="{00000000-0000-0000-0000-000000000000}"/>
          </ac:spMkLst>
        </pc:spChg>
        <pc:spChg chg="mod">
          <ac:chgData name="Maha Ramadan" userId="c0ecf777-ba1c-427e-9e8a-21cf1c8cb74e" providerId="ADAL" clId="{A62C7648-6038-43EF-9526-7AC95784EFEB}" dt="2026-02-05T20:50:45.710" v="317" actId="6549"/>
          <ac:spMkLst>
            <pc:docMk/>
            <pc:sldMk cId="0" sldId="316"/>
            <ac:spMk id="3" creationId="{00000000-0000-0000-0000-000000000000}"/>
          </ac:spMkLst>
        </pc:spChg>
        <pc:spChg chg="mod">
          <ac:chgData name="Maha Ramadan" userId="c0ecf777-ba1c-427e-9e8a-21cf1c8cb74e" providerId="ADAL" clId="{A62C7648-6038-43EF-9526-7AC95784EFEB}" dt="2026-02-07T06:52:32.455" v="366" actId="20577"/>
          <ac:spMkLst>
            <pc:docMk/>
            <pc:sldMk cId="0" sldId="316"/>
            <ac:spMk id="89090" creationId="{00000000-0000-0000-0000-000000000000}"/>
          </ac:spMkLst>
        </pc:spChg>
      </pc:sldChg>
      <pc:sldChg chg="del">
        <pc:chgData name="Maha Ramadan" userId="c0ecf777-ba1c-427e-9e8a-21cf1c8cb74e" providerId="ADAL" clId="{A62C7648-6038-43EF-9526-7AC95784EFEB}" dt="2026-02-07T12:14:16.060" v="1515" actId="47"/>
        <pc:sldMkLst>
          <pc:docMk/>
          <pc:sldMk cId="4059370146" sldId="317"/>
        </pc:sldMkLst>
      </pc:sldChg>
      <pc:sldChg chg="del">
        <pc:chgData name="Maha Ramadan" userId="c0ecf777-ba1c-427e-9e8a-21cf1c8cb74e" providerId="ADAL" clId="{A62C7648-6038-43EF-9526-7AC95784EFEB}" dt="2026-02-07T06:52:53.624" v="367" actId="47"/>
        <pc:sldMkLst>
          <pc:docMk/>
          <pc:sldMk cId="2188859216" sldId="321"/>
        </pc:sldMkLst>
      </pc:sldChg>
      <pc:sldChg chg="del">
        <pc:chgData name="Maha Ramadan" userId="c0ecf777-ba1c-427e-9e8a-21cf1c8cb74e" providerId="ADAL" clId="{A62C7648-6038-43EF-9526-7AC95784EFEB}" dt="2026-02-07T12:14:16.060" v="1515" actId="47"/>
        <pc:sldMkLst>
          <pc:docMk/>
          <pc:sldMk cId="1241717150" sldId="331"/>
        </pc:sldMkLst>
      </pc:sldChg>
      <pc:sldChg chg="add">
        <pc:chgData name="Maha Ramadan" userId="c0ecf777-ba1c-427e-9e8a-21cf1c8cb74e" providerId="ADAL" clId="{A62C7648-6038-43EF-9526-7AC95784EFEB}" dt="2026-02-05T20:46:06.325" v="116"/>
        <pc:sldMkLst>
          <pc:docMk/>
          <pc:sldMk cId="908835448" sldId="334"/>
        </pc:sldMkLst>
      </pc:sldChg>
      <pc:sldChg chg="add">
        <pc:chgData name="Maha Ramadan" userId="c0ecf777-ba1c-427e-9e8a-21cf1c8cb74e" providerId="ADAL" clId="{A62C7648-6038-43EF-9526-7AC95784EFEB}" dt="2026-02-05T20:46:06.325" v="116"/>
        <pc:sldMkLst>
          <pc:docMk/>
          <pc:sldMk cId="3996989909" sldId="335"/>
        </pc:sldMkLst>
      </pc:sldChg>
      <pc:sldChg chg="del">
        <pc:chgData name="Maha Ramadan" userId="c0ecf777-ba1c-427e-9e8a-21cf1c8cb74e" providerId="ADAL" clId="{A62C7648-6038-43EF-9526-7AC95784EFEB}" dt="2026-02-07T12:14:16.060" v="1515" actId="47"/>
        <pc:sldMkLst>
          <pc:docMk/>
          <pc:sldMk cId="1179940453" sldId="338"/>
        </pc:sldMkLst>
      </pc:sldChg>
      <pc:sldChg chg="del">
        <pc:chgData name="Maha Ramadan" userId="c0ecf777-ba1c-427e-9e8a-21cf1c8cb74e" providerId="ADAL" clId="{A62C7648-6038-43EF-9526-7AC95784EFEB}" dt="2026-02-07T12:14:16.060" v="1515" actId="47"/>
        <pc:sldMkLst>
          <pc:docMk/>
          <pc:sldMk cId="1711679785" sldId="339"/>
        </pc:sldMkLst>
      </pc:sldChg>
      <pc:sldChg chg="del">
        <pc:chgData name="Maha Ramadan" userId="c0ecf777-ba1c-427e-9e8a-21cf1c8cb74e" providerId="ADAL" clId="{A62C7648-6038-43EF-9526-7AC95784EFEB}" dt="2026-02-07T12:14:16.060" v="1515" actId="47"/>
        <pc:sldMkLst>
          <pc:docMk/>
          <pc:sldMk cId="2611531364" sldId="350"/>
        </pc:sldMkLst>
      </pc:sldChg>
      <pc:sldChg chg="del">
        <pc:chgData name="Maha Ramadan" userId="c0ecf777-ba1c-427e-9e8a-21cf1c8cb74e" providerId="ADAL" clId="{A62C7648-6038-43EF-9526-7AC95784EFEB}" dt="2026-02-07T12:14:16.060" v="1515" actId="47"/>
        <pc:sldMkLst>
          <pc:docMk/>
          <pc:sldMk cId="1498305480" sldId="354"/>
        </pc:sldMkLst>
      </pc:sldChg>
      <pc:sldChg chg="del">
        <pc:chgData name="Maha Ramadan" userId="c0ecf777-ba1c-427e-9e8a-21cf1c8cb74e" providerId="ADAL" clId="{A62C7648-6038-43EF-9526-7AC95784EFEB}" dt="2026-02-07T12:14:16.060" v="1515" actId="47"/>
        <pc:sldMkLst>
          <pc:docMk/>
          <pc:sldMk cId="1048234797" sldId="355"/>
        </pc:sldMkLst>
      </pc:sldChg>
      <pc:sldChg chg="del">
        <pc:chgData name="Maha Ramadan" userId="c0ecf777-ba1c-427e-9e8a-21cf1c8cb74e" providerId="ADAL" clId="{A62C7648-6038-43EF-9526-7AC95784EFEB}" dt="2026-02-07T12:14:16.060" v="1515" actId="47"/>
        <pc:sldMkLst>
          <pc:docMk/>
          <pc:sldMk cId="2020347755" sldId="371"/>
        </pc:sldMkLst>
      </pc:sldChg>
      <pc:sldChg chg="del">
        <pc:chgData name="Maha Ramadan" userId="c0ecf777-ba1c-427e-9e8a-21cf1c8cb74e" providerId="ADAL" clId="{A62C7648-6038-43EF-9526-7AC95784EFEB}" dt="2026-02-07T12:14:16.060" v="1515" actId="47"/>
        <pc:sldMkLst>
          <pc:docMk/>
          <pc:sldMk cId="2050835541" sldId="372"/>
        </pc:sldMkLst>
      </pc:sldChg>
      <pc:sldChg chg="del">
        <pc:chgData name="Maha Ramadan" userId="c0ecf777-ba1c-427e-9e8a-21cf1c8cb74e" providerId="ADAL" clId="{A62C7648-6038-43EF-9526-7AC95784EFEB}" dt="2026-02-07T12:14:16.060" v="1515" actId="47"/>
        <pc:sldMkLst>
          <pc:docMk/>
          <pc:sldMk cId="1701779843" sldId="377"/>
        </pc:sldMkLst>
      </pc:sldChg>
      <pc:sldChg chg="add">
        <pc:chgData name="Maha Ramadan" userId="c0ecf777-ba1c-427e-9e8a-21cf1c8cb74e" providerId="ADAL" clId="{A62C7648-6038-43EF-9526-7AC95784EFEB}" dt="2026-02-05T20:46:06.325" v="116"/>
        <pc:sldMkLst>
          <pc:docMk/>
          <pc:sldMk cId="914196200" sldId="378"/>
        </pc:sldMkLst>
      </pc:sldChg>
      <pc:sldChg chg="del">
        <pc:chgData name="Maha Ramadan" userId="c0ecf777-ba1c-427e-9e8a-21cf1c8cb74e" providerId="ADAL" clId="{A62C7648-6038-43EF-9526-7AC95784EFEB}" dt="2026-02-07T12:14:16.060" v="1515" actId="47"/>
        <pc:sldMkLst>
          <pc:docMk/>
          <pc:sldMk cId="2944868789" sldId="381"/>
        </pc:sldMkLst>
      </pc:sldChg>
      <pc:sldChg chg="del">
        <pc:chgData name="Maha Ramadan" userId="c0ecf777-ba1c-427e-9e8a-21cf1c8cb74e" providerId="ADAL" clId="{A62C7648-6038-43EF-9526-7AC95784EFEB}" dt="2026-02-07T12:14:16.060" v="1515" actId="47"/>
        <pc:sldMkLst>
          <pc:docMk/>
          <pc:sldMk cId="3017750477" sldId="382"/>
        </pc:sldMkLst>
      </pc:sldChg>
      <pc:sldChg chg="del">
        <pc:chgData name="Maha Ramadan" userId="c0ecf777-ba1c-427e-9e8a-21cf1c8cb74e" providerId="ADAL" clId="{A62C7648-6038-43EF-9526-7AC95784EFEB}" dt="2026-02-07T12:14:16.060" v="1515" actId="47"/>
        <pc:sldMkLst>
          <pc:docMk/>
          <pc:sldMk cId="1242070117" sldId="384"/>
        </pc:sldMkLst>
      </pc:sldChg>
      <pc:sldChg chg="del">
        <pc:chgData name="Maha Ramadan" userId="c0ecf777-ba1c-427e-9e8a-21cf1c8cb74e" providerId="ADAL" clId="{A62C7648-6038-43EF-9526-7AC95784EFEB}" dt="2026-02-07T12:14:16.060" v="1515" actId="47"/>
        <pc:sldMkLst>
          <pc:docMk/>
          <pc:sldMk cId="3533745014" sldId="387"/>
        </pc:sldMkLst>
      </pc:sldChg>
      <pc:sldChg chg="del">
        <pc:chgData name="Maha Ramadan" userId="c0ecf777-ba1c-427e-9e8a-21cf1c8cb74e" providerId="ADAL" clId="{A62C7648-6038-43EF-9526-7AC95784EFEB}" dt="2026-02-07T12:14:16.060" v="1515" actId="47"/>
        <pc:sldMkLst>
          <pc:docMk/>
          <pc:sldMk cId="3591130586" sldId="388"/>
        </pc:sldMkLst>
      </pc:sldChg>
      <pc:sldChg chg="del">
        <pc:chgData name="Maha Ramadan" userId="c0ecf777-ba1c-427e-9e8a-21cf1c8cb74e" providerId="ADAL" clId="{A62C7648-6038-43EF-9526-7AC95784EFEB}" dt="2026-02-07T12:14:16.060" v="1515" actId="47"/>
        <pc:sldMkLst>
          <pc:docMk/>
          <pc:sldMk cId="1725906734" sldId="405"/>
        </pc:sldMkLst>
      </pc:sldChg>
      <pc:sldChg chg="del">
        <pc:chgData name="Maha Ramadan" userId="c0ecf777-ba1c-427e-9e8a-21cf1c8cb74e" providerId="ADAL" clId="{A62C7648-6038-43EF-9526-7AC95784EFEB}" dt="2026-02-07T12:14:16.060" v="1515" actId="47"/>
        <pc:sldMkLst>
          <pc:docMk/>
          <pc:sldMk cId="3532415084" sldId="406"/>
        </pc:sldMkLst>
      </pc:sldChg>
      <pc:sldChg chg="add">
        <pc:chgData name="Maha Ramadan" userId="c0ecf777-ba1c-427e-9e8a-21cf1c8cb74e" providerId="ADAL" clId="{A62C7648-6038-43EF-9526-7AC95784EFEB}" dt="2026-02-05T20:44:49.205" v="113"/>
        <pc:sldMkLst>
          <pc:docMk/>
          <pc:sldMk cId="1024901735" sldId="442"/>
        </pc:sldMkLst>
      </pc:sldChg>
      <pc:sldChg chg="del">
        <pc:chgData name="Maha Ramadan" userId="c0ecf777-ba1c-427e-9e8a-21cf1c8cb74e" providerId="ADAL" clId="{A62C7648-6038-43EF-9526-7AC95784EFEB}" dt="2026-02-07T12:14:16.060" v="1515" actId="47"/>
        <pc:sldMkLst>
          <pc:docMk/>
          <pc:sldMk cId="1959525570" sldId="462"/>
        </pc:sldMkLst>
      </pc:sldChg>
      <pc:sldChg chg="del">
        <pc:chgData name="Maha Ramadan" userId="c0ecf777-ba1c-427e-9e8a-21cf1c8cb74e" providerId="ADAL" clId="{A62C7648-6038-43EF-9526-7AC95784EFEB}" dt="2026-02-07T12:14:16.060" v="1515" actId="47"/>
        <pc:sldMkLst>
          <pc:docMk/>
          <pc:sldMk cId="3380782430" sldId="463"/>
        </pc:sldMkLst>
      </pc:sldChg>
      <pc:sldChg chg="del">
        <pc:chgData name="Maha Ramadan" userId="c0ecf777-ba1c-427e-9e8a-21cf1c8cb74e" providerId="ADAL" clId="{A62C7648-6038-43EF-9526-7AC95784EFEB}" dt="2026-02-07T12:14:16.060" v="1515" actId="47"/>
        <pc:sldMkLst>
          <pc:docMk/>
          <pc:sldMk cId="1940984466" sldId="464"/>
        </pc:sldMkLst>
      </pc:sldChg>
      <pc:sldChg chg="del">
        <pc:chgData name="Maha Ramadan" userId="c0ecf777-ba1c-427e-9e8a-21cf1c8cb74e" providerId="ADAL" clId="{A62C7648-6038-43EF-9526-7AC95784EFEB}" dt="2026-02-07T12:14:16.060" v="1515" actId="47"/>
        <pc:sldMkLst>
          <pc:docMk/>
          <pc:sldMk cId="2521298357" sldId="465"/>
        </pc:sldMkLst>
      </pc:sldChg>
      <pc:sldChg chg="del">
        <pc:chgData name="Maha Ramadan" userId="c0ecf777-ba1c-427e-9e8a-21cf1c8cb74e" providerId="ADAL" clId="{A62C7648-6038-43EF-9526-7AC95784EFEB}" dt="2026-02-07T12:14:16.060" v="1515" actId="47"/>
        <pc:sldMkLst>
          <pc:docMk/>
          <pc:sldMk cId="3131343010" sldId="466"/>
        </pc:sldMkLst>
      </pc:sldChg>
      <pc:sldChg chg="del">
        <pc:chgData name="Maha Ramadan" userId="c0ecf777-ba1c-427e-9e8a-21cf1c8cb74e" providerId="ADAL" clId="{A62C7648-6038-43EF-9526-7AC95784EFEB}" dt="2026-02-07T12:14:16.060" v="1515" actId="47"/>
        <pc:sldMkLst>
          <pc:docMk/>
          <pc:sldMk cId="2504600747" sldId="468"/>
        </pc:sldMkLst>
      </pc:sldChg>
      <pc:sldChg chg="del">
        <pc:chgData name="Maha Ramadan" userId="c0ecf777-ba1c-427e-9e8a-21cf1c8cb74e" providerId="ADAL" clId="{A62C7648-6038-43EF-9526-7AC95784EFEB}" dt="2026-02-07T12:14:16.060" v="1515" actId="47"/>
        <pc:sldMkLst>
          <pc:docMk/>
          <pc:sldMk cId="3624315632" sldId="469"/>
        </pc:sldMkLst>
      </pc:sldChg>
      <pc:sldChg chg="del">
        <pc:chgData name="Maha Ramadan" userId="c0ecf777-ba1c-427e-9e8a-21cf1c8cb74e" providerId="ADAL" clId="{A62C7648-6038-43EF-9526-7AC95784EFEB}" dt="2026-02-07T12:14:16.060" v="1515" actId="47"/>
        <pc:sldMkLst>
          <pc:docMk/>
          <pc:sldMk cId="487010626" sldId="470"/>
        </pc:sldMkLst>
      </pc:sldChg>
      <pc:sldChg chg="del">
        <pc:chgData name="Maha Ramadan" userId="c0ecf777-ba1c-427e-9e8a-21cf1c8cb74e" providerId="ADAL" clId="{A62C7648-6038-43EF-9526-7AC95784EFEB}" dt="2026-02-07T12:14:16.060" v="1515" actId="47"/>
        <pc:sldMkLst>
          <pc:docMk/>
          <pc:sldMk cId="1828258470" sldId="471"/>
        </pc:sldMkLst>
      </pc:sldChg>
      <pc:sldChg chg="del">
        <pc:chgData name="Maha Ramadan" userId="c0ecf777-ba1c-427e-9e8a-21cf1c8cb74e" providerId="ADAL" clId="{A62C7648-6038-43EF-9526-7AC95784EFEB}" dt="2026-02-07T12:14:16.060" v="1515" actId="47"/>
        <pc:sldMkLst>
          <pc:docMk/>
          <pc:sldMk cId="100216125" sldId="472"/>
        </pc:sldMkLst>
      </pc:sldChg>
      <pc:sldChg chg="del">
        <pc:chgData name="Maha Ramadan" userId="c0ecf777-ba1c-427e-9e8a-21cf1c8cb74e" providerId="ADAL" clId="{A62C7648-6038-43EF-9526-7AC95784EFEB}" dt="2026-02-07T12:14:16.060" v="1515" actId="47"/>
        <pc:sldMkLst>
          <pc:docMk/>
          <pc:sldMk cId="756887515" sldId="473"/>
        </pc:sldMkLst>
      </pc:sldChg>
      <pc:sldChg chg="del">
        <pc:chgData name="Maha Ramadan" userId="c0ecf777-ba1c-427e-9e8a-21cf1c8cb74e" providerId="ADAL" clId="{A62C7648-6038-43EF-9526-7AC95784EFEB}" dt="2026-02-07T12:14:16.060" v="1515" actId="47"/>
        <pc:sldMkLst>
          <pc:docMk/>
          <pc:sldMk cId="1871509391" sldId="474"/>
        </pc:sldMkLst>
      </pc:sldChg>
      <pc:sldChg chg="del">
        <pc:chgData name="Maha Ramadan" userId="c0ecf777-ba1c-427e-9e8a-21cf1c8cb74e" providerId="ADAL" clId="{A62C7648-6038-43EF-9526-7AC95784EFEB}" dt="2026-02-07T12:14:16.060" v="1515" actId="47"/>
        <pc:sldMkLst>
          <pc:docMk/>
          <pc:sldMk cId="1334058256" sldId="475"/>
        </pc:sldMkLst>
      </pc:sldChg>
      <pc:sldChg chg="del">
        <pc:chgData name="Maha Ramadan" userId="c0ecf777-ba1c-427e-9e8a-21cf1c8cb74e" providerId="ADAL" clId="{A62C7648-6038-43EF-9526-7AC95784EFEB}" dt="2026-02-07T12:14:16.060" v="1515" actId="47"/>
        <pc:sldMkLst>
          <pc:docMk/>
          <pc:sldMk cId="0" sldId="481"/>
        </pc:sldMkLst>
      </pc:sldChg>
      <pc:sldChg chg="modSp mod">
        <pc:chgData name="Maha Ramadan" userId="c0ecf777-ba1c-427e-9e8a-21cf1c8cb74e" providerId="ADAL" clId="{A62C7648-6038-43EF-9526-7AC95784EFEB}" dt="2026-02-05T20:41:39.792" v="105" actId="207"/>
        <pc:sldMkLst>
          <pc:docMk/>
          <pc:sldMk cId="956630352" sldId="493"/>
        </pc:sldMkLst>
        <pc:spChg chg="mod">
          <ac:chgData name="Maha Ramadan" userId="c0ecf777-ba1c-427e-9e8a-21cf1c8cb74e" providerId="ADAL" clId="{A62C7648-6038-43EF-9526-7AC95784EFEB}" dt="2026-02-05T20:41:39.792" v="105" actId="207"/>
          <ac:spMkLst>
            <pc:docMk/>
            <pc:sldMk cId="956630352" sldId="493"/>
            <ac:spMk id="10" creationId="{00000000-0000-0000-0000-000000000000}"/>
          </ac:spMkLst>
        </pc:spChg>
      </pc:sldChg>
      <pc:sldChg chg="modSp mod">
        <pc:chgData name="Maha Ramadan" userId="c0ecf777-ba1c-427e-9e8a-21cf1c8cb74e" providerId="ADAL" clId="{A62C7648-6038-43EF-9526-7AC95784EFEB}" dt="2026-02-05T20:40:33.238" v="101" actId="207"/>
        <pc:sldMkLst>
          <pc:docMk/>
          <pc:sldMk cId="2291640104" sldId="499"/>
        </pc:sldMkLst>
        <pc:spChg chg="mod">
          <ac:chgData name="Maha Ramadan" userId="c0ecf777-ba1c-427e-9e8a-21cf1c8cb74e" providerId="ADAL" clId="{A62C7648-6038-43EF-9526-7AC95784EFEB}" dt="2026-02-05T20:40:33.238" v="101" actId="207"/>
          <ac:spMkLst>
            <pc:docMk/>
            <pc:sldMk cId="2291640104" sldId="499"/>
            <ac:spMk id="2" creationId="{00000000-0000-0000-0000-000000000000}"/>
          </ac:spMkLst>
        </pc:spChg>
      </pc:sldChg>
      <pc:sldChg chg="del">
        <pc:chgData name="Maha Ramadan" userId="c0ecf777-ba1c-427e-9e8a-21cf1c8cb74e" providerId="ADAL" clId="{A62C7648-6038-43EF-9526-7AC95784EFEB}" dt="2026-02-07T12:14:16.060" v="1515" actId="47"/>
        <pc:sldMkLst>
          <pc:docMk/>
          <pc:sldMk cId="2242918453" sldId="502"/>
        </pc:sldMkLst>
      </pc:sldChg>
      <pc:sldChg chg="del">
        <pc:chgData name="Maha Ramadan" userId="c0ecf777-ba1c-427e-9e8a-21cf1c8cb74e" providerId="ADAL" clId="{A62C7648-6038-43EF-9526-7AC95784EFEB}" dt="2026-02-07T12:14:16.060" v="1515" actId="47"/>
        <pc:sldMkLst>
          <pc:docMk/>
          <pc:sldMk cId="0" sldId="503"/>
        </pc:sldMkLst>
      </pc:sldChg>
      <pc:sldChg chg="modSp mod">
        <pc:chgData name="Maha Ramadan" userId="c0ecf777-ba1c-427e-9e8a-21cf1c8cb74e" providerId="ADAL" clId="{A62C7648-6038-43EF-9526-7AC95784EFEB}" dt="2026-02-05T20:42:21.178" v="109" actId="120"/>
        <pc:sldMkLst>
          <pc:docMk/>
          <pc:sldMk cId="3766983582" sldId="504"/>
        </pc:sldMkLst>
        <pc:spChg chg="mod">
          <ac:chgData name="Maha Ramadan" userId="c0ecf777-ba1c-427e-9e8a-21cf1c8cb74e" providerId="ADAL" clId="{A62C7648-6038-43EF-9526-7AC95784EFEB}" dt="2026-02-05T20:42:21.178" v="109" actId="120"/>
          <ac:spMkLst>
            <pc:docMk/>
            <pc:sldMk cId="3766983582" sldId="504"/>
            <ac:spMk id="2" creationId="{00000000-0000-0000-0000-000000000000}"/>
          </ac:spMkLst>
        </pc:spChg>
      </pc:sldChg>
      <pc:sldChg chg="modSp mod">
        <pc:chgData name="Maha Ramadan" userId="c0ecf777-ba1c-427e-9e8a-21cf1c8cb74e" providerId="ADAL" clId="{A62C7648-6038-43EF-9526-7AC95784EFEB}" dt="2026-02-05T20:42:41.220" v="111" actId="120"/>
        <pc:sldMkLst>
          <pc:docMk/>
          <pc:sldMk cId="2008867083" sldId="505"/>
        </pc:sldMkLst>
        <pc:spChg chg="mod">
          <ac:chgData name="Maha Ramadan" userId="c0ecf777-ba1c-427e-9e8a-21cf1c8cb74e" providerId="ADAL" clId="{A62C7648-6038-43EF-9526-7AC95784EFEB}" dt="2026-02-05T20:42:41.220" v="111" actId="120"/>
          <ac:spMkLst>
            <pc:docMk/>
            <pc:sldMk cId="2008867083" sldId="505"/>
            <ac:spMk id="2" creationId="{00000000-0000-0000-0000-000000000000}"/>
          </ac:spMkLst>
        </pc:spChg>
      </pc:sldChg>
      <pc:sldChg chg="del">
        <pc:chgData name="Maha Ramadan" userId="c0ecf777-ba1c-427e-9e8a-21cf1c8cb74e" providerId="ADAL" clId="{A62C7648-6038-43EF-9526-7AC95784EFEB}" dt="2026-02-07T12:14:16.060" v="1515" actId="47"/>
        <pc:sldMkLst>
          <pc:docMk/>
          <pc:sldMk cId="0" sldId="506"/>
        </pc:sldMkLst>
      </pc:sldChg>
      <pc:sldChg chg="del">
        <pc:chgData name="Maha Ramadan" userId="c0ecf777-ba1c-427e-9e8a-21cf1c8cb74e" providerId="ADAL" clId="{A62C7648-6038-43EF-9526-7AC95784EFEB}" dt="2026-02-07T12:14:16.060" v="1515" actId="47"/>
        <pc:sldMkLst>
          <pc:docMk/>
          <pc:sldMk cId="0" sldId="510"/>
        </pc:sldMkLst>
      </pc:sldChg>
      <pc:sldChg chg="del">
        <pc:chgData name="Maha Ramadan" userId="c0ecf777-ba1c-427e-9e8a-21cf1c8cb74e" providerId="ADAL" clId="{A62C7648-6038-43EF-9526-7AC95784EFEB}" dt="2026-02-07T12:14:16.060" v="1515" actId="47"/>
        <pc:sldMkLst>
          <pc:docMk/>
          <pc:sldMk cId="0" sldId="511"/>
        </pc:sldMkLst>
      </pc:sldChg>
      <pc:sldChg chg="addSp delSp modSp mod">
        <pc:chgData name="Maha Ramadan" userId="c0ecf777-ba1c-427e-9e8a-21cf1c8cb74e" providerId="ADAL" clId="{A62C7648-6038-43EF-9526-7AC95784EFEB}" dt="2026-02-05T20:37:48.429" v="75" actId="478"/>
        <pc:sldMkLst>
          <pc:docMk/>
          <pc:sldMk cId="4005888125" sldId="524"/>
        </pc:sldMkLst>
      </pc:sldChg>
      <pc:sldChg chg="modNotesTx">
        <pc:chgData name="Maha Ramadan" userId="c0ecf777-ba1c-427e-9e8a-21cf1c8cb74e" providerId="ADAL" clId="{A62C7648-6038-43EF-9526-7AC95784EFEB}" dt="2026-02-05T20:39:17.273" v="95" actId="6549"/>
        <pc:sldMkLst>
          <pc:docMk/>
          <pc:sldMk cId="3633838000" sldId="526"/>
        </pc:sldMkLst>
      </pc:sldChg>
      <pc:sldChg chg="del">
        <pc:chgData name="Maha Ramadan" userId="c0ecf777-ba1c-427e-9e8a-21cf1c8cb74e" providerId="ADAL" clId="{A62C7648-6038-43EF-9526-7AC95784EFEB}" dt="2026-02-07T12:14:16.060" v="1515" actId="47"/>
        <pc:sldMkLst>
          <pc:docMk/>
          <pc:sldMk cId="0" sldId="533"/>
        </pc:sldMkLst>
      </pc:sldChg>
      <pc:sldChg chg="add">
        <pc:chgData name="Maha Ramadan" userId="c0ecf777-ba1c-427e-9e8a-21cf1c8cb74e" providerId="ADAL" clId="{A62C7648-6038-43EF-9526-7AC95784EFEB}" dt="2026-02-05T20:46:37.229" v="118"/>
        <pc:sldMkLst>
          <pc:docMk/>
          <pc:sldMk cId="40195200" sldId="574"/>
        </pc:sldMkLst>
      </pc:sldChg>
      <pc:sldChg chg="modSp mod">
        <pc:chgData name="Maha Ramadan" userId="c0ecf777-ba1c-427e-9e8a-21cf1c8cb74e" providerId="ADAL" clId="{A62C7648-6038-43EF-9526-7AC95784EFEB}" dt="2026-02-05T20:39:51.491" v="97" actId="207"/>
        <pc:sldMkLst>
          <pc:docMk/>
          <pc:sldMk cId="2559134042" sldId="575"/>
        </pc:sldMkLst>
        <pc:spChg chg="mod">
          <ac:chgData name="Maha Ramadan" userId="c0ecf777-ba1c-427e-9e8a-21cf1c8cb74e" providerId="ADAL" clId="{A62C7648-6038-43EF-9526-7AC95784EFEB}" dt="2026-02-05T20:39:51.491" v="97" actId="207"/>
          <ac:spMkLst>
            <pc:docMk/>
            <pc:sldMk cId="2559134042" sldId="575"/>
            <ac:spMk id="2" creationId="{00000000-0000-0000-0000-000000000000}"/>
          </ac:spMkLst>
        </pc:spChg>
      </pc:sldChg>
      <pc:sldChg chg="del">
        <pc:chgData name="Maha Ramadan" userId="c0ecf777-ba1c-427e-9e8a-21cf1c8cb74e" providerId="ADAL" clId="{A62C7648-6038-43EF-9526-7AC95784EFEB}" dt="2026-02-07T12:14:16.060" v="1515" actId="47"/>
        <pc:sldMkLst>
          <pc:docMk/>
          <pc:sldMk cId="0" sldId="578"/>
        </pc:sldMkLst>
      </pc:sldChg>
      <pc:sldChg chg="del">
        <pc:chgData name="Maha Ramadan" userId="c0ecf777-ba1c-427e-9e8a-21cf1c8cb74e" providerId="ADAL" clId="{A62C7648-6038-43EF-9526-7AC95784EFEB}" dt="2026-02-07T12:14:16.060" v="1515" actId="47"/>
        <pc:sldMkLst>
          <pc:docMk/>
          <pc:sldMk cId="0" sldId="582"/>
        </pc:sldMkLst>
      </pc:sldChg>
      <pc:sldChg chg="del">
        <pc:chgData name="Maha Ramadan" userId="c0ecf777-ba1c-427e-9e8a-21cf1c8cb74e" providerId="ADAL" clId="{A62C7648-6038-43EF-9526-7AC95784EFEB}" dt="2026-02-07T12:14:16.060" v="1515" actId="47"/>
        <pc:sldMkLst>
          <pc:docMk/>
          <pc:sldMk cId="0" sldId="588"/>
        </pc:sldMkLst>
      </pc:sldChg>
      <pc:sldChg chg="del">
        <pc:chgData name="Maha Ramadan" userId="c0ecf777-ba1c-427e-9e8a-21cf1c8cb74e" providerId="ADAL" clId="{A62C7648-6038-43EF-9526-7AC95784EFEB}" dt="2026-02-07T12:14:16.060" v="1515" actId="47"/>
        <pc:sldMkLst>
          <pc:docMk/>
          <pc:sldMk cId="0" sldId="617"/>
        </pc:sldMkLst>
      </pc:sldChg>
      <pc:sldChg chg="del">
        <pc:chgData name="Maha Ramadan" userId="c0ecf777-ba1c-427e-9e8a-21cf1c8cb74e" providerId="ADAL" clId="{A62C7648-6038-43EF-9526-7AC95784EFEB}" dt="2026-02-07T12:14:16.060" v="1515" actId="47"/>
        <pc:sldMkLst>
          <pc:docMk/>
          <pc:sldMk cId="1163105595" sldId="636"/>
        </pc:sldMkLst>
      </pc:sldChg>
      <pc:sldChg chg="del">
        <pc:chgData name="Maha Ramadan" userId="c0ecf777-ba1c-427e-9e8a-21cf1c8cb74e" providerId="ADAL" clId="{A62C7648-6038-43EF-9526-7AC95784EFEB}" dt="2026-02-07T12:14:16.060" v="1515" actId="47"/>
        <pc:sldMkLst>
          <pc:docMk/>
          <pc:sldMk cId="2581701247" sldId="639"/>
        </pc:sldMkLst>
      </pc:sldChg>
      <pc:sldChg chg="del">
        <pc:chgData name="Maha Ramadan" userId="c0ecf777-ba1c-427e-9e8a-21cf1c8cb74e" providerId="ADAL" clId="{A62C7648-6038-43EF-9526-7AC95784EFEB}" dt="2026-02-07T12:14:16.060" v="1515" actId="47"/>
        <pc:sldMkLst>
          <pc:docMk/>
          <pc:sldMk cId="334099757" sldId="666"/>
        </pc:sldMkLst>
      </pc:sldChg>
      <pc:sldChg chg="del">
        <pc:chgData name="Maha Ramadan" userId="c0ecf777-ba1c-427e-9e8a-21cf1c8cb74e" providerId="ADAL" clId="{A62C7648-6038-43EF-9526-7AC95784EFEB}" dt="2026-02-07T12:14:16.060" v="1515" actId="47"/>
        <pc:sldMkLst>
          <pc:docMk/>
          <pc:sldMk cId="235102047" sldId="667"/>
        </pc:sldMkLst>
      </pc:sldChg>
      <pc:sldChg chg="del">
        <pc:chgData name="Maha Ramadan" userId="c0ecf777-ba1c-427e-9e8a-21cf1c8cb74e" providerId="ADAL" clId="{A62C7648-6038-43EF-9526-7AC95784EFEB}" dt="2026-02-07T12:14:16.060" v="1515" actId="47"/>
        <pc:sldMkLst>
          <pc:docMk/>
          <pc:sldMk cId="1116669805" sldId="710"/>
        </pc:sldMkLst>
      </pc:sldChg>
      <pc:sldChg chg="del">
        <pc:chgData name="Maha Ramadan" userId="c0ecf777-ba1c-427e-9e8a-21cf1c8cb74e" providerId="ADAL" clId="{A62C7648-6038-43EF-9526-7AC95784EFEB}" dt="2026-02-07T12:14:16.060" v="1515" actId="47"/>
        <pc:sldMkLst>
          <pc:docMk/>
          <pc:sldMk cId="3041314435" sldId="718"/>
        </pc:sldMkLst>
      </pc:sldChg>
      <pc:sldChg chg="del">
        <pc:chgData name="Maha Ramadan" userId="c0ecf777-ba1c-427e-9e8a-21cf1c8cb74e" providerId="ADAL" clId="{A62C7648-6038-43EF-9526-7AC95784EFEB}" dt="2026-02-07T12:14:16.060" v="1515" actId="47"/>
        <pc:sldMkLst>
          <pc:docMk/>
          <pc:sldMk cId="3134940860" sldId="719"/>
        </pc:sldMkLst>
      </pc:sldChg>
      <pc:sldChg chg="del">
        <pc:chgData name="Maha Ramadan" userId="c0ecf777-ba1c-427e-9e8a-21cf1c8cb74e" providerId="ADAL" clId="{A62C7648-6038-43EF-9526-7AC95784EFEB}" dt="2026-02-07T12:14:16.060" v="1515" actId="47"/>
        <pc:sldMkLst>
          <pc:docMk/>
          <pc:sldMk cId="1986514613" sldId="720"/>
        </pc:sldMkLst>
      </pc:sldChg>
      <pc:sldChg chg="del">
        <pc:chgData name="Maha Ramadan" userId="c0ecf777-ba1c-427e-9e8a-21cf1c8cb74e" providerId="ADAL" clId="{A62C7648-6038-43EF-9526-7AC95784EFEB}" dt="2026-02-07T12:14:16.060" v="1515" actId="47"/>
        <pc:sldMkLst>
          <pc:docMk/>
          <pc:sldMk cId="3513194968" sldId="735"/>
        </pc:sldMkLst>
      </pc:sldChg>
      <pc:sldChg chg="del">
        <pc:chgData name="Maha Ramadan" userId="c0ecf777-ba1c-427e-9e8a-21cf1c8cb74e" providerId="ADAL" clId="{A62C7648-6038-43EF-9526-7AC95784EFEB}" dt="2026-02-07T12:14:16.060" v="1515" actId="47"/>
        <pc:sldMkLst>
          <pc:docMk/>
          <pc:sldMk cId="3378646346" sldId="805"/>
        </pc:sldMkLst>
      </pc:sldChg>
      <pc:sldChg chg="del">
        <pc:chgData name="Maha Ramadan" userId="c0ecf777-ba1c-427e-9e8a-21cf1c8cb74e" providerId="ADAL" clId="{A62C7648-6038-43EF-9526-7AC95784EFEB}" dt="2026-02-07T12:14:16.060" v="1515" actId="47"/>
        <pc:sldMkLst>
          <pc:docMk/>
          <pc:sldMk cId="934366229" sldId="839"/>
        </pc:sldMkLst>
      </pc:sldChg>
      <pc:sldChg chg="del">
        <pc:chgData name="Maha Ramadan" userId="c0ecf777-ba1c-427e-9e8a-21cf1c8cb74e" providerId="ADAL" clId="{A62C7648-6038-43EF-9526-7AC95784EFEB}" dt="2026-02-07T12:14:16.060" v="1515" actId="47"/>
        <pc:sldMkLst>
          <pc:docMk/>
          <pc:sldMk cId="1402324565" sldId="840"/>
        </pc:sldMkLst>
      </pc:sldChg>
      <pc:sldChg chg="del">
        <pc:chgData name="Maha Ramadan" userId="c0ecf777-ba1c-427e-9e8a-21cf1c8cb74e" providerId="ADAL" clId="{A62C7648-6038-43EF-9526-7AC95784EFEB}" dt="2026-02-07T12:14:16.060" v="1515" actId="47"/>
        <pc:sldMkLst>
          <pc:docMk/>
          <pc:sldMk cId="2114274057" sldId="841"/>
        </pc:sldMkLst>
      </pc:sldChg>
      <pc:sldChg chg="del">
        <pc:chgData name="Maha Ramadan" userId="c0ecf777-ba1c-427e-9e8a-21cf1c8cb74e" providerId="ADAL" clId="{A62C7648-6038-43EF-9526-7AC95784EFEB}" dt="2026-02-07T12:14:16.060" v="1515" actId="47"/>
        <pc:sldMkLst>
          <pc:docMk/>
          <pc:sldMk cId="3665244870" sldId="842"/>
        </pc:sldMkLst>
      </pc:sldChg>
      <pc:sldChg chg="del">
        <pc:chgData name="Maha Ramadan" userId="c0ecf777-ba1c-427e-9e8a-21cf1c8cb74e" providerId="ADAL" clId="{A62C7648-6038-43EF-9526-7AC95784EFEB}" dt="2026-02-07T12:14:16.060" v="1515" actId="47"/>
        <pc:sldMkLst>
          <pc:docMk/>
          <pc:sldMk cId="2843630744" sldId="844"/>
        </pc:sldMkLst>
      </pc:sldChg>
      <pc:sldChg chg="del">
        <pc:chgData name="Maha Ramadan" userId="c0ecf777-ba1c-427e-9e8a-21cf1c8cb74e" providerId="ADAL" clId="{A62C7648-6038-43EF-9526-7AC95784EFEB}" dt="2026-02-07T12:14:16.060" v="1515" actId="47"/>
        <pc:sldMkLst>
          <pc:docMk/>
          <pc:sldMk cId="1527591841" sldId="845"/>
        </pc:sldMkLst>
      </pc:sldChg>
      <pc:sldChg chg="del">
        <pc:chgData name="Maha Ramadan" userId="c0ecf777-ba1c-427e-9e8a-21cf1c8cb74e" providerId="ADAL" clId="{A62C7648-6038-43EF-9526-7AC95784EFEB}" dt="2026-02-07T12:14:16.060" v="1515" actId="47"/>
        <pc:sldMkLst>
          <pc:docMk/>
          <pc:sldMk cId="4050621558" sldId="870"/>
        </pc:sldMkLst>
      </pc:sldChg>
      <pc:sldChg chg="del">
        <pc:chgData name="Maha Ramadan" userId="c0ecf777-ba1c-427e-9e8a-21cf1c8cb74e" providerId="ADAL" clId="{A62C7648-6038-43EF-9526-7AC95784EFEB}" dt="2026-02-07T12:14:16.060" v="1515" actId="47"/>
        <pc:sldMkLst>
          <pc:docMk/>
          <pc:sldMk cId="1734577141" sldId="872"/>
        </pc:sldMkLst>
      </pc:sldChg>
      <pc:sldChg chg="del">
        <pc:chgData name="Maha Ramadan" userId="c0ecf777-ba1c-427e-9e8a-21cf1c8cb74e" providerId="ADAL" clId="{A62C7648-6038-43EF-9526-7AC95784EFEB}" dt="2026-02-07T12:14:16.060" v="1515" actId="47"/>
        <pc:sldMkLst>
          <pc:docMk/>
          <pc:sldMk cId="3958636332" sldId="873"/>
        </pc:sldMkLst>
      </pc:sldChg>
      <pc:sldChg chg="del">
        <pc:chgData name="Maha Ramadan" userId="c0ecf777-ba1c-427e-9e8a-21cf1c8cb74e" providerId="ADAL" clId="{A62C7648-6038-43EF-9526-7AC95784EFEB}" dt="2026-02-07T12:14:16.060" v="1515" actId="47"/>
        <pc:sldMkLst>
          <pc:docMk/>
          <pc:sldMk cId="2839385811" sldId="875"/>
        </pc:sldMkLst>
      </pc:sldChg>
      <pc:sldChg chg="del">
        <pc:chgData name="Maha Ramadan" userId="c0ecf777-ba1c-427e-9e8a-21cf1c8cb74e" providerId="ADAL" clId="{A62C7648-6038-43EF-9526-7AC95784EFEB}" dt="2026-02-07T12:14:16.060" v="1515" actId="47"/>
        <pc:sldMkLst>
          <pc:docMk/>
          <pc:sldMk cId="3431671604" sldId="920"/>
        </pc:sldMkLst>
      </pc:sldChg>
      <pc:sldChg chg="del">
        <pc:chgData name="Maha Ramadan" userId="c0ecf777-ba1c-427e-9e8a-21cf1c8cb74e" providerId="ADAL" clId="{A62C7648-6038-43EF-9526-7AC95784EFEB}" dt="2026-02-07T12:14:16.060" v="1515" actId="47"/>
        <pc:sldMkLst>
          <pc:docMk/>
          <pc:sldMk cId="2320312153" sldId="982"/>
        </pc:sldMkLst>
      </pc:sldChg>
      <pc:sldChg chg="modSp mod">
        <pc:chgData name="Maha Ramadan" userId="c0ecf777-ba1c-427e-9e8a-21cf1c8cb74e" providerId="ADAL" clId="{A62C7648-6038-43EF-9526-7AC95784EFEB}" dt="2026-02-05T20:40:04.510" v="98" actId="207"/>
        <pc:sldMkLst>
          <pc:docMk/>
          <pc:sldMk cId="2376258412" sldId="988"/>
        </pc:sldMkLst>
        <pc:spChg chg="mod">
          <ac:chgData name="Maha Ramadan" userId="c0ecf777-ba1c-427e-9e8a-21cf1c8cb74e" providerId="ADAL" clId="{A62C7648-6038-43EF-9526-7AC95784EFEB}" dt="2026-02-05T20:40:04.510" v="98" actId="207"/>
          <ac:spMkLst>
            <pc:docMk/>
            <pc:sldMk cId="2376258412" sldId="988"/>
            <ac:spMk id="2" creationId="{00000000-0000-0000-0000-000000000000}"/>
          </ac:spMkLst>
        </pc:spChg>
      </pc:sldChg>
      <pc:sldChg chg="modSp mod">
        <pc:chgData name="Maha Ramadan" userId="c0ecf777-ba1c-427e-9e8a-21cf1c8cb74e" providerId="ADAL" clId="{A62C7648-6038-43EF-9526-7AC95784EFEB}" dt="2026-02-05T20:40:20.129" v="100" actId="120"/>
        <pc:sldMkLst>
          <pc:docMk/>
          <pc:sldMk cId="861189933" sldId="990"/>
        </pc:sldMkLst>
        <pc:spChg chg="mod">
          <ac:chgData name="Maha Ramadan" userId="c0ecf777-ba1c-427e-9e8a-21cf1c8cb74e" providerId="ADAL" clId="{A62C7648-6038-43EF-9526-7AC95784EFEB}" dt="2026-02-05T20:40:20.129" v="100" actId="120"/>
          <ac:spMkLst>
            <pc:docMk/>
            <pc:sldMk cId="861189933" sldId="990"/>
            <ac:spMk id="2" creationId="{00000000-0000-0000-0000-000000000000}"/>
          </ac:spMkLst>
        </pc:spChg>
      </pc:sldChg>
      <pc:sldChg chg="modSp mod">
        <pc:chgData name="Maha Ramadan" userId="c0ecf777-ba1c-427e-9e8a-21cf1c8cb74e" providerId="ADAL" clId="{A62C7648-6038-43EF-9526-7AC95784EFEB}" dt="2026-02-05T20:41:27.038" v="104" actId="207"/>
        <pc:sldMkLst>
          <pc:docMk/>
          <pc:sldMk cId="2786399246" sldId="991"/>
        </pc:sldMkLst>
        <pc:spChg chg="mod">
          <ac:chgData name="Maha Ramadan" userId="c0ecf777-ba1c-427e-9e8a-21cf1c8cb74e" providerId="ADAL" clId="{A62C7648-6038-43EF-9526-7AC95784EFEB}" dt="2026-02-05T20:41:14.153" v="103" actId="120"/>
          <ac:spMkLst>
            <pc:docMk/>
            <pc:sldMk cId="2786399246" sldId="991"/>
            <ac:spMk id="2" creationId="{00000000-0000-0000-0000-000000000000}"/>
          </ac:spMkLst>
        </pc:spChg>
        <pc:spChg chg="mod">
          <ac:chgData name="Maha Ramadan" userId="c0ecf777-ba1c-427e-9e8a-21cf1c8cb74e" providerId="ADAL" clId="{A62C7648-6038-43EF-9526-7AC95784EFEB}" dt="2026-02-05T20:41:27.038" v="104" actId="207"/>
          <ac:spMkLst>
            <pc:docMk/>
            <pc:sldMk cId="2786399246" sldId="991"/>
            <ac:spMk id="3" creationId="{00000000-0000-0000-0000-000000000000}"/>
          </ac:spMkLst>
        </pc:spChg>
      </pc:sldChg>
      <pc:sldChg chg="modSp mod">
        <pc:chgData name="Maha Ramadan" userId="c0ecf777-ba1c-427e-9e8a-21cf1c8cb74e" providerId="ADAL" clId="{A62C7648-6038-43EF-9526-7AC95784EFEB}" dt="2026-02-05T20:42:05.578" v="107" actId="120"/>
        <pc:sldMkLst>
          <pc:docMk/>
          <pc:sldMk cId="3263816912" sldId="992"/>
        </pc:sldMkLst>
        <pc:spChg chg="mod">
          <ac:chgData name="Maha Ramadan" userId="c0ecf777-ba1c-427e-9e8a-21cf1c8cb74e" providerId="ADAL" clId="{A62C7648-6038-43EF-9526-7AC95784EFEB}" dt="2026-02-05T20:42:05.578" v="107" actId="120"/>
          <ac:spMkLst>
            <pc:docMk/>
            <pc:sldMk cId="3263816912" sldId="992"/>
            <ac:spMk id="2" creationId="{00000000-0000-0000-0000-000000000000}"/>
          </ac:spMkLst>
        </pc:spChg>
      </pc:sldChg>
      <pc:sldChg chg="add">
        <pc:chgData name="Maha Ramadan" userId="c0ecf777-ba1c-427e-9e8a-21cf1c8cb74e" providerId="ADAL" clId="{A62C7648-6038-43EF-9526-7AC95784EFEB}" dt="2026-02-05T20:44:49.205" v="113"/>
        <pc:sldMkLst>
          <pc:docMk/>
          <pc:sldMk cId="2321071430" sldId="1004"/>
        </pc:sldMkLst>
      </pc:sldChg>
      <pc:sldChg chg="del">
        <pc:chgData name="Maha Ramadan" userId="c0ecf777-ba1c-427e-9e8a-21cf1c8cb74e" providerId="ADAL" clId="{A62C7648-6038-43EF-9526-7AC95784EFEB}" dt="2026-02-07T12:14:16.060" v="1515" actId="47"/>
        <pc:sldMkLst>
          <pc:docMk/>
          <pc:sldMk cId="0" sldId="1005"/>
        </pc:sldMkLst>
      </pc:sldChg>
      <pc:sldChg chg="del">
        <pc:chgData name="Maha Ramadan" userId="c0ecf777-ba1c-427e-9e8a-21cf1c8cb74e" providerId="ADAL" clId="{A62C7648-6038-43EF-9526-7AC95784EFEB}" dt="2026-02-07T12:14:16.060" v="1515" actId="47"/>
        <pc:sldMkLst>
          <pc:docMk/>
          <pc:sldMk cId="825140498" sldId="1006"/>
        </pc:sldMkLst>
      </pc:sldChg>
      <pc:sldChg chg="del">
        <pc:chgData name="Maha Ramadan" userId="c0ecf777-ba1c-427e-9e8a-21cf1c8cb74e" providerId="ADAL" clId="{A62C7648-6038-43EF-9526-7AC95784EFEB}" dt="2026-02-07T12:14:16.060" v="1515" actId="47"/>
        <pc:sldMkLst>
          <pc:docMk/>
          <pc:sldMk cId="319072209" sldId="1007"/>
        </pc:sldMkLst>
      </pc:sldChg>
      <pc:sldChg chg="del">
        <pc:chgData name="Maha Ramadan" userId="c0ecf777-ba1c-427e-9e8a-21cf1c8cb74e" providerId="ADAL" clId="{A62C7648-6038-43EF-9526-7AC95784EFEB}" dt="2026-02-07T12:14:16.060" v="1515" actId="47"/>
        <pc:sldMkLst>
          <pc:docMk/>
          <pc:sldMk cId="3868665234" sldId="1008"/>
        </pc:sldMkLst>
      </pc:sldChg>
      <pc:sldChg chg="del">
        <pc:chgData name="Maha Ramadan" userId="c0ecf777-ba1c-427e-9e8a-21cf1c8cb74e" providerId="ADAL" clId="{A62C7648-6038-43EF-9526-7AC95784EFEB}" dt="2026-02-07T12:14:16.060" v="1515" actId="47"/>
        <pc:sldMkLst>
          <pc:docMk/>
          <pc:sldMk cId="1448557651" sldId="1010"/>
        </pc:sldMkLst>
      </pc:sldChg>
      <pc:sldChg chg="del">
        <pc:chgData name="Maha Ramadan" userId="c0ecf777-ba1c-427e-9e8a-21cf1c8cb74e" providerId="ADAL" clId="{A62C7648-6038-43EF-9526-7AC95784EFEB}" dt="2026-02-07T12:14:16.060" v="1515" actId="47"/>
        <pc:sldMkLst>
          <pc:docMk/>
          <pc:sldMk cId="507539512" sldId="1011"/>
        </pc:sldMkLst>
      </pc:sldChg>
      <pc:sldChg chg="del">
        <pc:chgData name="Maha Ramadan" userId="c0ecf777-ba1c-427e-9e8a-21cf1c8cb74e" providerId="ADAL" clId="{A62C7648-6038-43EF-9526-7AC95784EFEB}" dt="2026-02-07T12:14:16.060" v="1515" actId="47"/>
        <pc:sldMkLst>
          <pc:docMk/>
          <pc:sldMk cId="1942654210" sldId="1012"/>
        </pc:sldMkLst>
      </pc:sldChg>
      <pc:sldChg chg="del">
        <pc:chgData name="Maha Ramadan" userId="c0ecf777-ba1c-427e-9e8a-21cf1c8cb74e" providerId="ADAL" clId="{A62C7648-6038-43EF-9526-7AC95784EFEB}" dt="2026-02-07T12:14:16.060" v="1515" actId="47"/>
        <pc:sldMkLst>
          <pc:docMk/>
          <pc:sldMk cId="739641436" sldId="1013"/>
        </pc:sldMkLst>
      </pc:sldChg>
      <pc:sldChg chg="del">
        <pc:chgData name="Maha Ramadan" userId="c0ecf777-ba1c-427e-9e8a-21cf1c8cb74e" providerId="ADAL" clId="{A62C7648-6038-43EF-9526-7AC95784EFEB}" dt="2026-02-07T12:14:16.060" v="1515" actId="47"/>
        <pc:sldMkLst>
          <pc:docMk/>
          <pc:sldMk cId="933952694" sldId="1014"/>
        </pc:sldMkLst>
      </pc:sldChg>
      <pc:sldChg chg="del">
        <pc:chgData name="Maha Ramadan" userId="c0ecf777-ba1c-427e-9e8a-21cf1c8cb74e" providerId="ADAL" clId="{A62C7648-6038-43EF-9526-7AC95784EFEB}" dt="2026-02-07T12:14:16.060" v="1515" actId="47"/>
        <pc:sldMkLst>
          <pc:docMk/>
          <pc:sldMk cId="0" sldId="1015"/>
        </pc:sldMkLst>
      </pc:sldChg>
      <pc:sldChg chg="del">
        <pc:chgData name="Maha Ramadan" userId="c0ecf777-ba1c-427e-9e8a-21cf1c8cb74e" providerId="ADAL" clId="{A62C7648-6038-43EF-9526-7AC95784EFEB}" dt="2026-02-07T12:14:16.060" v="1515" actId="47"/>
        <pc:sldMkLst>
          <pc:docMk/>
          <pc:sldMk cId="0" sldId="1016"/>
        </pc:sldMkLst>
      </pc:sldChg>
      <pc:sldChg chg="del">
        <pc:chgData name="Maha Ramadan" userId="c0ecf777-ba1c-427e-9e8a-21cf1c8cb74e" providerId="ADAL" clId="{A62C7648-6038-43EF-9526-7AC95784EFEB}" dt="2026-02-07T12:14:16.060" v="1515" actId="47"/>
        <pc:sldMkLst>
          <pc:docMk/>
          <pc:sldMk cId="0" sldId="1017"/>
        </pc:sldMkLst>
      </pc:sldChg>
      <pc:sldChg chg="del">
        <pc:chgData name="Maha Ramadan" userId="c0ecf777-ba1c-427e-9e8a-21cf1c8cb74e" providerId="ADAL" clId="{A62C7648-6038-43EF-9526-7AC95784EFEB}" dt="2026-02-07T12:14:16.060" v="1515" actId="47"/>
        <pc:sldMkLst>
          <pc:docMk/>
          <pc:sldMk cId="0" sldId="1018"/>
        </pc:sldMkLst>
      </pc:sldChg>
      <pc:sldChg chg="del">
        <pc:chgData name="Maha Ramadan" userId="c0ecf777-ba1c-427e-9e8a-21cf1c8cb74e" providerId="ADAL" clId="{A62C7648-6038-43EF-9526-7AC95784EFEB}" dt="2026-02-07T12:14:16.060" v="1515" actId="47"/>
        <pc:sldMkLst>
          <pc:docMk/>
          <pc:sldMk cId="0" sldId="1019"/>
        </pc:sldMkLst>
      </pc:sldChg>
      <pc:sldChg chg="del">
        <pc:chgData name="Maha Ramadan" userId="c0ecf777-ba1c-427e-9e8a-21cf1c8cb74e" providerId="ADAL" clId="{A62C7648-6038-43EF-9526-7AC95784EFEB}" dt="2026-02-07T12:14:16.060" v="1515" actId="47"/>
        <pc:sldMkLst>
          <pc:docMk/>
          <pc:sldMk cId="1344743614" sldId="1029"/>
        </pc:sldMkLst>
      </pc:sldChg>
      <pc:sldChg chg="modSp mod modNotesTx">
        <pc:chgData name="Maha Ramadan" userId="c0ecf777-ba1c-427e-9e8a-21cf1c8cb74e" providerId="ADAL" clId="{A62C7648-6038-43EF-9526-7AC95784EFEB}" dt="2026-02-07T10:50:51.314" v="1514" actId="20577"/>
        <pc:sldMkLst>
          <pc:docMk/>
          <pc:sldMk cId="484442951" sldId="1031"/>
        </pc:sldMkLst>
        <pc:spChg chg="mod">
          <ac:chgData name="Maha Ramadan" userId="c0ecf777-ba1c-427e-9e8a-21cf1c8cb74e" providerId="ADAL" clId="{A62C7648-6038-43EF-9526-7AC95784EFEB}" dt="2026-02-05T20:26:11.822" v="22" actId="20577"/>
          <ac:spMkLst>
            <pc:docMk/>
            <pc:sldMk cId="484442951" sldId="1031"/>
            <ac:spMk id="12" creationId="{00000000-0000-0000-0000-000000000000}"/>
          </ac:spMkLst>
        </pc:spChg>
      </pc:sldChg>
      <pc:sldChg chg="del">
        <pc:chgData name="Maha Ramadan" userId="c0ecf777-ba1c-427e-9e8a-21cf1c8cb74e" providerId="ADAL" clId="{A62C7648-6038-43EF-9526-7AC95784EFEB}" dt="2026-02-07T12:14:16.060" v="1515" actId="47"/>
        <pc:sldMkLst>
          <pc:docMk/>
          <pc:sldMk cId="4264717916" sldId="2525"/>
        </pc:sldMkLst>
      </pc:sldChg>
      <pc:sldChg chg="del">
        <pc:chgData name="Maha Ramadan" userId="c0ecf777-ba1c-427e-9e8a-21cf1c8cb74e" providerId="ADAL" clId="{A62C7648-6038-43EF-9526-7AC95784EFEB}" dt="2026-02-07T12:14:16.060" v="1515" actId="47"/>
        <pc:sldMkLst>
          <pc:docMk/>
          <pc:sldMk cId="2089101518" sldId="2529"/>
        </pc:sldMkLst>
      </pc:sldChg>
      <pc:sldChg chg="del">
        <pc:chgData name="Maha Ramadan" userId="c0ecf777-ba1c-427e-9e8a-21cf1c8cb74e" providerId="ADAL" clId="{A62C7648-6038-43EF-9526-7AC95784EFEB}" dt="2026-02-07T12:14:16.060" v="1515" actId="47"/>
        <pc:sldMkLst>
          <pc:docMk/>
          <pc:sldMk cId="2466468352" sldId="2530"/>
        </pc:sldMkLst>
      </pc:sldChg>
      <pc:sldChg chg="del">
        <pc:chgData name="Maha Ramadan" userId="c0ecf777-ba1c-427e-9e8a-21cf1c8cb74e" providerId="ADAL" clId="{A62C7648-6038-43EF-9526-7AC95784EFEB}" dt="2026-02-07T12:14:16.060" v="1515" actId="47"/>
        <pc:sldMkLst>
          <pc:docMk/>
          <pc:sldMk cId="577566044" sldId="2535"/>
        </pc:sldMkLst>
      </pc:sldChg>
      <pc:sldChg chg="del">
        <pc:chgData name="Maha Ramadan" userId="c0ecf777-ba1c-427e-9e8a-21cf1c8cb74e" providerId="ADAL" clId="{A62C7648-6038-43EF-9526-7AC95784EFEB}" dt="2026-02-07T12:14:16.060" v="1515" actId="47"/>
        <pc:sldMkLst>
          <pc:docMk/>
          <pc:sldMk cId="3353819947" sldId="2536"/>
        </pc:sldMkLst>
      </pc:sldChg>
      <pc:sldChg chg="del">
        <pc:chgData name="Maha Ramadan" userId="c0ecf777-ba1c-427e-9e8a-21cf1c8cb74e" providerId="ADAL" clId="{A62C7648-6038-43EF-9526-7AC95784EFEB}" dt="2026-02-07T12:14:16.060" v="1515" actId="47"/>
        <pc:sldMkLst>
          <pc:docMk/>
          <pc:sldMk cId="1297503795" sldId="2537"/>
        </pc:sldMkLst>
      </pc:sldChg>
      <pc:sldChg chg="del">
        <pc:chgData name="Maha Ramadan" userId="c0ecf777-ba1c-427e-9e8a-21cf1c8cb74e" providerId="ADAL" clId="{A62C7648-6038-43EF-9526-7AC95784EFEB}" dt="2026-02-07T12:14:16.060" v="1515" actId="47"/>
        <pc:sldMkLst>
          <pc:docMk/>
          <pc:sldMk cId="4203717044" sldId="2538"/>
        </pc:sldMkLst>
      </pc:sldChg>
      <pc:sldChg chg="del">
        <pc:chgData name="Maha Ramadan" userId="c0ecf777-ba1c-427e-9e8a-21cf1c8cb74e" providerId="ADAL" clId="{A62C7648-6038-43EF-9526-7AC95784EFEB}" dt="2026-02-07T12:14:16.060" v="1515" actId="47"/>
        <pc:sldMkLst>
          <pc:docMk/>
          <pc:sldMk cId="136582167" sldId="2539"/>
        </pc:sldMkLst>
      </pc:sldChg>
      <pc:sldMasterChg chg="delSldLayout">
        <pc:chgData name="Maha Ramadan" userId="c0ecf777-ba1c-427e-9e8a-21cf1c8cb74e" providerId="ADAL" clId="{A62C7648-6038-43EF-9526-7AC95784EFEB}" dt="2026-02-07T12:14:16.060" v="1515" actId="47"/>
        <pc:sldMasterMkLst>
          <pc:docMk/>
          <pc:sldMasterMk cId="3083488050" sldId="2147483648"/>
        </pc:sldMasterMkLst>
        <pc:sldLayoutChg chg="del">
          <pc:chgData name="Maha Ramadan" userId="c0ecf777-ba1c-427e-9e8a-21cf1c8cb74e" providerId="ADAL" clId="{A62C7648-6038-43EF-9526-7AC95784EFEB}" dt="2026-02-07T12:14:16.060" v="1515" actId="47"/>
          <pc:sldLayoutMkLst>
            <pc:docMk/>
            <pc:sldMasterMk cId="3083488050" sldId="2147483648"/>
            <pc:sldLayoutMk cId="705369988" sldId="2147483809"/>
          </pc:sldLayoutMkLst>
        </pc:sldLayoutChg>
        <pc:sldLayoutChg chg="del">
          <pc:chgData name="Maha Ramadan" userId="c0ecf777-ba1c-427e-9e8a-21cf1c8cb74e" providerId="ADAL" clId="{A62C7648-6038-43EF-9526-7AC95784EFEB}" dt="2026-02-07T12:14:16.060" v="1515" actId="47"/>
          <pc:sldLayoutMkLst>
            <pc:docMk/>
            <pc:sldMasterMk cId="3083488050" sldId="2147483648"/>
            <pc:sldLayoutMk cId="3538522355" sldId="2147483810"/>
          </pc:sldLayoutMkLst>
        </pc:sldLayoutChg>
        <pc:sldLayoutChg chg="del">
          <pc:chgData name="Maha Ramadan" userId="c0ecf777-ba1c-427e-9e8a-21cf1c8cb74e" providerId="ADAL" clId="{A62C7648-6038-43EF-9526-7AC95784EFEB}" dt="2026-02-07T12:14:16.060" v="1515" actId="47"/>
          <pc:sldLayoutMkLst>
            <pc:docMk/>
            <pc:sldMasterMk cId="3083488050" sldId="2147483648"/>
            <pc:sldLayoutMk cId="1443247901" sldId="2147483811"/>
          </pc:sldLayoutMkLst>
        </pc:sldLayoutChg>
        <pc:sldLayoutChg chg="del">
          <pc:chgData name="Maha Ramadan" userId="c0ecf777-ba1c-427e-9e8a-21cf1c8cb74e" providerId="ADAL" clId="{A62C7648-6038-43EF-9526-7AC95784EFEB}" dt="2026-02-07T12:14:16.060" v="1515" actId="47"/>
          <pc:sldLayoutMkLst>
            <pc:docMk/>
            <pc:sldMasterMk cId="3083488050" sldId="2147483648"/>
            <pc:sldLayoutMk cId="2042817474" sldId="2147483812"/>
          </pc:sldLayoutMkLst>
        </pc:sldLayoutChg>
        <pc:sldLayoutChg chg="del">
          <pc:chgData name="Maha Ramadan" userId="c0ecf777-ba1c-427e-9e8a-21cf1c8cb74e" providerId="ADAL" clId="{A62C7648-6038-43EF-9526-7AC95784EFEB}" dt="2026-02-07T12:14:16.060" v="1515" actId="47"/>
          <pc:sldLayoutMkLst>
            <pc:docMk/>
            <pc:sldMasterMk cId="3083488050" sldId="2147483648"/>
            <pc:sldLayoutMk cId="3341816662" sldId="2147483813"/>
          </pc:sldLayoutMkLst>
        </pc:sldLayoutChg>
        <pc:sldLayoutChg chg="del">
          <pc:chgData name="Maha Ramadan" userId="c0ecf777-ba1c-427e-9e8a-21cf1c8cb74e" providerId="ADAL" clId="{A62C7648-6038-43EF-9526-7AC95784EFEB}" dt="2026-02-07T12:14:16.060" v="1515" actId="47"/>
          <pc:sldLayoutMkLst>
            <pc:docMk/>
            <pc:sldMasterMk cId="3083488050" sldId="2147483648"/>
            <pc:sldLayoutMk cId="2345441304" sldId="2147483814"/>
          </pc:sldLayoutMkLst>
        </pc:sldLayoutChg>
        <pc:sldLayoutChg chg="del">
          <pc:chgData name="Maha Ramadan" userId="c0ecf777-ba1c-427e-9e8a-21cf1c8cb74e" providerId="ADAL" clId="{A62C7648-6038-43EF-9526-7AC95784EFEB}" dt="2026-02-07T12:14:16.060" v="1515" actId="47"/>
          <pc:sldLayoutMkLst>
            <pc:docMk/>
            <pc:sldMasterMk cId="3083488050" sldId="2147483648"/>
            <pc:sldLayoutMk cId="267033672" sldId="2147483815"/>
          </pc:sldLayoutMkLst>
        </pc:sldLayoutChg>
        <pc:sldLayoutChg chg="del">
          <pc:chgData name="Maha Ramadan" userId="c0ecf777-ba1c-427e-9e8a-21cf1c8cb74e" providerId="ADAL" clId="{A62C7648-6038-43EF-9526-7AC95784EFEB}" dt="2026-02-07T12:14:16.060" v="1515" actId="47"/>
          <pc:sldLayoutMkLst>
            <pc:docMk/>
            <pc:sldMasterMk cId="3083488050" sldId="2147483648"/>
            <pc:sldLayoutMk cId="2142814574" sldId="2147483816"/>
          </pc:sldLayoutMkLst>
        </pc:sldLayoutChg>
        <pc:sldLayoutChg chg="del">
          <pc:chgData name="Maha Ramadan" userId="c0ecf777-ba1c-427e-9e8a-21cf1c8cb74e" providerId="ADAL" clId="{A62C7648-6038-43EF-9526-7AC95784EFEB}" dt="2026-02-07T12:14:16.060" v="1515" actId="47"/>
          <pc:sldLayoutMkLst>
            <pc:docMk/>
            <pc:sldMasterMk cId="3083488050" sldId="2147483648"/>
            <pc:sldLayoutMk cId="3448119792" sldId="2147483817"/>
          </pc:sldLayoutMkLst>
        </pc:sldLayoutChg>
        <pc:sldLayoutChg chg="del">
          <pc:chgData name="Maha Ramadan" userId="c0ecf777-ba1c-427e-9e8a-21cf1c8cb74e" providerId="ADAL" clId="{A62C7648-6038-43EF-9526-7AC95784EFEB}" dt="2026-02-07T12:14:16.060" v="1515" actId="47"/>
          <pc:sldLayoutMkLst>
            <pc:docMk/>
            <pc:sldMasterMk cId="3083488050" sldId="2147483648"/>
            <pc:sldLayoutMk cId="2419189724" sldId="2147483818"/>
          </pc:sldLayoutMkLst>
        </pc:sldLayoutChg>
        <pc:sldLayoutChg chg="del">
          <pc:chgData name="Maha Ramadan" userId="c0ecf777-ba1c-427e-9e8a-21cf1c8cb74e" providerId="ADAL" clId="{A62C7648-6038-43EF-9526-7AC95784EFEB}" dt="2026-02-07T12:14:16.060" v="1515" actId="47"/>
          <pc:sldLayoutMkLst>
            <pc:docMk/>
            <pc:sldMasterMk cId="3083488050" sldId="2147483648"/>
            <pc:sldLayoutMk cId="1198006996" sldId="2147483819"/>
          </pc:sldLayoutMkLst>
        </pc:sldLayoutChg>
        <pc:sldLayoutChg chg="del">
          <pc:chgData name="Maha Ramadan" userId="c0ecf777-ba1c-427e-9e8a-21cf1c8cb74e" providerId="ADAL" clId="{A62C7648-6038-43EF-9526-7AC95784EFEB}" dt="2026-02-07T12:14:16.060" v="1515" actId="47"/>
          <pc:sldLayoutMkLst>
            <pc:docMk/>
            <pc:sldMasterMk cId="3083488050" sldId="2147483648"/>
            <pc:sldLayoutMk cId="2742572950" sldId="2147483820"/>
          </pc:sldLayoutMkLst>
        </pc:sldLayoutChg>
        <pc:sldLayoutChg chg="del">
          <pc:chgData name="Maha Ramadan" userId="c0ecf777-ba1c-427e-9e8a-21cf1c8cb74e" providerId="ADAL" clId="{A62C7648-6038-43EF-9526-7AC95784EFEB}" dt="2026-02-07T12:14:16.060" v="1515" actId="47"/>
          <pc:sldLayoutMkLst>
            <pc:docMk/>
            <pc:sldMasterMk cId="3083488050" sldId="2147483648"/>
            <pc:sldLayoutMk cId="2054958480" sldId="2147483821"/>
          </pc:sldLayoutMkLst>
        </pc:sldLayoutChg>
        <pc:sldLayoutChg chg="del">
          <pc:chgData name="Maha Ramadan" userId="c0ecf777-ba1c-427e-9e8a-21cf1c8cb74e" providerId="ADAL" clId="{A62C7648-6038-43EF-9526-7AC95784EFEB}" dt="2026-02-07T12:14:16.060" v="1515" actId="47"/>
          <pc:sldLayoutMkLst>
            <pc:docMk/>
            <pc:sldMasterMk cId="3083488050" sldId="2147483648"/>
            <pc:sldLayoutMk cId="541919053" sldId="2147483822"/>
          </pc:sldLayoutMkLst>
        </pc:sldLayoutChg>
        <pc:sldLayoutChg chg="del">
          <pc:chgData name="Maha Ramadan" userId="c0ecf777-ba1c-427e-9e8a-21cf1c8cb74e" providerId="ADAL" clId="{A62C7648-6038-43EF-9526-7AC95784EFEB}" dt="2026-02-07T12:14:16.060" v="1515" actId="47"/>
          <pc:sldLayoutMkLst>
            <pc:docMk/>
            <pc:sldMasterMk cId="3083488050" sldId="2147483648"/>
            <pc:sldLayoutMk cId="3275825315" sldId="2147483823"/>
          </pc:sldLayoutMkLst>
        </pc:sldLayoutChg>
        <pc:sldLayoutChg chg="del">
          <pc:chgData name="Maha Ramadan" userId="c0ecf777-ba1c-427e-9e8a-21cf1c8cb74e" providerId="ADAL" clId="{A62C7648-6038-43EF-9526-7AC95784EFEB}" dt="2026-02-07T12:14:16.060" v="1515" actId="47"/>
          <pc:sldLayoutMkLst>
            <pc:docMk/>
            <pc:sldMasterMk cId="3083488050" sldId="2147483648"/>
            <pc:sldLayoutMk cId="2719621237" sldId="2147483824"/>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66733" cy="468471"/>
          </a:xfrm>
          <a:prstGeom prst="rect">
            <a:avLst/>
          </a:prstGeom>
        </p:spPr>
        <p:txBody>
          <a:bodyPr vert="horz" lIns="93973" tIns="46986" rIns="93973" bIns="46986" rtlCol="0"/>
          <a:lstStyle>
            <a:lvl1pPr algn="l">
              <a:defRPr sz="1200"/>
            </a:lvl1pPr>
          </a:lstStyle>
          <a:p>
            <a:endParaRPr lang="en-US" dirty="0"/>
          </a:p>
        </p:txBody>
      </p:sp>
      <p:sp>
        <p:nvSpPr>
          <p:cNvPr id="3" name="Date Placeholder 2"/>
          <p:cNvSpPr>
            <a:spLocks noGrp="1"/>
          </p:cNvSpPr>
          <p:nvPr>
            <p:ph type="dt" idx="1"/>
          </p:nvPr>
        </p:nvSpPr>
        <p:spPr>
          <a:xfrm>
            <a:off x="4008705" y="0"/>
            <a:ext cx="3066733" cy="468471"/>
          </a:xfrm>
          <a:prstGeom prst="rect">
            <a:avLst/>
          </a:prstGeom>
        </p:spPr>
        <p:txBody>
          <a:bodyPr vert="horz" lIns="93973" tIns="46986" rIns="93973" bIns="46986" rtlCol="0"/>
          <a:lstStyle>
            <a:lvl1pPr algn="r">
              <a:defRPr sz="1200"/>
            </a:lvl1pPr>
          </a:lstStyle>
          <a:p>
            <a:fld id="{D83FFDD9-0776-470B-910B-603FAF87A6E2}" type="datetimeFigureOut">
              <a:rPr lang="en-US" smtClean="0"/>
              <a:t>2/7/2026</a:t>
            </a:fld>
            <a:endParaRPr lang="en-US" dirty="0"/>
          </a:p>
        </p:txBody>
      </p:sp>
      <p:sp>
        <p:nvSpPr>
          <p:cNvPr id="4" name="Slide Image Placeholder 3"/>
          <p:cNvSpPr>
            <a:spLocks noGrp="1" noRot="1" noChangeAspect="1"/>
          </p:cNvSpPr>
          <p:nvPr>
            <p:ph type="sldImg" idx="2"/>
          </p:nvPr>
        </p:nvSpPr>
        <p:spPr>
          <a:xfrm>
            <a:off x="1196975" y="703263"/>
            <a:ext cx="4683125" cy="3513137"/>
          </a:xfrm>
          <a:prstGeom prst="rect">
            <a:avLst/>
          </a:prstGeom>
          <a:noFill/>
          <a:ln w="12700">
            <a:solidFill>
              <a:prstClr val="black"/>
            </a:solidFill>
          </a:ln>
        </p:spPr>
        <p:txBody>
          <a:bodyPr vert="horz" lIns="93973" tIns="46986" rIns="93973" bIns="46986" rtlCol="0" anchor="ctr"/>
          <a:lstStyle/>
          <a:p>
            <a:endParaRPr lang="en-US" dirty="0"/>
          </a:p>
        </p:txBody>
      </p:sp>
      <p:sp>
        <p:nvSpPr>
          <p:cNvPr id="5" name="Notes Placeholder 4"/>
          <p:cNvSpPr>
            <a:spLocks noGrp="1"/>
          </p:cNvSpPr>
          <p:nvPr>
            <p:ph type="body" sz="quarter" idx="3"/>
          </p:nvPr>
        </p:nvSpPr>
        <p:spPr>
          <a:xfrm>
            <a:off x="707708" y="4450477"/>
            <a:ext cx="5661660" cy="4216241"/>
          </a:xfrm>
          <a:prstGeom prst="rect">
            <a:avLst/>
          </a:prstGeom>
        </p:spPr>
        <p:txBody>
          <a:bodyPr vert="horz" lIns="93973" tIns="46986" rIns="93973" bIns="46986"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99328"/>
            <a:ext cx="3066733" cy="468471"/>
          </a:xfrm>
          <a:prstGeom prst="rect">
            <a:avLst/>
          </a:prstGeom>
        </p:spPr>
        <p:txBody>
          <a:bodyPr vert="horz" lIns="93973" tIns="46986" rIns="93973" bIns="46986" rtlCol="0" anchor="b"/>
          <a:lstStyle>
            <a:lvl1pPr algn="l">
              <a:defRPr sz="1200"/>
            </a:lvl1pPr>
          </a:lstStyle>
          <a:p>
            <a:endParaRPr lang="en-US" dirty="0"/>
          </a:p>
        </p:txBody>
      </p:sp>
      <p:sp>
        <p:nvSpPr>
          <p:cNvPr id="7" name="Slide Number Placeholder 6"/>
          <p:cNvSpPr>
            <a:spLocks noGrp="1"/>
          </p:cNvSpPr>
          <p:nvPr>
            <p:ph type="sldNum" sz="quarter" idx="5"/>
          </p:nvPr>
        </p:nvSpPr>
        <p:spPr>
          <a:xfrm>
            <a:off x="4008705" y="8899328"/>
            <a:ext cx="3066733" cy="468471"/>
          </a:xfrm>
          <a:prstGeom prst="rect">
            <a:avLst/>
          </a:prstGeom>
        </p:spPr>
        <p:txBody>
          <a:bodyPr vert="horz" lIns="93973" tIns="46986" rIns="93973" bIns="46986" rtlCol="0" anchor="b"/>
          <a:lstStyle>
            <a:lvl1pPr algn="r">
              <a:defRPr sz="1200"/>
            </a:lvl1pPr>
          </a:lstStyle>
          <a:p>
            <a:fld id="{20C6E16D-CAFA-4AA7-B962-802FFC832C12}" type="slidenum">
              <a:rPr lang="en-US" smtClean="0"/>
              <a:t>‹#›</a:t>
            </a:fld>
            <a:endParaRPr lang="en-US" dirty="0"/>
          </a:p>
        </p:txBody>
      </p:sp>
    </p:spTree>
    <p:extLst>
      <p:ext uri="{BB962C8B-B14F-4D97-AF65-F5344CB8AC3E}">
        <p14:creationId xmlns:p14="http://schemas.microsoft.com/office/powerpoint/2010/main" val="18146531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Slide Image Placeholder 1"/>
          <p:cNvSpPr>
            <a:spLocks noGrp="1" noRot="1" noChangeAspect="1" noTextEdit="1"/>
          </p:cNvSpPr>
          <p:nvPr>
            <p:ph type="sldImg"/>
          </p:nvPr>
        </p:nvSpPr>
        <p:spPr bwMode="auto">
          <a:noFill/>
          <a:ln>
            <a:solidFill>
              <a:srgbClr val="000000"/>
            </a:solidFill>
            <a:miter lim="800000"/>
            <a:headEnd/>
            <a:tailEnd/>
          </a:ln>
        </p:spPr>
      </p:sp>
      <p:sp>
        <p:nvSpPr>
          <p:cNvPr id="141315" name="Notes Placeholder 2"/>
          <p:cNvSpPr>
            <a:spLocks noGrp="1"/>
          </p:cNvSpPr>
          <p:nvPr>
            <p:ph type="body" idx="1"/>
          </p:nvPr>
        </p:nvSpPr>
        <p:spPr bwMode="auto">
          <a:noFill/>
        </p:spPr>
        <p:txBody>
          <a:bodyPr/>
          <a:lstStyle/>
          <a:p>
            <a:pPr eaLnBrk="1" hangingPunct="1">
              <a:spcBef>
                <a:spcPct val="0"/>
              </a:spcBef>
            </a:pPr>
            <a:endParaRPr lang="en-US" altLang="en-US" dirty="0"/>
          </a:p>
        </p:txBody>
      </p:sp>
    </p:spTree>
    <p:extLst>
      <p:ext uri="{BB962C8B-B14F-4D97-AF65-F5344CB8AC3E}">
        <p14:creationId xmlns:p14="http://schemas.microsoft.com/office/powerpoint/2010/main" val="354849515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Rectangle 2"/>
          <p:cNvSpPr>
            <a:spLocks noChangeArrowheads="1"/>
          </p:cNvSpPr>
          <p:nvPr/>
        </p:nvSpPr>
        <p:spPr bwMode="auto">
          <a:xfrm>
            <a:off x="4010025" y="0"/>
            <a:ext cx="3067050" cy="468313"/>
          </a:xfrm>
          <a:prstGeom prst="rect">
            <a:avLst/>
          </a:prstGeom>
          <a:noFill/>
          <a:ln w="12700">
            <a:noFill/>
            <a:miter lim="800000"/>
            <a:headEnd/>
            <a:tailEnd/>
          </a:ln>
        </p:spPr>
        <p:txBody>
          <a:bodyPr wrap="none" lIns="91601" tIns="45800" rIns="91601" bIns="45800" anchor="ctr"/>
          <a:lstStyle/>
          <a:p>
            <a:endParaRPr lang="en-US" altLang="en-US" dirty="0">
              <a:ea typeface="MS PGothic" pitchFamily="34" charset="-128"/>
            </a:endParaRPr>
          </a:p>
        </p:txBody>
      </p:sp>
      <p:sp>
        <p:nvSpPr>
          <p:cNvPr id="143363" name="Rectangle 4"/>
          <p:cNvSpPr>
            <a:spLocks noChangeArrowheads="1"/>
          </p:cNvSpPr>
          <p:nvPr/>
        </p:nvSpPr>
        <p:spPr bwMode="auto">
          <a:xfrm>
            <a:off x="0" y="8894763"/>
            <a:ext cx="3067050" cy="468312"/>
          </a:xfrm>
          <a:prstGeom prst="rect">
            <a:avLst/>
          </a:prstGeom>
          <a:noFill/>
          <a:ln w="12700">
            <a:noFill/>
            <a:miter lim="800000"/>
            <a:headEnd/>
            <a:tailEnd/>
          </a:ln>
        </p:spPr>
        <p:txBody>
          <a:bodyPr wrap="none" lIns="91601" tIns="45800" rIns="91601" bIns="45800" anchor="ctr"/>
          <a:lstStyle/>
          <a:p>
            <a:endParaRPr lang="en-US" altLang="en-US" dirty="0">
              <a:ea typeface="MS PGothic" pitchFamily="34" charset="-128"/>
            </a:endParaRPr>
          </a:p>
        </p:txBody>
      </p:sp>
      <p:sp>
        <p:nvSpPr>
          <p:cNvPr id="143364" name="Rectangle 5"/>
          <p:cNvSpPr>
            <a:spLocks noChangeArrowheads="1"/>
          </p:cNvSpPr>
          <p:nvPr/>
        </p:nvSpPr>
        <p:spPr bwMode="auto">
          <a:xfrm>
            <a:off x="0" y="0"/>
            <a:ext cx="3067050" cy="468313"/>
          </a:xfrm>
          <a:prstGeom prst="rect">
            <a:avLst/>
          </a:prstGeom>
          <a:noFill/>
          <a:ln w="12700">
            <a:noFill/>
            <a:miter lim="800000"/>
            <a:headEnd/>
            <a:tailEnd/>
          </a:ln>
        </p:spPr>
        <p:txBody>
          <a:bodyPr wrap="none" lIns="91601" tIns="45800" rIns="91601" bIns="45800" anchor="ctr"/>
          <a:lstStyle/>
          <a:p>
            <a:endParaRPr lang="en-US" altLang="en-US" dirty="0">
              <a:ea typeface="MS PGothic" pitchFamily="34" charset="-128"/>
            </a:endParaRPr>
          </a:p>
        </p:txBody>
      </p:sp>
      <p:sp>
        <p:nvSpPr>
          <p:cNvPr id="143365" name="Rectangle 6"/>
          <p:cNvSpPr>
            <a:spLocks noChangeArrowheads="1"/>
          </p:cNvSpPr>
          <p:nvPr/>
        </p:nvSpPr>
        <p:spPr bwMode="auto">
          <a:xfrm>
            <a:off x="4010025" y="0"/>
            <a:ext cx="3067050" cy="468313"/>
          </a:xfrm>
          <a:prstGeom prst="rect">
            <a:avLst/>
          </a:prstGeom>
          <a:noFill/>
          <a:ln w="12700">
            <a:noFill/>
            <a:miter lim="800000"/>
            <a:headEnd/>
            <a:tailEnd/>
          </a:ln>
        </p:spPr>
        <p:txBody>
          <a:bodyPr wrap="none" lIns="91601" tIns="45800" rIns="91601" bIns="45800" anchor="ctr"/>
          <a:lstStyle/>
          <a:p>
            <a:endParaRPr lang="en-US" altLang="en-US" dirty="0">
              <a:ea typeface="MS PGothic" pitchFamily="34" charset="-128"/>
            </a:endParaRPr>
          </a:p>
        </p:txBody>
      </p:sp>
      <p:sp>
        <p:nvSpPr>
          <p:cNvPr id="143366" name="Rectangle 8"/>
          <p:cNvSpPr>
            <a:spLocks noChangeArrowheads="1"/>
          </p:cNvSpPr>
          <p:nvPr/>
        </p:nvSpPr>
        <p:spPr bwMode="auto">
          <a:xfrm>
            <a:off x="0" y="8894763"/>
            <a:ext cx="3067050" cy="468312"/>
          </a:xfrm>
          <a:prstGeom prst="rect">
            <a:avLst/>
          </a:prstGeom>
          <a:noFill/>
          <a:ln w="12700">
            <a:noFill/>
            <a:miter lim="800000"/>
            <a:headEnd/>
            <a:tailEnd/>
          </a:ln>
        </p:spPr>
        <p:txBody>
          <a:bodyPr wrap="none" lIns="91601" tIns="45800" rIns="91601" bIns="45800" anchor="ctr"/>
          <a:lstStyle/>
          <a:p>
            <a:endParaRPr lang="en-US" altLang="en-US" dirty="0">
              <a:ea typeface="MS PGothic" pitchFamily="34" charset="-128"/>
            </a:endParaRPr>
          </a:p>
        </p:txBody>
      </p:sp>
      <p:sp>
        <p:nvSpPr>
          <p:cNvPr id="143367" name="Rectangle 9"/>
          <p:cNvSpPr>
            <a:spLocks noChangeArrowheads="1"/>
          </p:cNvSpPr>
          <p:nvPr/>
        </p:nvSpPr>
        <p:spPr bwMode="auto">
          <a:xfrm>
            <a:off x="0" y="0"/>
            <a:ext cx="3067050" cy="468313"/>
          </a:xfrm>
          <a:prstGeom prst="rect">
            <a:avLst/>
          </a:prstGeom>
          <a:noFill/>
          <a:ln w="12700">
            <a:noFill/>
            <a:miter lim="800000"/>
            <a:headEnd/>
            <a:tailEnd/>
          </a:ln>
        </p:spPr>
        <p:txBody>
          <a:bodyPr wrap="none" lIns="91601" tIns="45800" rIns="91601" bIns="45800" anchor="ctr"/>
          <a:lstStyle/>
          <a:p>
            <a:endParaRPr lang="en-US" altLang="en-US" dirty="0">
              <a:ea typeface="MS PGothic" pitchFamily="34" charset="-128"/>
            </a:endParaRPr>
          </a:p>
        </p:txBody>
      </p:sp>
      <p:sp>
        <p:nvSpPr>
          <p:cNvPr id="143368" name="Rectangle 10"/>
          <p:cNvSpPr>
            <a:spLocks noGrp="1" noRot="1" noChangeAspect="1" noChangeArrowheads="1" noTextEdit="1"/>
          </p:cNvSpPr>
          <p:nvPr>
            <p:ph type="sldImg"/>
          </p:nvPr>
        </p:nvSpPr>
        <p:spPr bwMode="auto">
          <a:xfrm>
            <a:off x="1206500" y="708025"/>
            <a:ext cx="4665663" cy="3498850"/>
          </a:xfrm>
          <a:noFill/>
          <a:ln cap="flat">
            <a:solidFill>
              <a:schemeClr val="tx1"/>
            </a:solidFill>
            <a:miter lim="800000"/>
            <a:headEnd/>
            <a:tailEnd/>
          </a:ln>
        </p:spPr>
      </p:sp>
      <p:sp>
        <p:nvSpPr>
          <p:cNvPr id="143369" name="Rectangle 11"/>
          <p:cNvSpPr>
            <a:spLocks noGrp="1" noChangeArrowheads="1"/>
          </p:cNvSpPr>
          <p:nvPr>
            <p:ph type="body" idx="1"/>
          </p:nvPr>
        </p:nvSpPr>
        <p:spPr bwMode="auto">
          <a:xfrm>
            <a:off x="942975" y="4448175"/>
            <a:ext cx="5191125" cy="4213225"/>
          </a:xfrm>
          <a:noFill/>
        </p:spPr>
        <p:txBody>
          <a:bodyPr lIns="92941" tIns="45655" rIns="92941" bIns="45655"/>
          <a:lstStyle/>
          <a:p>
            <a:pPr marL="0" marR="0" lvl="0" indent="0" algn="l" defTabSz="914400" rtl="0" eaLnBrk="0" fontAlgn="base" latinLnBrk="0" hangingPunct="0">
              <a:lnSpc>
                <a:spcPct val="100000"/>
              </a:lnSpc>
              <a:spcBef>
                <a:spcPct val="30000"/>
              </a:spcBef>
              <a:spcAft>
                <a:spcPct val="0"/>
              </a:spcAft>
              <a:buClrTx/>
              <a:buSzTx/>
              <a:buFontTx/>
              <a:buNone/>
              <a:tabLst/>
              <a:defRPr/>
            </a:pPr>
            <a:r>
              <a:rPr kumimoji="0" lang="en-US" altLang="en-US" sz="1200" b="0" i="0" u="none" strike="noStrike" kern="1200" cap="none" spc="0" normalizeH="0" baseline="0" noProof="0" dirty="0">
                <a:ln>
                  <a:noFill/>
                </a:ln>
                <a:solidFill>
                  <a:prstClr val="black"/>
                </a:solidFill>
                <a:effectLst/>
                <a:uLnTx/>
                <a:uFillTx/>
                <a:latin typeface="+mn-lt"/>
                <a:ea typeface="MS PGothic" pitchFamily="34" charset="-128"/>
              </a:rPr>
              <a:t>Accounting</a:t>
            </a:r>
            <a:r>
              <a:rPr kumimoji="0" lang="en-US" altLang="en-US" sz="1200" b="1" i="0" u="none" strike="noStrike" kern="1200" cap="none" spc="0" normalizeH="0" baseline="0" noProof="0" dirty="0">
                <a:ln>
                  <a:noFill/>
                </a:ln>
                <a:solidFill>
                  <a:prstClr val="black"/>
                </a:solidFill>
                <a:effectLst/>
                <a:uLnTx/>
                <a:uFillTx/>
                <a:latin typeface="+mn-lt"/>
                <a:ea typeface="MS PGothic" pitchFamily="34" charset="-128"/>
              </a:rPr>
              <a:t> </a:t>
            </a:r>
            <a:r>
              <a:rPr kumimoji="0" lang="en-US" altLang="en-US" sz="1200" b="0" i="0" u="none" strike="noStrike" kern="1200" cap="none" spc="0" normalizeH="0" baseline="0" noProof="0" dirty="0">
                <a:ln>
                  <a:noFill/>
                </a:ln>
                <a:solidFill>
                  <a:prstClr val="black"/>
                </a:solidFill>
                <a:effectLst/>
                <a:uLnTx/>
                <a:uFillTx/>
                <a:latin typeface="+mn-lt"/>
                <a:ea typeface="MS PGothic" pitchFamily="34" charset="-128"/>
              </a:rPr>
              <a:t>is an information and measurement system that identifies, records, and communicates an organization’s business activities. </a:t>
            </a:r>
          </a:p>
          <a:p>
            <a:pPr marL="0" marR="0" lvl="0" indent="0" algn="l" defTabSz="914400" rtl="0" eaLnBrk="0" fontAlgn="base" latinLnBrk="0" hangingPunct="0">
              <a:lnSpc>
                <a:spcPct val="100000"/>
              </a:lnSpc>
              <a:spcBef>
                <a:spcPct val="30000"/>
              </a:spcBef>
              <a:spcAft>
                <a:spcPct val="0"/>
              </a:spcAft>
              <a:buClrTx/>
              <a:buSzTx/>
              <a:buFontTx/>
              <a:buNone/>
              <a:tabLst/>
              <a:defRPr/>
            </a:pPr>
            <a:endParaRPr kumimoji="0" lang="en-US" altLang="en-US" sz="1200" b="0" i="1" u="none" strike="noStrike" kern="1200" cap="none" spc="0" normalizeH="0" baseline="0" noProof="0" dirty="0">
              <a:ln>
                <a:noFill/>
              </a:ln>
              <a:solidFill>
                <a:prstClr val="black"/>
              </a:solidFill>
              <a:effectLst/>
              <a:uLnTx/>
              <a:uFillTx/>
              <a:latin typeface="+mn-lt"/>
              <a:ea typeface="MS PGothic" pitchFamily="34" charset="-128"/>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kumimoji="0" lang="en-US" altLang="en-US" sz="1200" b="0" i="1" u="none" strike="noStrike" kern="1200" cap="none" spc="0" normalizeH="0" baseline="0" noProof="0" dirty="0">
                <a:ln>
                  <a:noFill/>
                </a:ln>
                <a:solidFill>
                  <a:prstClr val="black"/>
                </a:solidFill>
                <a:effectLst/>
                <a:uLnTx/>
                <a:uFillTx/>
                <a:latin typeface="+mn-lt"/>
                <a:ea typeface="MS PGothic" pitchFamily="34" charset="-128"/>
              </a:rPr>
              <a:t>Identifying  </a:t>
            </a:r>
            <a:r>
              <a:rPr kumimoji="0" lang="en-US" altLang="en-US" sz="1200" b="0" i="0" u="none" strike="noStrike" kern="1200" cap="none" spc="0" normalizeH="0" baseline="0" noProof="0" dirty="0">
                <a:ln>
                  <a:noFill/>
                </a:ln>
                <a:solidFill>
                  <a:prstClr val="black"/>
                </a:solidFill>
                <a:effectLst/>
                <a:uLnTx/>
                <a:uFillTx/>
                <a:latin typeface="+mn-lt"/>
                <a:ea typeface="MS PGothic" pitchFamily="34" charset="-128"/>
              </a:rPr>
              <a:t>business activities requires that we select relevant transactions and events.</a:t>
            </a:r>
          </a:p>
          <a:p>
            <a:pPr marL="0" marR="0" lvl="0" indent="0" algn="l" defTabSz="914400" rtl="0" eaLnBrk="0" fontAlgn="base" latinLnBrk="0" hangingPunct="0">
              <a:lnSpc>
                <a:spcPct val="100000"/>
              </a:lnSpc>
              <a:spcBef>
                <a:spcPct val="30000"/>
              </a:spcBef>
              <a:spcAft>
                <a:spcPct val="0"/>
              </a:spcAft>
              <a:buClrTx/>
              <a:buSzTx/>
              <a:buFontTx/>
              <a:buNone/>
              <a:tabLst/>
              <a:defRPr/>
            </a:pPr>
            <a:endParaRPr kumimoji="0" lang="en-US" altLang="en-US" sz="1200" b="0" i="0" u="none" strike="noStrike" kern="1200" cap="none" spc="0" normalizeH="0" baseline="0" noProof="0" dirty="0">
              <a:ln>
                <a:noFill/>
              </a:ln>
              <a:solidFill>
                <a:prstClr val="black"/>
              </a:solidFill>
              <a:effectLst/>
              <a:uLnTx/>
              <a:uFillTx/>
              <a:latin typeface="+mn-lt"/>
              <a:ea typeface="MS PGothic" pitchFamily="34" charset="-128"/>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kumimoji="0" lang="en-US" altLang="en-US" sz="1200" b="0" i="1" u="none" strike="noStrike" kern="1200" cap="none" spc="0" normalizeH="0" baseline="0" noProof="0" dirty="0">
                <a:ln>
                  <a:noFill/>
                </a:ln>
                <a:solidFill>
                  <a:prstClr val="black"/>
                </a:solidFill>
                <a:effectLst/>
                <a:uLnTx/>
                <a:uFillTx/>
                <a:latin typeface="+mn-lt"/>
                <a:ea typeface="MS PGothic" pitchFamily="34" charset="-128"/>
              </a:rPr>
              <a:t>Recording  </a:t>
            </a:r>
            <a:r>
              <a:rPr kumimoji="0" lang="en-US" altLang="en-US" sz="1200" b="0" i="0" u="none" strike="noStrike" kern="1200" cap="none" spc="0" normalizeH="0" baseline="0" noProof="0" dirty="0">
                <a:ln>
                  <a:noFill/>
                </a:ln>
                <a:solidFill>
                  <a:prstClr val="black"/>
                </a:solidFill>
                <a:effectLst/>
                <a:uLnTx/>
                <a:uFillTx/>
                <a:latin typeface="+mn-lt"/>
                <a:ea typeface="MS PGothic" pitchFamily="34" charset="-128"/>
              </a:rPr>
              <a:t>business activities requires that we keep a chronological log of transactions and events measured in dollars.</a:t>
            </a:r>
          </a:p>
          <a:p>
            <a:pPr marL="0" marR="0" lvl="0" indent="0" algn="l" defTabSz="914400" rtl="0" eaLnBrk="0" fontAlgn="base" latinLnBrk="0" hangingPunct="0">
              <a:lnSpc>
                <a:spcPct val="100000"/>
              </a:lnSpc>
              <a:spcBef>
                <a:spcPct val="30000"/>
              </a:spcBef>
              <a:spcAft>
                <a:spcPct val="0"/>
              </a:spcAft>
              <a:buClrTx/>
              <a:buSzTx/>
              <a:buFontTx/>
              <a:buNone/>
              <a:tabLst/>
              <a:defRPr/>
            </a:pPr>
            <a:endParaRPr kumimoji="0" lang="en-US" altLang="en-US" sz="1200" b="0" i="0" u="none" strike="noStrike" kern="1200" cap="none" spc="0" normalizeH="0" baseline="0" noProof="0" dirty="0">
              <a:ln>
                <a:noFill/>
              </a:ln>
              <a:solidFill>
                <a:prstClr val="black"/>
              </a:solidFill>
              <a:effectLst/>
              <a:uLnTx/>
              <a:uFillTx/>
              <a:latin typeface="+mn-lt"/>
              <a:ea typeface="MS PGothic" pitchFamily="34" charset="-128"/>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kumimoji="0" lang="en-US" altLang="en-US" sz="1200" b="0" i="1" u="none" strike="noStrike" kern="1200" cap="none" spc="0" normalizeH="0" baseline="0" noProof="0" dirty="0">
                <a:ln>
                  <a:noFill/>
                </a:ln>
                <a:solidFill>
                  <a:prstClr val="black"/>
                </a:solidFill>
                <a:effectLst/>
                <a:uLnTx/>
                <a:uFillTx/>
                <a:latin typeface="+mn-lt"/>
                <a:ea typeface="MS PGothic" pitchFamily="34" charset="-128"/>
              </a:rPr>
              <a:t>Communicating  </a:t>
            </a:r>
            <a:r>
              <a:rPr kumimoji="0" lang="en-US" altLang="en-US" sz="1200" b="0" i="0" u="none" strike="noStrike" kern="1200" cap="none" spc="0" normalizeH="0" baseline="0" noProof="0" dirty="0">
                <a:ln>
                  <a:noFill/>
                </a:ln>
                <a:solidFill>
                  <a:prstClr val="black"/>
                </a:solidFill>
                <a:effectLst/>
                <a:uLnTx/>
                <a:uFillTx/>
                <a:latin typeface="+mn-lt"/>
                <a:ea typeface="MS PGothic" pitchFamily="34" charset="-128"/>
              </a:rPr>
              <a:t>business activities includes preparing accounting reports such as financial statements, which we analyze and interpret.</a:t>
            </a:r>
          </a:p>
          <a:p>
            <a:pPr marL="0" marR="0" lvl="0" indent="0" algn="l" defTabSz="914400" rtl="0" eaLnBrk="0" fontAlgn="base" latinLnBrk="0" hangingPunct="0">
              <a:lnSpc>
                <a:spcPct val="100000"/>
              </a:lnSpc>
              <a:spcBef>
                <a:spcPct val="30000"/>
              </a:spcBef>
              <a:spcAft>
                <a:spcPct val="0"/>
              </a:spcAft>
              <a:buClrTx/>
              <a:buSzTx/>
              <a:buFontTx/>
              <a:buNone/>
              <a:tabLst/>
              <a:defRPr/>
            </a:pPr>
            <a:endParaRPr kumimoji="0" lang="en-US" altLang="en-US" sz="1200" b="0" i="0" u="none" strike="noStrike" kern="1200" cap="none" spc="0" normalizeH="0" baseline="0" noProof="0" dirty="0">
              <a:ln>
                <a:noFill/>
              </a:ln>
              <a:solidFill>
                <a:prstClr val="black"/>
              </a:solidFill>
              <a:effectLst/>
              <a:uLnTx/>
              <a:uFillTx/>
              <a:latin typeface="+mn-lt"/>
              <a:ea typeface="MS PGothic" pitchFamily="34" charset="-128"/>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kumimoji="0" lang="en-US" altLang="en-US" sz="1200" b="1" i="0" u="none" strike="noStrike" kern="1200" cap="none" spc="0" normalizeH="0" baseline="0" noProof="0" dirty="0">
                <a:ln>
                  <a:noFill/>
                </a:ln>
                <a:solidFill>
                  <a:prstClr val="black"/>
                </a:solidFill>
                <a:effectLst/>
                <a:uLnTx/>
                <a:uFillTx/>
                <a:latin typeface="+mn-lt"/>
                <a:ea typeface="MS PGothic" pitchFamily="34" charset="-128"/>
              </a:rPr>
              <a:t>Recordkeeping</a:t>
            </a:r>
            <a:r>
              <a:rPr kumimoji="0" lang="en-US" altLang="en-US" sz="1200" b="0" i="0" u="none" strike="noStrike" kern="1200" cap="none" spc="0" normalizeH="0" baseline="0" noProof="0" dirty="0">
                <a:ln>
                  <a:noFill/>
                </a:ln>
                <a:solidFill>
                  <a:prstClr val="black"/>
                </a:solidFill>
                <a:effectLst/>
                <a:uLnTx/>
                <a:uFillTx/>
                <a:latin typeface="+mn-lt"/>
                <a:ea typeface="MS PGothic" pitchFamily="34" charset="-128"/>
              </a:rPr>
              <a:t>, or </a:t>
            </a:r>
            <a:r>
              <a:rPr kumimoji="0" lang="en-US" altLang="en-US" sz="1200" b="1" i="0" u="none" strike="noStrike" kern="1200" cap="none" spc="0" normalizeH="0" baseline="0" noProof="0" dirty="0">
                <a:ln>
                  <a:noFill/>
                </a:ln>
                <a:solidFill>
                  <a:prstClr val="black"/>
                </a:solidFill>
                <a:effectLst/>
                <a:uLnTx/>
                <a:uFillTx/>
                <a:latin typeface="+mn-lt"/>
                <a:ea typeface="MS PGothic" pitchFamily="34" charset="-128"/>
              </a:rPr>
              <a:t>bookkeeping</a:t>
            </a:r>
            <a:r>
              <a:rPr kumimoji="0" lang="en-US" altLang="en-US" sz="1200" b="0" i="0" u="none" strike="noStrike" kern="1200" cap="none" spc="0" normalizeH="0" baseline="0" noProof="0" dirty="0">
                <a:ln>
                  <a:noFill/>
                </a:ln>
                <a:solidFill>
                  <a:prstClr val="black"/>
                </a:solidFill>
                <a:effectLst/>
                <a:uLnTx/>
                <a:uFillTx/>
                <a:latin typeface="+mn-lt"/>
                <a:ea typeface="MS PGothic" pitchFamily="34" charset="-128"/>
              </a:rPr>
              <a:t>, includes the recording of transactions and events and is just one part of accounting.</a:t>
            </a:r>
          </a:p>
        </p:txBody>
      </p:sp>
    </p:spTree>
    <p:extLst>
      <p:ext uri="{BB962C8B-B14F-4D97-AF65-F5344CB8AC3E}">
        <p14:creationId xmlns:p14="http://schemas.microsoft.com/office/powerpoint/2010/main" val="23084384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6386"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a:spcBef>
                <a:spcPct val="0"/>
              </a:spcBef>
            </a:pPr>
            <a:r>
              <a:rPr lang="en-US"/>
              <a:t>The accounting system collects and processes financial information about an organization and reports that information to decision makers. The accounting system provides financial accounting reports which include periodic financial statements and related disclosures to external decision makers. These decision-makers include investors, creditors, suppliers, customers, union representatives, and all other interested parties. The accounting system also provides managerial accounting reports including detailed plans and continuous performance reports. These reports are used by internal decision makers throughout the organization to make decisions about pricing, production, quality, and numerous other day-to-day activities.</a:t>
            </a:r>
          </a:p>
        </p:txBody>
      </p:sp>
    </p:spTree>
    <p:extLst>
      <p:ext uri="{BB962C8B-B14F-4D97-AF65-F5344CB8AC3E}">
        <p14:creationId xmlns:p14="http://schemas.microsoft.com/office/powerpoint/2010/main" val="206377599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b="0" i="0" u="none" strike="noStrike" baseline="0" dirty="0">
                <a:solidFill>
                  <a:srgbClr val="211D1E"/>
                </a:solidFill>
                <a:latin typeface="NimbusRomDOT"/>
              </a:rPr>
              <a:t>Generally accepted accounting principles require </a:t>
            </a:r>
            <a:r>
              <a:rPr lang="en-US" sz="1800" b="1" i="0" u="none" strike="noStrike" baseline="0" dirty="0">
                <a:solidFill>
                  <a:srgbClr val="211D1E"/>
                </a:solidFill>
                <a:latin typeface="NimbusRomDOT"/>
              </a:rPr>
              <a:t>accrual basis accounting </a:t>
            </a:r>
            <a:r>
              <a:rPr lang="en-US" sz="1800" b="0" i="0" u="none" strike="noStrike" baseline="0" dirty="0">
                <a:solidFill>
                  <a:srgbClr val="211D1E"/>
                </a:solidFill>
                <a:latin typeface="NimbusRomDOT"/>
              </a:rPr>
              <a:t>for financial reporting. </a:t>
            </a:r>
          </a:p>
          <a:p>
            <a:endParaRPr lang="en-US" sz="1800" b="0" i="0" u="none" strike="noStrike" baseline="0" dirty="0">
              <a:solidFill>
                <a:srgbClr val="211D1E"/>
              </a:solidFill>
              <a:latin typeface="NimbusRomDOT"/>
            </a:endParaRPr>
          </a:p>
          <a:p>
            <a:r>
              <a:rPr lang="en-US" sz="1800" b="0" i="0" u="none" strike="noStrike" baseline="0" dirty="0">
                <a:solidFill>
                  <a:srgbClr val="211D1E"/>
                </a:solidFill>
                <a:latin typeface="NimbusRomDOT"/>
              </a:rPr>
              <a:t>In </a:t>
            </a:r>
            <a:r>
              <a:rPr lang="en-US" sz="1800" b="1" i="0" u="none" strike="noStrike" baseline="0" dirty="0">
                <a:solidFill>
                  <a:srgbClr val="00AEEF"/>
                </a:solidFill>
                <a:latin typeface="NimbusRomDOT"/>
              </a:rPr>
              <a:t>accrual basis accounting</a:t>
            </a:r>
            <a:r>
              <a:rPr lang="en-US" sz="1800" b="0" i="0" u="none" strike="noStrike" baseline="0" dirty="0">
                <a:solidFill>
                  <a:srgbClr val="211D1E"/>
                </a:solidFill>
                <a:latin typeface="NimbusRomDOT"/>
              </a:rPr>
              <a:t>, </a:t>
            </a:r>
            <a:r>
              <a:rPr lang="en-US" sz="1800" b="1" i="0" u="none" strike="noStrike" baseline="0" dirty="0">
                <a:solidFill>
                  <a:srgbClr val="211D1E"/>
                </a:solidFill>
                <a:latin typeface="NimbusRomDOT"/>
              </a:rPr>
              <a:t>revenues are recognized when goods and services are provided to customers </a:t>
            </a:r>
            <a:r>
              <a:rPr lang="en-US" sz="1800" b="0" i="0" u="none" strike="noStrike" baseline="0" dirty="0">
                <a:solidFill>
                  <a:srgbClr val="211D1E"/>
                </a:solidFill>
                <a:latin typeface="NimbusRomDOT"/>
              </a:rPr>
              <a:t>(they are earned)</a:t>
            </a:r>
            <a:r>
              <a:rPr lang="en-US" sz="1800" b="1" i="0" u="none" strike="noStrike" baseline="0" dirty="0">
                <a:solidFill>
                  <a:srgbClr val="211D1E"/>
                </a:solidFill>
                <a:latin typeface="NimbusRomDOT"/>
              </a:rPr>
              <a:t>, and expenses are recognized in the same period as the revenues to which they relate </a:t>
            </a:r>
            <a:r>
              <a:rPr lang="en-US" sz="1800" b="0" i="0" u="none" strike="noStrike" baseline="0" dirty="0">
                <a:solidFill>
                  <a:srgbClr val="211D1E"/>
                </a:solidFill>
                <a:latin typeface="NimbusRomDOT"/>
              </a:rPr>
              <a:t>(resources are used or debts are incurred to generate revenues)</a:t>
            </a:r>
            <a:r>
              <a:rPr lang="en-US" sz="1800" b="1" i="0" u="none" strike="noStrike" baseline="0" dirty="0">
                <a:solidFill>
                  <a:srgbClr val="211D1E"/>
                </a:solidFill>
                <a:latin typeface="NimbusRomDOT"/>
              </a:rPr>
              <a:t>, regardless of when cash is received or paid</a:t>
            </a:r>
            <a:r>
              <a:rPr lang="en-US" sz="1800" b="0" i="0" u="none" strike="noStrike" baseline="0" dirty="0">
                <a:solidFill>
                  <a:srgbClr val="211D1E"/>
                </a:solidFill>
                <a:latin typeface="NimbusRomDOT"/>
              </a:rPr>
              <a:t>. The two basic accounting principles that determine when revenues and expenses are recorded under accrual basis accounting are the </a:t>
            </a:r>
            <a:r>
              <a:rPr lang="en-US" sz="1800" b="1" i="0" u="none" strike="noStrike" baseline="0" dirty="0">
                <a:solidFill>
                  <a:srgbClr val="211D1E"/>
                </a:solidFill>
                <a:latin typeface="NimbusRomDOT"/>
              </a:rPr>
              <a:t>revenue recognition principle </a:t>
            </a:r>
            <a:r>
              <a:rPr lang="en-US" sz="1800" b="0" i="0" u="none" strike="noStrike" baseline="0" dirty="0">
                <a:solidFill>
                  <a:srgbClr val="211D1E"/>
                </a:solidFill>
                <a:latin typeface="NimbusRomDOT"/>
              </a:rPr>
              <a:t>and the </a:t>
            </a:r>
            <a:r>
              <a:rPr lang="en-US" sz="1800" b="1" i="0" u="none" strike="noStrike" baseline="0" dirty="0">
                <a:solidFill>
                  <a:srgbClr val="211D1E"/>
                </a:solidFill>
                <a:latin typeface="NimbusRomDOT"/>
              </a:rPr>
              <a:t>expense recognition principle </a:t>
            </a:r>
            <a:r>
              <a:rPr lang="en-US" sz="1800" b="0" i="0" u="none" strike="noStrike" baseline="0" dirty="0">
                <a:solidFill>
                  <a:srgbClr val="211D1E"/>
                </a:solidFill>
                <a:latin typeface="NimbusRomDOT"/>
              </a:rPr>
              <a:t>(also called the </a:t>
            </a:r>
            <a:r>
              <a:rPr lang="en-US" sz="1800" b="1" i="0" u="none" strike="noStrike" baseline="0" dirty="0">
                <a:solidFill>
                  <a:srgbClr val="211D1E"/>
                </a:solidFill>
                <a:latin typeface="NimbusRomDOT"/>
              </a:rPr>
              <a:t>matching principle</a:t>
            </a:r>
            <a:r>
              <a:rPr lang="en-US" sz="1800" b="0" i="0" u="none" strike="noStrike" baseline="0" dirty="0">
                <a:solidFill>
                  <a:srgbClr val="211D1E"/>
                </a:solidFill>
                <a:latin typeface="NimbusRomDOT"/>
              </a:rPr>
              <a:t>). </a:t>
            </a:r>
            <a:endParaRPr lang="en-US" sz="1200" b="0" i="0" u="none" strike="noStrike" kern="1200" baseline="0" dirty="0">
              <a:solidFill>
                <a:schemeClr val="tx1"/>
              </a:solidFill>
              <a:latin typeface="+mn-lt"/>
              <a:ea typeface="+mn-ea"/>
              <a:cs typeface="+mn-cs"/>
            </a:endParaRPr>
          </a:p>
        </p:txBody>
      </p:sp>
    </p:spTree>
    <p:extLst>
      <p:ext uri="{BB962C8B-B14F-4D97-AF65-F5344CB8AC3E}">
        <p14:creationId xmlns:p14="http://schemas.microsoft.com/office/powerpoint/2010/main" val="32170859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auto">
              <a:spcBef>
                <a:spcPts val="0"/>
              </a:spcBef>
              <a:spcAft>
                <a:spcPts val="0"/>
              </a:spcAft>
              <a:defRPr/>
            </a:pPr>
            <a:r>
              <a:rPr lang="en-US" sz="1800" b="1" i="0" u="none" strike="noStrike" baseline="0" dirty="0">
                <a:solidFill>
                  <a:srgbClr val="211D1E"/>
                </a:solidFill>
                <a:latin typeface="NimbusRomDOT"/>
              </a:rPr>
              <a:t>The critical point for revenue recognition is when goods or services are delivered</a:t>
            </a:r>
            <a:r>
              <a:rPr lang="en-US" sz="1800" b="0" i="0" u="none" strike="noStrike" baseline="0" dirty="0">
                <a:solidFill>
                  <a:srgbClr val="211D1E"/>
                </a:solidFill>
                <a:latin typeface="NimbusRomDOT"/>
              </a:rPr>
              <a:t>, not when cash is received from customers. Cash may be received before, after, or at the time of delivery.</a:t>
            </a:r>
          </a:p>
          <a:p>
            <a:pPr fontAlgn="auto">
              <a:spcBef>
                <a:spcPts val="0"/>
              </a:spcBef>
              <a:spcAft>
                <a:spcPts val="0"/>
              </a:spcAft>
              <a:defRPr/>
            </a:pPr>
            <a:endParaRPr lang="en-US" sz="1800" b="0" i="0" u="none" strike="noStrike" baseline="0" dirty="0">
              <a:solidFill>
                <a:srgbClr val="211D1E"/>
              </a:solidFill>
              <a:latin typeface="NimbusRomDOT"/>
            </a:endParaRPr>
          </a:p>
          <a:p>
            <a:r>
              <a:rPr lang="en-US" sz="1800" b="1" i="0" u="none" strike="noStrike" baseline="0" dirty="0">
                <a:solidFill>
                  <a:srgbClr val="211D1E"/>
                </a:solidFill>
                <a:latin typeface="Proxima Nova"/>
              </a:rPr>
              <a:t>1 </a:t>
            </a:r>
            <a:r>
              <a:rPr lang="en-US" sz="1800" b="1" i="0" u="none" strike="noStrike" baseline="0" dirty="0">
                <a:solidFill>
                  <a:srgbClr val="211D1E"/>
                </a:solidFill>
                <a:latin typeface="NimbusRomDOT"/>
              </a:rPr>
              <a:t>Cash is received before the goods or services are delivered</a:t>
            </a:r>
            <a:r>
              <a:rPr lang="en-US" sz="1800" b="0" i="0" u="none" strike="noStrike" baseline="0" dirty="0">
                <a:solidFill>
                  <a:srgbClr val="211D1E"/>
                </a:solidFill>
                <a:latin typeface="NimbusRomDOT"/>
              </a:rPr>
              <a:t>. Companies sells gift cards to customers for cash in exchange for the promise to provide future goods or services. Because the company has not delivered the goods or services at that point, it records </a:t>
            </a:r>
            <a:r>
              <a:rPr lang="en-US" sz="1800" b="1" i="0" u="none" strike="noStrike" baseline="0" dirty="0">
                <a:solidFill>
                  <a:srgbClr val="211D1E"/>
                </a:solidFill>
                <a:latin typeface="NimbusRomDOT"/>
              </a:rPr>
              <a:t>no revenue</a:t>
            </a:r>
            <a:r>
              <a:rPr lang="en-US" sz="1800" b="0" i="0" u="none" strike="noStrike" baseline="0" dirty="0">
                <a:solidFill>
                  <a:srgbClr val="211D1E"/>
                </a:solidFill>
                <a:latin typeface="NimbusRomDOT"/>
              </a:rPr>
              <a:t>. Instead, it creates a liability account, Unearned Revenue (also called Deferred Revenue), representing the amount owed to the customers. Later, when customers redeem their gift cards and the goods are delivered, the company earns and records the revenue while reducing the liability account because it has satisfied its promise to deliver. </a:t>
            </a:r>
          </a:p>
          <a:p>
            <a:r>
              <a:rPr lang="en-US" sz="1800" b="1" i="0" u="none" strike="noStrike" baseline="0" dirty="0">
                <a:solidFill>
                  <a:srgbClr val="211D1E"/>
                </a:solidFill>
                <a:latin typeface="Proxima Nova"/>
              </a:rPr>
              <a:t>2 </a:t>
            </a:r>
            <a:r>
              <a:rPr lang="en-US" sz="1800" b="1" i="0" u="none" strike="noStrike" baseline="0" dirty="0">
                <a:solidFill>
                  <a:srgbClr val="211D1E"/>
                </a:solidFill>
                <a:latin typeface="NimbusRomDOT"/>
              </a:rPr>
              <a:t>Cash is received in the same period as the goods or services are delivered</a:t>
            </a:r>
            <a:r>
              <a:rPr lang="en-US" sz="1800" b="0" i="0" u="none" strike="noStrike" baseline="0" dirty="0">
                <a:solidFill>
                  <a:srgbClr val="211D1E"/>
                </a:solidFill>
                <a:latin typeface="NimbusRomDOT"/>
              </a:rPr>
              <a:t>. Goods are delivered in exchange for cash, earning revenue in the process. </a:t>
            </a:r>
          </a:p>
          <a:p>
            <a:r>
              <a:rPr lang="en-US" sz="1800" b="1" i="0" u="none" strike="noStrike" baseline="0" dirty="0">
                <a:solidFill>
                  <a:srgbClr val="211D1E"/>
                </a:solidFill>
                <a:latin typeface="Proxima Nova"/>
              </a:rPr>
              <a:t>3 </a:t>
            </a:r>
            <a:r>
              <a:rPr lang="en-US" sz="1800" b="1" i="0" u="none" strike="noStrike" baseline="0" dirty="0">
                <a:solidFill>
                  <a:srgbClr val="211D1E"/>
                </a:solidFill>
                <a:latin typeface="NimbusRomDOT"/>
              </a:rPr>
              <a:t>Cash is received after the goods or services are delivered</a:t>
            </a:r>
            <a:r>
              <a:rPr lang="en-US" sz="1800" b="0" i="0" u="none" strike="noStrike" baseline="0" dirty="0">
                <a:solidFill>
                  <a:srgbClr val="211D1E"/>
                </a:solidFill>
                <a:latin typeface="NimbusRomDOT"/>
              </a:rPr>
              <a:t>. When a business sells goods or services on account (creating Accounts Receivable due from customers), the revenue is earned when the goods or services are delivered, not when cash is received at a later date. Assume goods are ordered by customers and the company bills them at the end of the month, rather than when they receive the goods. When delivered, the company records Sales Revenue and the asset Accounts Receivable, representing the customer’s promise to pay in the future. When the customer pays its monthly bill, the company will increase its Cash account and decrease the asset Accounts Receivable.  </a:t>
            </a:r>
            <a:endParaRPr lang="en-US" sz="1200" b="1" dirty="0"/>
          </a:p>
        </p:txBody>
      </p:sp>
    </p:spTree>
    <p:extLst>
      <p:ext uri="{BB962C8B-B14F-4D97-AF65-F5344CB8AC3E}">
        <p14:creationId xmlns:p14="http://schemas.microsoft.com/office/powerpoint/2010/main" val="308736016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b="0" i="0" u="none" strike="noStrike" baseline="0" dirty="0">
                <a:solidFill>
                  <a:srgbClr val="211D1E"/>
                </a:solidFill>
                <a:latin typeface="Proxima Nova Cond"/>
              </a:rPr>
              <a:t>Step 1. Identify the contract (written, verbal, or implied agreement) between the company and customer. </a:t>
            </a:r>
          </a:p>
          <a:p>
            <a:pPr marL="0" marR="0" indent="0" algn="l" defTabSz="914400" rtl="0" eaLnBrk="1" fontAlgn="auto" latinLnBrk="0" hangingPunct="1">
              <a:lnSpc>
                <a:spcPct val="100000"/>
              </a:lnSpc>
              <a:spcBef>
                <a:spcPts val="0"/>
              </a:spcBef>
              <a:spcAft>
                <a:spcPts val="0"/>
              </a:spcAft>
              <a:buClrTx/>
              <a:buSzTx/>
              <a:buFontTx/>
              <a:buNone/>
              <a:tabLst/>
              <a:defRPr/>
            </a:pPr>
            <a:r>
              <a:rPr lang="en-US" sz="1800" b="0" i="0" u="none" strike="noStrike" baseline="0" dirty="0">
                <a:solidFill>
                  <a:srgbClr val="211D1E"/>
                </a:solidFill>
                <a:latin typeface="Proxima Nova Cond"/>
              </a:rPr>
              <a:t>Step 2. Identify the seller’s performance obligations (promised goods and services). </a:t>
            </a:r>
          </a:p>
          <a:p>
            <a:pPr algn="just"/>
            <a:r>
              <a:rPr lang="en-US" sz="1800" b="0" i="0" u="none" strike="noStrike" baseline="0" dirty="0">
                <a:solidFill>
                  <a:srgbClr val="211D1E"/>
                </a:solidFill>
                <a:latin typeface="Proxima Nova Cond"/>
              </a:rPr>
              <a:t>Step 3. Determine the transaction price (the amount the seller expects to be entitled to receive from the customer). </a:t>
            </a:r>
          </a:p>
          <a:p>
            <a:pPr algn="just"/>
            <a:r>
              <a:rPr lang="en-US" sz="1800" b="0" i="0" u="none" strike="noStrike" baseline="0" dirty="0">
                <a:solidFill>
                  <a:srgbClr val="211D1E"/>
                </a:solidFill>
                <a:latin typeface="Proxima Nova Cond"/>
              </a:rPr>
              <a:t>Step 4. Allocate the transaction price to the performance obligations. </a:t>
            </a:r>
          </a:p>
          <a:p>
            <a:pPr algn="just"/>
            <a:r>
              <a:rPr lang="en-US" sz="1800" b="0" i="0" u="none" strike="noStrike" baseline="0" dirty="0">
                <a:solidFill>
                  <a:srgbClr val="211D1E"/>
                </a:solidFill>
                <a:latin typeface="Proxima Nova Cond"/>
              </a:rPr>
              <a:t>Step 5. Recognize revenue when each performance obligation is satisfied (or over time if a service is provided over time). </a:t>
            </a:r>
          </a:p>
          <a:p>
            <a:pPr algn="just"/>
            <a:endParaRPr lang="en-US" sz="1800" b="0" i="0" u="none" strike="noStrike" baseline="0" dirty="0">
              <a:solidFill>
                <a:srgbClr val="211D1E"/>
              </a:solidFill>
              <a:latin typeface="Proxima Nova Cond"/>
            </a:endParaRPr>
          </a:p>
          <a:p>
            <a:pPr algn="just"/>
            <a:r>
              <a:rPr lang="en-US" sz="1800" b="0" i="0" u="none" strike="noStrike" baseline="0" dirty="0">
                <a:solidFill>
                  <a:srgbClr val="211D1E"/>
                </a:solidFill>
                <a:latin typeface="NimbusRomDOT"/>
              </a:rPr>
              <a:t>For most contracts discussed in this text, the revenue recognition steps are easy to apply. </a:t>
            </a:r>
            <a:r>
              <a:rPr lang="en-US" sz="1800" b="1" i="0" u="none" strike="noStrike" baseline="0" dirty="0">
                <a:solidFill>
                  <a:srgbClr val="211D1E"/>
                </a:solidFill>
                <a:latin typeface="NimbusRomDOT"/>
              </a:rPr>
              <a:t>The critical point for revenue recognition under the five-step model is when goods or services are delivered</a:t>
            </a:r>
            <a:r>
              <a:rPr lang="en-US" sz="1800" b="0" i="0" u="none" strike="noStrike" baseline="0" dirty="0">
                <a:solidFill>
                  <a:srgbClr val="211D1E"/>
                </a:solidFill>
                <a:latin typeface="NimbusRomDOT"/>
              </a:rPr>
              <a:t>, not when cash is received from customers. Cash may be received before, after, or at the time of delivery. </a:t>
            </a:r>
            <a:endParaRPr lang="en-US" sz="1800" b="0" i="0" u="none" strike="noStrike" baseline="0" dirty="0">
              <a:solidFill>
                <a:srgbClr val="211D1E"/>
              </a:solidFill>
              <a:latin typeface="Proxima Nova Cond"/>
            </a:endParaRPr>
          </a:p>
        </p:txBody>
      </p:sp>
    </p:spTree>
    <p:extLst>
      <p:ext uri="{BB962C8B-B14F-4D97-AF65-F5344CB8AC3E}">
        <p14:creationId xmlns:p14="http://schemas.microsoft.com/office/powerpoint/2010/main" val="176595374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dirty="0"/>
              <a:t>The expense matching principle requires </a:t>
            </a:r>
            <a:r>
              <a:rPr lang="en-US" sz="1200" dirty="0"/>
              <a:t>that costs incurred to generate revenues be recognized in the same period—a matching of costs with benefits. For example, when Chipotle’s restaurants provide food service to customers, revenue is earned. The costs of generating the revenue are recognized as expenses in the same period.</a:t>
            </a:r>
          </a:p>
          <a:p>
            <a:endParaRPr lang="en-US" sz="1200" dirty="0"/>
          </a:p>
          <a:p>
            <a:r>
              <a:rPr lang="en-US" sz="1200" dirty="0"/>
              <a:t>Expenses are recognized as incurred, regardless of when cash is paid. Cash may be paid (1) before. (2) during, or (3) after an expense is incurred.</a:t>
            </a:r>
          </a:p>
        </p:txBody>
      </p:sp>
    </p:spTree>
    <p:extLst>
      <p:ext uri="{BB962C8B-B14F-4D97-AF65-F5344CB8AC3E}">
        <p14:creationId xmlns:p14="http://schemas.microsoft.com/office/powerpoint/2010/main" val="292588413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85800" y="4415790"/>
            <a:ext cx="5486400" cy="4183380"/>
          </a:xfrm>
          <a:prstGeom prst="rect">
            <a:avLst/>
          </a:prstGeom>
        </p:spPr>
        <p:txBody>
          <a:bodyPr/>
          <a:lstStyle/>
          <a:p>
            <a:pPr>
              <a:spcBef>
                <a:spcPct val="0"/>
              </a:spcBef>
            </a:pPr>
            <a:r>
              <a:rPr lang="en-US" sz="1800" b="0" i="0" u="none" strike="noStrike" baseline="0" dirty="0">
                <a:solidFill>
                  <a:srgbClr val="221E1F"/>
                </a:solidFill>
                <a:latin typeface="NimbusRomDOT"/>
              </a:rPr>
              <a:t>Assets                        =                             liabilities +                                             equity</a:t>
            </a:r>
          </a:p>
          <a:p>
            <a:pPr>
              <a:spcBef>
                <a:spcPct val="0"/>
              </a:spcBef>
            </a:pPr>
            <a:r>
              <a:rPr lang="en-US" sz="1800" b="0" i="0" u="none" strike="noStrike" baseline="0" dirty="0">
                <a:solidFill>
                  <a:srgbClr val="221E1F"/>
                </a:solidFill>
                <a:latin typeface="NimbusRomDOT"/>
              </a:rPr>
              <a:t>Inventory   10M  +3M-6K     =                   Bank loan            10M  +2M                  Capital   7M +3M=10M</a:t>
            </a:r>
          </a:p>
          <a:p>
            <a:pPr>
              <a:spcBef>
                <a:spcPct val="0"/>
              </a:spcBef>
            </a:pPr>
            <a:r>
              <a:rPr lang="en-US" sz="1800" b="0" i="0" u="none" strike="noStrike" baseline="0" dirty="0">
                <a:solidFill>
                  <a:srgbClr val="221E1F"/>
                </a:solidFill>
                <a:latin typeface="NimbusRomDOT"/>
              </a:rPr>
              <a:t>Building        7M                                   Accounts Payable  5M                            Revenues  +1K +10K</a:t>
            </a:r>
          </a:p>
          <a:p>
            <a:pPr>
              <a:spcBef>
                <a:spcPct val="0"/>
              </a:spcBef>
            </a:pPr>
            <a:r>
              <a:rPr lang="en-US" dirty="0"/>
              <a:t>Equipment    3M                                                                                                    Expenses    -2K-6K</a:t>
            </a:r>
          </a:p>
          <a:p>
            <a:pPr>
              <a:spcBef>
                <a:spcPct val="0"/>
              </a:spcBef>
            </a:pPr>
            <a:r>
              <a:rPr lang="en-US" dirty="0"/>
              <a:t>Delivery van  1M                                                                                                      Profit              3K          </a:t>
            </a:r>
          </a:p>
          <a:p>
            <a:pPr>
              <a:spcBef>
                <a:spcPct val="0"/>
              </a:spcBef>
            </a:pPr>
            <a:r>
              <a:rPr lang="en-US" dirty="0"/>
              <a:t>Cash               1M+2M+</a:t>
            </a:r>
            <a:r>
              <a:rPr lang="en-US"/>
              <a:t>1K-2K-1K                                                                            Dividends       </a:t>
            </a:r>
            <a:r>
              <a:rPr lang="en-US" dirty="0"/>
              <a:t>-1K    </a:t>
            </a:r>
          </a:p>
          <a:p>
            <a:pPr>
              <a:spcBef>
                <a:spcPct val="0"/>
              </a:spcBef>
            </a:pPr>
            <a:r>
              <a:rPr lang="en-US" dirty="0"/>
              <a:t>A/Receivable           10K                                                                                         </a:t>
            </a:r>
            <a:r>
              <a:rPr lang="en-US" b="1" dirty="0"/>
              <a:t>Retained earnings  2K   </a:t>
            </a:r>
          </a:p>
          <a:p>
            <a:pPr>
              <a:spcBef>
                <a:spcPct val="0"/>
              </a:spcBef>
            </a:pPr>
            <a:r>
              <a:rPr lang="en-US" b="1" dirty="0"/>
              <a:t>Total                 75M  </a:t>
            </a:r>
          </a:p>
          <a:p>
            <a:pPr>
              <a:spcBef>
                <a:spcPct val="0"/>
              </a:spcBef>
            </a:pPr>
            <a:endParaRPr lang="en-US" dirty="0"/>
          </a:p>
          <a:p>
            <a:pPr>
              <a:spcBef>
                <a:spcPct val="0"/>
              </a:spcBef>
            </a:pPr>
            <a:r>
              <a:rPr lang="en-US" dirty="0"/>
              <a:t> </a:t>
            </a:r>
          </a:p>
          <a:p>
            <a:pPr>
              <a:spcBef>
                <a:spcPct val="0"/>
              </a:spcBef>
            </a:pPr>
            <a:r>
              <a:rPr lang="en-US" dirty="0"/>
              <a:t>Assets are economic resources owned by the company that have some future economic benefit. </a:t>
            </a:r>
          </a:p>
          <a:p>
            <a:pPr>
              <a:spcBef>
                <a:spcPct val="0"/>
              </a:spcBef>
            </a:pPr>
            <a:r>
              <a:rPr lang="en-US" dirty="0"/>
              <a:t>Liabilities are the amount of financing provided by the creditors (debts, obligations).</a:t>
            </a:r>
          </a:p>
          <a:p>
            <a:pPr>
              <a:spcBef>
                <a:spcPct val="0"/>
              </a:spcBef>
            </a:pPr>
            <a:r>
              <a:rPr lang="en-US" dirty="0"/>
              <a:t>Stockholders’ equity indicates the amount of financing provided by owners of the business and reinvested earnings of the company since inception that were not distributed as dividends to the shareholders. </a:t>
            </a:r>
          </a:p>
          <a:p>
            <a:pPr>
              <a:spcBef>
                <a:spcPct val="0"/>
              </a:spcBef>
            </a:pPr>
            <a:r>
              <a:rPr lang="en-US" sz="1800" b="0" i="0" u="none" strike="noStrike" baseline="0" dirty="0">
                <a:solidFill>
                  <a:srgbClr val="221E1F"/>
                </a:solidFill>
                <a:latin typeface="NimbusRomDOT"/>
              </a:rPr>
              <a:t>A corporation is a business that is incorporated under the laws of a particular state. The owners are called </a:t>
            </a:r>
            <a:r>
              <a:rPr lang="en-US" sz="1800" b="1" i="0" u="none" strike="noStrike" baseline="0" dirty="0">
                <a:solidFill>
                  <a:srgbClr val="221E1F"/>
                </a:solidFill>
                <a:latin typeface="NimbusRomDOT"/>
              </a:rPr>
              <a:t>stockholders </a:t>
            </a:r>
            <a:r>
              <a:rPr lang="en-US" sz="1800" b="0" i="0" u="none" strike="noStrike" baseline="0" dirty="0">
                <a:solidFill>
                  <a:srgbClr val="221E1F"/>
                </a:solidFill>
                <a:latin typeface="NimbusRomDOT"/>
              </a:rPr>
              <a:t>or </a:t>
            </a:r>
            <a:r>
              <a:rPr lang="en-US" sz="1800" b="1" i="0" u="none" strike="noStrike" baseline="0" dirty="0">
                <a:solidFill>
                  <a:srgbClr val="221E1F"/>
                </a:solidFill>
                <a:latin typeface="NimbusRomDOT"/>
              </a:rPr>
              <a:t>shareholders. </a:t>
            </a:r>
            <a:endParaRPr lang="en-US" dirty="0"/>
          </a:p>
        </p:txBody>
      </p:sp>
    </p:spTree>
    <p:extLst>
      <p:ext uri="{BB962C8B-B14F-4D97-AF65-F5344CB8AC3E}">
        <p14:creationId xmlns:p14="http://schemas.microsoft.com/office/powerpoint/2010/main" val="260226999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t>Here is a listing of common asset accounts we are likely to find in all businesses. </a:t>
            </a:r>
          </a:p>
          <a:p>
            <a:endParaRPr lang="en-US" altLang="en-US" dirty="0"/>
          </a:p>
          <a:p>
            <a:r>
              <a:rPr lang="en-US" altLang="en-US" b="1" dirty="0"/>
              <a:t>Cash </a:t>
            </a:r>
            <a:r>
              <a:rPr lang="en-US" altLang="en-US" b="0" dirty="0"/>
              <a:t>reflects a company’s cash balances.  It includes money and any funds that a bank accepts</a:t>
            </a:r>
            <a:r>
              <a:rPr lang="en-US" altLang="en-US" b="0" baseline="0" dirty="0"/>
              <a:t> for deposit (coins, checks, money orders, and checking account balances).</a:t>
            </a:r>
            <a:endParaRPr lang="en-US" altLang="en-US" b="1" dirty="0"/>
          </a:p>
          <a:p>
            <a:endParaRPr lang="en-US" altLang="en-US" dirty="0"/>
          </a:p>
          <a:p>
            <a:r>
              <a:rPr lang="en-US" sz="1200" b="1" i="0" u="none" strike="noStrike" kern="1200" baseline="0" dirty="0">
                <a:solidFill>
                  <a:schemeClr val="tx1"/>
                </a:solidFill>
                <a:latin typeface="+mn-lt"/>
                <a:ea typeface="MS PGothic" pitchFamily="34" charset="-128"/>
                <a:cs typeface="MS PGothic" pitchFamily="34" charset="-128"/>
              </a:rPr>
              <a:t>Accounts Receivable </a:t>
            </a:r>
            <a:r>
              <a:rPr lang="en-US" sz="1200" b="0" i="0" u="none" strike="noStrike" kern="1200" baseline="0" dirty="0">
                <a:solidFill>
                  <a:schemeClr val="tx1"/>
                </a:solidFill>
                <a:latin typeface="+mn-lt"/>
                <a:ea typeface="MS PGothic" pitchFamily="34" charset="-128"/>
                <a:cs typeface="MS PGothic" pitchFamily="34" charset="-128"/>
              </a:rPr>
              <a:t>are held by a seller and are promises of payment from customers to sellers. These transactions are often called </a:t>
            </a:r>
            <a:r>
              <a:rPr lang="en-US" sz="1200" b="0" i="1" u="none" strike="noStrike" kern="1200" baseline="0" dirty="0">
                <a:solidFill>
                  <a:schemeClr val="tx1"/>
                </a:solidFill>
                <a:latin typeface="+mn-lt"/>
                <a:ea typeface="MS PGothic" pitchFamily="34" charset="-128"/>
                <a:cs typeface="MS PGothic" pitchFamily="34" charset="-128"/>
              </a:rPr>
              <a:t>credit sales </a:t>
            </a:r>
            <a:r>
              <a:rPr lang="en-US" sz="1200" b="0" i="0" u="none" strike="noStrike" kern="1200" baseline="0" dirty="0">
                <a:solidFill>
                  <a:schemeClr val="tx1"/>
                </a:solidFill>
                <a:latin typeface="+mn-lt"/>
                <a:ea typeface="MS PGothic" pitchFamily="34" charset="-128"/>
                <a:cs typeface="MS PGothic" pitchFamily="34" charset="-128"/>
              </a:rPr>
              <a:t>or </a:t>
            </a:r>
            <a:r>
              <a:rPr lang="en-US" sz="1200" b="0" i="1" u="none" strike="noStrike" kern="1200" baseline="0" dirty="0">
                <a:solidFill>
                  <a:schemeClr val="tx1"/>
                </a:solidFill>
                <a:latin typeface="+mn-lt"/>
                <a:ea typeface="MS PGothic" pitchFamily="34" charset="-128"/>
                <a:cs typeface="MS PGothic" pitchFamily="34" charset="-128"/>
              </a:rPr>
              <a:t>sales on account </a:t>
            </a:r>
            <a:r>
              <a:rPr lang="en-US" sz="1200" b="0" i="0" u="none" strike="noStrike" kern="1200" baseline="0" dirty="0">
                <a:solidFill>
                  <a:schemeClr val="tx1"/>
                </a:solidFill>
                <a:latin typeface="+mn-lt"/>
                <a:ea typeface="MS PGothic" pitchFamily="34" charset="-128"/>
                <a:cs typeface="MS PGothic" pitchFamily="34" charset="-128"/>
              </a:rPr>
              <a:t>(or </a:t>
            </a:r>
            <a:r>
              <a:rPr lang="en-US" sz="1200" b="0" i="1" u="none" strike="noStrike" kern="1200" baseline="0" dirty="0">
                <a:solidFill>
                  <a:schemeClr val="tx1"/>
                </a:solidFill>
                <a:latin typeface="+mn-lt"/>
                <a:ea typeface="MS PGothic" pitchFamily="34" charset="-128"/>
                <a:cs typeface="MS PGothic" pitchFamily="34" charset="-128"/>
              </a:rPr>
              <a:t>on credit</a:t>
            </a:r>
            <a:r>
              <a:rPr lang="en-US" sz="1200" b="0" i="0" u="none" strike="noStrike" kern="1200" baseline="0" dirty="0">
                <a:solidFill>
                  <a:schemeClr val="tx1"/>
                </a:solidFill>
                <a:latin typeface="+mn-lt"/>
                <a:ea typeface="MS PGothic" pitchFamily="34" charset="-128"/>
                <a:cs typeface="MS PGothic" pitchFamily="34" charset="-128"/>
              </a:rPr>
              <a:t>). Accounts receivable are increased by credit sales on account. </a:t>
            </a:r>
          </a:p>
          <a:p>
            <a:endParaRPr lang="en-US" altLang="en-US"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b="1" i="0" u="none" strike="noStrike" kern="1200" baseline="0" dirty="0">
                <a:solidFill>
                  <a:schemeClr val="tx1"/>
                </a:solidFill>
                <a:latin typeface="+mn-lt"/>
                <a:ea typeface="MS PGothic" pitchFamily="34" charset="-128"/>
                <a:cs typeface="MS PGothic" pitchFamily="34" charset="-128"/>
              </a:rPr>
              <a:t>Notes Receivable </a:t>
            </a:r>
            <a:r>
              <a:rPr lang="en-US" sz="1200" b="0" i="0" u="none" strike="noStrike" kern="1200" baseline="0" dirty="0">
                <a:solidFill>
                  <a:schemeClr val="tx1"/>
                </a:solidFill>
                <a:latin typeface="+mn-lt"/>
                <a:ea typeface="MS PGothic" pitchFamily="34" charset="-128"/>
                <a:cs typeface="MS PGothic" pitchFamily="34" charset="-128"/>
              </a:rPr>
              <a:t>is similar to Accounts Receivable except it’s interest bearing where Accounts Receivable does not. </a:t>
            </a:r>
          </a:p>
          <a:p>
            <a:endParaRPr lang="en-US" sz="1200" b="1" i="1" u="none" strike="noStrike" kern="1200" baseline="0" dirty="0">
              <a:solidFill>
                <a:schemeClr val="tx1"/>
              </a:solidFill>
              <a:latin typeface="+mn-lt"/>
              <a:ea typeface="MS PGothic" pitchFamily="34" charset="-128"/>
              <a:cs typeface="MS PGothic" pitchFamily="34" charset="-128"/>
            </a:endParaRPr>
          </a:p>
          <a:p>
            <a:r>
              <a:rPr lang="en-US" sz="1200" b="1" i="1" u="none" strike="noStrike" kern="1200" baseline="0" dirty="0">
                <a:solidFill>
                  <a:schemeClr val="tx1"/>
                </a:solidFill>
                <a:latin typeface="+mn-lt"/>
                <a:ea typeface="MS PGothic" pitchFamily="34" charset="-128"/>
                <a:cs typeface="MS PGothic" pitchFamily="34" charset="-128"/>
              </a:rPr>
              <a:t>Prepaid accounts, </a:t>
            </a:r>
            <a:r>
              <a:rPr lang="en-US" sz="1200" b="0" i="0" u="none" strike="noStrike" kern="1200" baseline="0" dirty="0">
                <a:solidFill>
                  <a:schemeClr val="tx1"/>
                </a:solidFill>
                <a:latin typeface="+mn-lt"/>
                <a:ea typeface="MS PGothic" pitchFamily="34" charset="-128"/>
                <a:cs typeface="MS PGothic" pitchFamily="34" charset="-128"/>
              </a:rPr>
              <a:t>also called </a:t>
            </a:r>
            <a:r>
              <a:rPr lang="en-US" sz="1200" b="0" i="1" u="none" strike="noStrike" kern="1200" baseline="0" dirty="0">
                <a:solidFill>
                  <a:schemeClr val="tx1"/>
                </a:solidFill>
                <a:latin typeface="+mn-lt"/>
                <a:ea typeface="MS PGothic" pitchFamily="34" charset="-128"/>
                <a:cs typeface="MS PGothic" pitchFamily="34" charset="-128"/>
              </a:rPr>
              <a:t>prepaid expenses</a:t>
            </a:r>
            <a:r>
              <a:rPr lang="en-US" sz="1200" b="0" i="0" u="none" strike="noStrike" kern="1200" baseline="0" dirty="0">
                <a:solidFill>
                  <a:schemeClr val="tx1"/>
                </a:solidFill>
                <a:latin typeface="+mn-lt"/>
                <a:ea typeface="MS PGothic" pitchFamily="34" charset="-128"/>
                <a:cs typeface="MS PGothic" pitchFamily="34" charset="-128"/>
              </a:rPr>
              <a:t>, are assets that represent prepayments of future expenses (expenses expected to be incurred in one or more future accounting periods). When the expenses are later incurred, the amounts in prepaid accounts are transferred to expense accounts.  Examples include prepaid insurance, prepaid rent, and prepaid services.</a:t>
            </a:r>
            <a:endParaRPr lang="en-US" altLang="en-US" dirty="0"/>
          </a:p>
        </p:txBody>
      </p:sp>
    </p:spTree>
    <p:extLst>
      <p:ext uri="{BB962C8B-B14F-4D97-AF65-F5344CB8AC3E}">
        <p14:creationId xmlns:p14="http://schemas.microsoft.com/office/powerpoint/2010/main" val="361898589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MS PGothic" pitchFamily="34" charset="-128"/>
                <a:cs typeface="MS PGothic" pitchFamily="34" charset="-128"/>
              </a:rPr>
              <a:t>Liabilities are claims by creditors against assets. </a:t>
            </a:r>
            <a:r>
              <a:rPr lang="en-US" sz="1200" b="1" i="0" u="none" strike="noStrike" kern="1200" baseline="0" dirty="0">
                <a:solidFill>
                  <a:schemeClr val="tx1"/>
                </a:solidFill>
                <a:latin typeface="+mn-lt"/>
                <a:ea typeface="MS PGothic" pitchFamily="34" charset="-128"/>
                <a:cs typeface="MS PGothic" pitchFamily="34" charset="-128"/>
              </a:rPr>
              <a:t>Creditors </a:t>
            </a:r>
            <a:r>
              <a:rPr lang="en-US" sz="1200" b="0" i="0" u="none" strike="noStrike" kern="1200" baseline="0" dirty="0">
                <a:solidFill>
                  <a:schemeClr val="tx1"/>
                </a:solidFill>
                <a:latin typeface="+mn-lt"/>
                <a:ea typeface="MS PGothic" pitchFamily="34" charset="-128"/>
                <a:cs typeface="MS PGothic" pitchFamily="34" charset="-128"/>
              </a:rPr>
              <a:t>are individuals and organizations that have rights to receive payments from a company. </a:t>
            </a:r>
            <a:endParaRPr lang="en-US" altLang="en-US" dirty="0"/>
          </a:p>
          <a:p>
            <a:endParaRPr lang="en-US" altLang="en-US" dirty="0"/>
          </a:p>
          <a:p>
            <a:r>
              <a:rPr lang="en-US" altLang="en-US" dirty="0"/>
              <a:t>This is a listing of common liability accounts we are likely to see in the general ledger. </a:t>
            </a:r>
          </a:p>
          <a:p>
            <a:endParaRPr lang="en-US" altLang="en-US" dirty="0"/>
          </a:p>
          <a:p>
            <a:r>
              <a:rPr lang="en-US" altLang="en-US" dirty="0"/>
              <a:t>Accounts payable are promises to pay later, which usually come from purchases of merchandise for resale.</a:t>
            </a:r>
          </a:p>
          <a:p>
            <a:endParaRPr lang="en-US" altLang="en-US" dirty="0"/>
          </a:p>
          <a:p>
            <a:r>
              <a:rPr lang="en-US" altLang="en-US" dirty="0"/>
              <a:t>Note payable is a written promissory note to pay a future amount</a:t>
            </a:r>
            <a:r>
              <a:rPr lang="en-US" altLang="en-US" baseline="0" dirty="0"/>
              <a:t> (often interest bearing notes).</a:t>
            </a:r>
            <a:endParaRPr lang="en-US" altLang="en-US" dirty="0"/>
          </a:p>
          <a:p>
            <a:endParaRPr lang="en-US" altLang="en-US" dirty="0"/>
          </a:p>
          <a:p>
            <a:r>
              <a:rPr lang="en-US" altLang="en-US" dirty="0"/>
              <a:t>Accrued liabilities are amounts owed that are not yet paid.</a:t>
            </a:r>
          </a:p>
          <a:p>
            <a:endParaRPr lang="en-US" altLang="en-US"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en-US" dirty="0"/>
              <a:t>Unearned revenue is a liability that is settled in the future when a company delivers its product or services.  If you subscribe to a magazine, you generally pay a one-year subscription in advance. For the publishing company, cash is received but nothing has been done to earn the revenue. As the magazine is delivered to you, the publishing company recognizes a portion of the money received as revenue. At the end of the year, all the revenue will be earned and the liability no longer exists.</a:t>
            </a:r>
          </a:p>
        </p:txBody>
      </p:sp>
    </p:spTree>
    <p:extLst>
      <p:ext uri="{BB962C8B-B14F-4D97-AF65-F5344CB8AC3E}">
        <p14:creationId xmlns:p14="http://schemas.microsoft.com/office/powerpoint/2010/main" val="47676005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US" altLang="en-US" dirty="0"/>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altLang="en-US"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en-US" dirty="0"/>
              <a:t>The owner’s claim on a company’s assets is called </a:t>
            </a:r>
            <a:r>
              <a:rPr lang="en-US" altLang="en-US" i="1" dirty="0"/>
              <a:t>equity </a:t>
            </a:r>
            <a:r>
              <a:rPr lang="en-US" altLang="en-US" dirty="0"/>
              <a:t>or </a:t>
            </a:r>
            <a:r>
              <a:rPr lang="en-US" altLang="en-US" i="1" dirty="0"/>
              <a:t>stockholders’ equity, </a:t>
            </a:r>
            <a:r>
              <a:rPr lang="en-US" altLang="en-US" i="0" dirty="0"/>
              <a:t>or </a:t>
            </a:r>
            <a:r>
              <a:rPr lang="en-US" altLang="en-US" i="1" dirty="0"/>
              <a:t>shareholders’ equity.  </a:t>
            </a:r>
            <a:r>
              <a:rPr lang="en-US" altLang="en-US" dirty="0"/>
              <a:t>Equity is the owner’s </a:t>
            </a:r>
            <a:r>
              <a:rPr lang="en-US" altLang="en-US" i="1" dirty="0"/>
              <a:t>residual interest </a:t>
            </a:r>
            <a:r>
              <a:rPr lang="en-US" altLang="en-US" dirty="0"/>
              <a:t>in the assets of a business after deducting liabilities.</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altLang="en-US" dirty="0"/>
          </a:p>
          <a:p>
            <a:r>
              <a:rPr lang="en-US" altLang="en-US" dirty="0"/>
              <a:t>Equity is impacted by four types of accounts:</a:t>
            </a:r>
          </a:p>
          <a:p>
            <a:pPr>
              <a:buFont typeface="Calibri" pitchFamily="-107" charset="0"/>
              <a:buAutoNum type="arabicPeriod"/>
            </a:pPr>
            <a:r>
              <a:rPr lang="en-US" altLang="en-US" dirty="0"/>
              <a:t> Owner capital</a:t>
            </a:r>
          </a:p>
          <a:p>
            <a:pPr>
              <a:buFont typeface="Calibri" pitchFamily="-107" charset="0"/>
              <a:buAutoNum type="arabicPeriod"/>
            </a:pPr>
            <a:r>
              <a:rPr lang="en-US" altLang="en-US" dirty="0"/>
              <a:t> Owner withdrawals</a:t>
            </a:r>
          </a:p>
          <a:p>
            <a:pPr>
              <a:buFont typeface="Calibri" pitchFamily="-107" charset="0"/>
              <a:buAutoNum type="arabicPeriod"/>
            </a:pPr>
            <a:r>
              <a:rPr lang="en-US" altLang="en-US" dirty="0"/>
              <a:t> Revenues</a:t>
            </a:r>
          </a:p>
          <a:p>
            <a:pPr>
              <a:buFont typeface="Calibri" pitchFamily="-107" charset="0"/>
              <a:buAutoNum type="arabicPeriod"/>
            </a:pPr>
            <a:r>
              <a:rPr lang="en-US" altLang="en-US" dirty="0"/>
              <a:t> Expenses</a:t>
            </a:r>
          </a:p>
          <a:p>
            <a:pPr>
              <a:buFont typeface="Calibri" pitchFamily="-107" charset="0"/>
              <a:buAutoNum type="arabicPeriod"/>
            </a:pPr>
            <a:endParaRPr lang="en-US" altLang="en-US" dirty="0"/>
          </a:p>
          <a:p>
            <a:pPr>
              <a:buFont typeface="Calibri" pitchFamily="-107" charset="0"/>
              <a:buNone/>
            </a:pPr>
            <a:r>
              <a:rPr lang="en-US" altLang="en-US" dirty="0"/>
              <a:t>Owner Investments increase both assets and equity.  The increase to equity is recorded in an account titled Owner capital. </a:t>
            </a:r>
            <a:r>
              <a:rPr lang="en-US" altLang="en-US" baseline="0" dirty="0"/>
              <a:t>Owner investments are not revenues of the business.</a:t>
            </a:r>
          </a:p>
          <a:p>
            <a:pPr>
              <a:buFont typeface="Calibri" pitchFamily="-107" charset="0"/>
              <a:buNone/>
            </a:pPr>
            <a:endParaRPr lang="en-US" altLang="en-US" baseline="0" dirty="0"/>
          </a:p>
          <a:p>
            <a:pPr marL="0" marR="0" lvl="0" indent="0" algn="l" defTabSz="914400" rtl="0" eaLnBrk="0" fontAlgn="base" latinLnBrk="0" hangingPunct="0">
              <a:lnSpc>
                <a:spcPct val="100000"/>
              </a:lnSpc>
              <a:spcBef>
                <a:spcPct val="30000"/>
              </a:spcBef>
              <a:spcAft>
                <a:spcPct val="0"/>
              </a:spcAft>
              <a:buClrTx/>
              <a:buSzTx/>
              <a:buFont typeface="Calibri" pitchFamily="-107" charset="0"/>
              <a:buNone/>
              <a:tabLst/>
              <a:defRPr/>
            </a:pPr>
            <a:r>
              <a:rPr lang="en-US" altLang="en-US" dirty="0"/>
              <a:t>Owner withdrawals</a:t>
            </a:r>
            <a:r>
              <a:rPr lang="en-US" altLang="en-US" baseline="0" dirty="0"/>
              <a:t> decrease</a:t>
            </a:r>
            <a:r>
              <a:rPr lang="en-US" altLang="en-US" dirty="0"/>
              <a:t> both assets and equity.  The decrease to equity is recorded in an account titled Owner withdrawal. </a:t>
            </a:r>
            <a:r>
              <a:rPr lang="en-US" altLang="en-US" baseline="0" dirty="0"/>
              <a:t>Owner withdrawals are not expenses of the business.</a:t>
            </a:r>
          </a:p>
        </p:txBody>
      </p:sp>
    </p:spTree>
    <p:extLst>
      <p:ext uri="{BB962C8B-B14F-4D97-AF65-F5344CB8AC3E}">
        <p14:creationId xmlns:p14="http://schemas.microsoft.com/office/powerpoint/2010/main" val="299107637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85000" lnSpcReduction="20000"/>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kumimoji="0" lang="en-US" altLang="en-US" sz="1100" b="0" i="0" u="none" strike="noStrike" kern="1200" cap="none" spc="0" normalizeH="0" baseline="0" noProof="0" dirty="0">
                <a:ln>
                  <a:noFill/>
                </a:ln>
                <a:solidFill>
                  <a:prstClr val="black"/>
                </a:solidFill>
                <a:effectLst/>
                <a:uLnTx/>
                <a:uFillTx/>
                <a:latin typeface="+mn-lt"/>
                <a:ea typeface="MS PGothic" pitchFamily="34" charset="-128"/>
              </a:rPr>
              <a:t>Accounting reflects two basic aspects of a company: what it owns and what it owes.</a:t>
            </a:r>
          </a:p>
          <a:p>
            <a:pPr marL="0" marR="0" lvl="0" indent="0" algn="l" defTabSz="914400" rtl="0" eaLnBrk="0" fontAlgn="base" latinLnBrk="0" hangingPunct="0">
              <a:lnSpc>
                <a:spcPct val="100000"/>
              </a:lnSpc>
              <a:spcBef>
                <a:spcPct val="30000"/>
              </a:spcBef>
              <a:spcAft>
                <a:spcPct val="0"/>
              </a:spcAft>
              <a:buClrTx/>
              <a:buSzTx/>
              <a:buFontTx/>
              <a:buNone/>
              <a:tabLst/>
              <a:defRPr/>
            </a:pPr>
            <a:endParaRPr kumimoji="0" lang="en-US" altLang="en-US" sz="1100" b="0" i="0" u="none" strike="noStrike" kern="1200" cap="none" spc="0" normalizeH="0" baseline="0" noProof="0" dirty="0">
              <a:ln>
                <a:noFill/>
              </a:ln>
              <a:solidFill>
                <a:prstClr val="black"/>
              </a:solidFill>
              <a:effectLst/>
              <a:uLnTx/>
              <a:uFillTx/>
              <a:latin typeface="+mn-lt"/>
              <a:ea typeface="MS PGothic" pitchFamily="34" charset="-128"/>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kumimoji="0" lang="en-US" altLang="en-US" sz="1200" b="1" i="0" u="none" strike="noStrike" kern="1200" cap="none" spc="0" normalizeH="0" baseline="0" noProof="0" dirty="0">
                <a:ln>
                  <a:noFill/>
                </a:ln>
                <a:solidFill>
                  <a:prstClr val="black"/>
                </a:solidFill>
                <a:effectLst/>
                <a:uLnTx/>
                <a:uFillTx/>
                <a:latin typeface="+mn-lt"/>
                <a:ea typeface="MS PGothic" pitchFamily="34" charset="-128"/>
              </a:rPr>
              <a:t>Assets </a:t>
            </a:r>
            <a:r>
              <a:rPr kumimoji="0" lang="en-US" altLang="en-US" sz="1200" b="0" i="0" u="none" strike="noStrike" kern="1200" cap="none" spc="0" normalizeH="0" baseline="0" noProof="0" dirty="0">
                <a:ln>
                  <a:noFill/>
                </a:ln>
                <a:solidFill>
                  <a:prstClr val="black"/>
                </a:solidFill>
                <a:effectLst/>
                <a:uLnTx/>
                <a:uFillTx/>
                <a:latin typeface="+mn-lt"/>
                <a:ea typeface="MS PGothic" pitchFamily="34" charset="-128"/>
              </a:rPr>
              <a:t>are resources a company owns or controls. These resources are expected to yield future benefits. Examples are cash, supplies, equipment, land, and Web servers for an online services company. The term </a:t>
            </a:r>
            <a:r>
              <a:rPr kumimoji="0" lang="en-US" altLang="en-US" sz="1200" b="0" i="1" u="none" strike="noStrike" kern="1200" cap="none" spc="0" normalizeH="0" baseline="0" noProof="0" dirty="0">
                <a:ln>
                  <a:noFill/>
                </a:ln>
                <a:solidFill>
                  <a:prstClr val="black"/>
                </a:solidFill>
                <a:effectLst/>
                <a:uLnTx/>
                <a:uFillTx/>
                <a:latin typeface="+mn-lt"/>
                <a:ea typeface="MS PGothic" pitchFamily="34" charset="-128"/>
              </a:rPr>
              <a:t>receivable </a:t>
            </a:r>
            <a:r>
              <a:rPr kumimoji="0" lang="en-US" altLang="en-US" sz="1200" b="0" i="0" u="none" strike="noStrike" kern="1200" cap="none" spc="0" normalizeH="0" baseline="0" noProof="0" dirty="0">
                <a:ln>
                  <a:noFill/>
                </a:ln>
                <a:solidFill>
                  <a:prstClr val="black"/>
                </a:solidFill>
                <a:effectLst/>
                <a:uLnTx/>
                <a:uFillTx/>
                <a:latin typeface="+mn-lt"/>
                <a:ea typeface="MS PGothic" pitchFamily="34" charset="-128"/>
              </a:rPr>
              <a:t>refers to an asset that promises a future inflow of resources. A company that provides a service or product on credit is said to have an account receivable from that customer. </a:t>
            </a:r>
          </a:p>
          <a:p>
            <a:pPr marL="0" marR="0" lvl="0" indent="0" algn="l" defTabSz="914400" rtl="0" eaLnBrk="0" fontAlgn="base" latinLnBrk="0" hangingPunct="0">
              <a:lnSpc>
                <a:spcPct val="100000"/>
              </a:lnSpc>
              <a:spcBef>
                <a:spcPct val="30000"/>
              </a:spcBef>
              <a:spcAft>
                <a:spcPct val="0"/>
              </a:spcAft>
              <a:buClrTx/>
              <a:buSzTx/>
              <a:buFontTx/>
              <a:buNone/>
              <a:tabLst/>
              <a:defRPr/>
            </a:pPr>
            <a:endParaRPr kumimoji="0" lang="en-US" altLang="en-US" sz="1200" b="0" i="0" u="none" strike="noStrike" kern="1200" cap="none" spc="0" normalizeH="0" baseline="0" noProof="0" dirty="0">
              <a:ln>
                <a:noFill/>
              </a:ln>
              <a:solidFill>
                <a:prstClr val="black"/>
              </a:solidFill>
              <a:effectLst/>
              <a:uLnTx/>
              <a:uFillTx/>
              <a:latin typeface="+mn-lt"/>
              <a:ea typeface="MS PGothic" pitchFamily="34" charset="-128"/>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kumimoji="0" lang="en-US" altLang="en-US" sz="1200" b="1" i="0" u="none" strike="noStrike" kern="1200" cap="none" spc="0" normalizeH="0" baseline="0" noProof="0" dirty="0">
                <a:ln>
                  <a:noFill/>
                </a:ln>
                <a:solidFill>
                  <a:prstClr val="black"/>
                </a:solidFill>
                <a:effectLst/>
                <a:uLnTx/>
                <a:uFillTx/>
                <a:latin typeface="+mn-lt"/>
                <a:ea typeface="MS PGothic" pitchFamily="34" charset="-128"/>
              </a:rPr>
              <a:t>Liabilities </a:t>
            </a:r>
            <a:r>
              <a:rPr kumimoji="0" lang="en-US" altLang="en-US" sz="1200" b="0" i="0" u="none" strike="noStrike" kern="1200" cap="none" spc="0" normalizeH="0" baseline="0" noProof="0" dirty="0">
                <a:ln>
                  <a:noFill/>
                </a:ln>
                <a:solidFill>
                  <a:prstClr val="black"/>
                </a:solidFill>
                <a:effectLst/>
                <a:uLnTx/>
                <a:uFillTx/>
                <a:latin typeface="+mn-lt"/>
                <a:ea typeface="MS PGothic" pitchFamily="34" charset="-128"/>
              </a:rPr>
              <a:t>are creditors’ claims on assets. These claims reflect company obligations to provide assets, products, or services to others. The term </a:t>
            </a:r>
            <a:r>
              <a:rPr kumimoji="0" lang="en-US" altLang="en-US" sz="1200" b="0" i="1" u="none" strike="noStrike" kern="1200" cap="none" spc="0" normalizeH="0" baseline="0" noProof="0" dirty="0">
                <a:ln>
                  <a:noFill/>
                </a:ln>
                <a:solidFill>
                  <a:prstClr val="black"/>
                </a:solidFill>
                <a:effectLst/>
                <a:uLnTx/>
                <a:uFillTx/>
                <a:latin typeface="+mn-lt"/>
                <a:ea typeface="MS PGothic" pitchFamily="34" charset="-128"/>
              </a:rPr>
              <a:t>payable </a:t>
            </a:r>
            <a:r>
              <a:rPr kumimoji="0" lang="en-US" altLang="en-US" sz="1200" b="0" i="0" u="none" strike="noStrike" kern="1200" cap="none" spc="0" normalizeH="0" baseline="0" noProof="0" dirty="0">
                <a:ln>
                  <a:noFill/>
                </a:ln>
                <a:solidFill>
                  <a:prstClr val="black"/>
                </a:solidFill>
                <a:effectLst/>
                <a:uLnTx/>
                <a:uFillTx/>
                <a:latin typeface="+mn-lt"/>
                <a:ea typeface="MS PGothic" pitchFamily="34" charset="-128"/>
              </a:rPr>
              <a:t>refers to a liability that promises a future outflow of resources. Examples are wages payable to workers, accounts payable to suppliers, and notes payable to banks. </a:t>
            </a:r>
          </a:p>
          <a:p>
            <a:pPr marL="0" marR="0" lvl="0" indent="0" algn="l" defTabSz="914400" rtl="0" eaLnBrk="0" fontAlgn="base" latinLnBrk="0" hangingPunct="0">
              <a:lnSpc>
                <a:spcPct val="100000"/>
              </a:lnSpc>
              <a:spcBef>
                <a:spcPct val="30000"/>
              </a:spcBef>
              <a:spcAft>
                <a:spcPct val="0"/>
              </a:spcAft>
              <a:buClrTx/>
              <a:buSzTx/>
              <a:buFontTx/>
              <a:buNone/>
              <a:tabLst/>
              <a:defRPr/>
            </a:pPr>
            <a:endParaRPr kumimoji="0" lang="en-US" altLang="en-US" sz="1200" b="1" i="0" u="none" strike="noStrike" kern="1200" cap="none" spc="0" normalizeH="0" baseline="0" noProof="0" dirty="0">
              <a:ln>
                <a:noFill/>
              </a:ln>
              <a:solidFill>
                <a:prstClr val="black"/>
              </a:solidFill>
              <a:effectLst/>
              <a:uLnTx/>
              <a:uFillTx/>
              <a:latin typeface="+mn-lt"/>
              <a:ea typeface="MS PGothic" pitchFamily="34" charset="-128"/>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kumimoji="0" lang="en-US" altLang="en-US" sz="1200" b="1" i="0" u="none" strike="noStrike" kern="1200" cap="none" spc="0" normalizeH="0" baseline="0" noProof="0" dirty="0">
                <a:ln>
                  <a:noFill/>
                </a:ln>
                <a:solidFill>
                  <a:prstClr val="black"/>
                </a:solidFill>
                <a:effectLst/>
                <a:uLnTx/>
                <a:uFillTx/>
                <a:latin typeface="+mn-lt"/>
                <a:ea typeface="MS PGothic" pitchFamily="34" charset="-128"/>
              </a:rPr>
              <a:t>Equity </a:t>
            </a:r>
            <a:r>
              <a:rPr kumimoji="0" lang="en-US" altLang="en-US" sz="1200" b="0" i="0" u="none" strike="noStrike" kern="1200" cap="none" spc="0" normalizeH="0" baseline="0" noProof="0" dirty="0">
                <a:ln>
                  <a:noFill/>
                </a:ln>
                <a:solidFill>
                  <a:prstClr val="black"/>
                </a:solidFill>
                <a:effectLst/>
                <a:uLnTx/>
                <a:uFillTx/>
                <a:latin typeface="+mn-lt"/>
                <a:ea typeface="MS PGothic" pitchFamily="34" charset="-128"/>
              </a:rPr>
              <a:t>is the owner’s claim on assets, and is equal to assets minus liabilities. This is the reason equity is also called </a:t>
            </a:r>
            <a:r>
              <a:rPr kumimoji="0" lang="en-US" altLang="en-US" sz="1200" b="0" i="1" u="none" strike="noStrike" kern="1200" cap="none" spc="0" normalizeH="0" baseline="0" noProof="0" dirty="0">
                <a:ln>
                  <a:noFill/>
                </a:ln>
                <a:solidFill>
                  <a:prstClr val="black"/>
                </a:solidFill>
                <a:effectLst/>
                <a:uLnTx/>
                <a:uFillTx/>
                <a:latin typeface="+mn-lt"/>
                <a:ea typeface="MS PGothic" pitchFamily="34" charset="-128"/>
              </a:rPr>
              <a:t>net assets </a:t>
            </a:r>
            <a:r>
              <a:rPr kumimoji="0" lang="en-US" altLang="en-US" sz="1200" b="0" i="0" u="none" strike="noStrike" kern="1200" cap="none" spc="0" normalizeH="0" baseline="0" noProof="0" dirty="0">
                <a:ln>
                  <a:noFill/>
                </a:ln>
                <a:solidFill>
                  <a:prstClr val="black"/>
                </a:solidFill>
                <a:effectLst/>
                <a:uLnTx/>
                <a:uFillTx/>
                <a:latin typeface="+mn-lt"/>
                <a:ea typeface="MS PGothic" pitchFamily="34" charset="-128"/>
              </a:rPr>
              <a:t>or </a:t>
            </a:r>
            <a:r>
              <a:rPr kumimoji="0" lang="en-US" altLang="en-US" sz="1200" b="0" i="1" u="none" strike="noStrike" kern="1200" cap="none" spc="0" normalizeH="0" baseline="0" noProof="0" dirty="0">
                <a:ln>
                  <a:noFill/>
                </a:ln>
                <a:solidFill>
                  <a:prstClr val="black"/>
                </a:solidFill>
                <a:effectLst/>
                <a:uLnTx/>
                <a:uFillTx/>
                <a:latin typeface="+mn-lt"/>
                <a:ea typeface="MS PGothic" pitchFamily="34" charset="-128"/>
              </a:rPr>
              <a:t>residual equity</a:t>
            </a:r>
            <a:r>
              <a:rPr kumimoji="0" lang="en-US" altLang="en-US" sz="1200" b="0" i="0" u="none" strike="noStrike" kern="1200" cap="none" spc="0" normalizeH="0" baseline="0" noProof="0" dirty="0">
                <a:ln>
                  <a:noFill/>
                </a:ln>
                <a:solidFill>
                  <a:prstClr val="black"/>
                </a:solidFill>
                <a:effectLst/>
                <a:uLnTx/>
                <a:uFillTx/>
                <a:latin typeface="+mn-lt"/>
                <a:ea typeface="MS PGothic" pitchFamily="34" charset="-128"/>
              </a:rPr>
              <a:t>.  Equity is increased by owner investments, and from revenues.  It is decreased by owner withdrawals and expenses. </a:t>
            </a:r>
            <a:r>
              <a:rPr kumimoji="0" lang="en-US" altLang="en-US" sz="1200" b="0" i="1" u="none" strike="noStrike" kern="1200" cap="none" spc="0" normalizeH="0" baseline="0" noProof="0" dirty="0">
                <a:ln>
                  <a:noFill/>
                </a:ln>
                <a:solidFill>
                  <a:prstClr val="black"/>
                </a:solidFill>
                <a:effectLst/>
                <a:uLnTx/>
                <a:uFillTx/>
                <a:latin typeface="+mn-lt"/>
                <a:ea typeface="MS PGothic" pitchFamily="34" charset="-128"/>
              </a:rPr>
              <a:t>Equity </a:t>
            </a:r>
            <a:r>
              <a:rPr kumimoji="0" lang="en-US" altLang="en-US" sz="1200" b="0" i="0" u="none" strike="noStrike" kern="1200" cap="none" spc="0" normalizeH="0" baseline="0" noProof="0" dirty="0">
                <a:ln>
                  <a:noFill/>
                </a:ln>
                <a:solidFill>
                  <a:prstClr val="black"/>
                </a:solidFill>
                <a:effectLst/>
                <a:uLnTx/>
                <a:uFillTx/>
                <a:latin typeface="+mn-lt"/>
                <a:ea typeface="MS PGothic" pitchFamily="34" charset="-128"/>
              </a:rPr>
              <a:t>(also called owner’s equity or capital) refers to the claims of its owner(s). Together, liabilities and equity are the source of funds to acquire assets. </a:t>
            </a:r>
          </a:p>
          <a:p>
            <a:pPr marL="0" marR="0" lvl="0" indent="0" algn="l" defTabSz="914400" rtl="0" eaLnBrk="0" fontAlgn="base" latinLnBrk="0" hangingPunct="0">
              <a:lnSpc>
                <a:spcPct val="100000"/>
              </a:lnSpc>
              <a:spcBef>
                <a:spcPct val="30000"/>
              </a:spcBef>
              <a:spcAft>
                <a:spcPct val="0"/>
              </a:spcAft>
              <a:buClrTx/>
              <a:buSzTx/>
              <a:buFontTx/>
              <a:buNone/>
              <a:tabLst/>
              <a:defRPr/>
            </a:pPr>
            <a:endParaRPr kumimoji="0" lang="en-US" altLang="en-US" sz="1200" b="0" i="0" u="none" strike="noStrike" kern="1200" cap="none" spc="0" normalizeH="0" baseline="0" noProof="0" dirty="0">
              <a:ln>
                <a:noFill/>
              </a:ln>
              <a:solidFill>
                <a:prstClr val="black"/>
              </a:solidFill>
              <a:effectLst/>
              <a:uLnTx/>
              <a:uFillTx/>
              <a:latin typeface="+mn-lt"/>
              <a:ea typeface="MS PGothic" pitchFamily="34" charset="-128"/>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kumimoji="0" lang="en-US" altLang="en-US" sz="1200" b="0" i="0" u="none" strike="noStrike" kern="1200" cap="none" spc="0" normalizeH="0" baseline="0" noProof="0" dirty="0">
                <a:ln>
                  <a:noFill/>
                </a:ln>
                <a:solidFill>
                  <a:prstClr val="black"/>
                </a:solidFill>
                <a:effectLst/>
                <a:uLnTx/>
                <a:uFillTx/>
                <a:latin typeface="+mn-lt"/>
                <a:ea typeface="MS PGothic" pitchFamily="34" charset="-128"/>
              </a:rPr>
              <a:t>Equity has four parts: owner capital; owner withdrawals, revenues and expenses.  </a:t>
            </a:r>
          </a:p>
          <a:p>
            <a:pPr marL="0" marR="0" lvl="0" indent="0" algn="l" defTabSz="914400" rtl="0" eaLnBrk="0" fontAlgn="base" latinLnBrk="0" hangingPunct="0">
              <a:lnSpc>
                <a:spcPct val="100000"/>
              </a:lnSpc>
              <a:spcBef>
                <a:spcPct val="30000"/>
              </a:spcBef>
              <a:spcAft>
                <a:spcPct val="0"/>
              </a:spcAft>
              <a:buClrTx/>
              <a:buSzTx/>
              <a:buFontTx/>
              <a:buNone/>
              <a:tabLst/>
              <a:defRPr/>
            </a:pPr>
            <a:endParaRPr kumimoji="0" lang="en-US" altLang="en-US" sz="1200" b="0" i="0" u="none" strike="noStrike" kern="1200" cap="none" spc="0" normalizeH="0" baseline="0" noProof="0" dirty="0">
              <a:ln>
                <a:noFill/>
              </a:ln>
              <a:solidFill>
                <a:prstClr val="black"/>
              </a:solidFill>
              <a:effectLst/>
              <a:uLnTx/>
              <a:uFillTx/>
              <a:latin typeface="+mn-lt"/>
              <a:ea typeface="MS PGothic" pitchFamily="34" charset="-128"/>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kumimoji="0" lang="en-US" altLang="en-US" sz="1200" b="1" i="0" u="none" strike="noStrike" kern="1200" cap="none" spc="0" normalizeH="0" baseline="0" noProof="0" dirty="0">
                <a:ln>
                  <a:noFill/>
                </a:ln>
                <a:solidFill>
                  <a:prstClr val="black"/>
                </a:solidFill>
                <a:effectLst/>
                <a:uLnTx/>
                <a:uFillTx/>
                <a:latin typeface="+mn-lt"/>
                <a:ea typeface="MS PGothic" pitchFamily="34" charset="-128"/>
              </a:rPr>
              <a:t>Owner, Capital </a:t>
            </a:r>
            <a:r>
              <a:rPr kumimoji="0" lang="en-US" altLang="en-US" sz="1200" b="0" i="0" u="none" strike="noStrike" kern="1200" cap="none" spc="0" normalizeH="0" baseline="0" noProof="0" dirty="0">
                <a:ln>
                  <a:noFill/>
                </a:ln>
                <a:solidFill>
                  <a:prstClr val="black"/>
                </a:solidFill>
                <a:effectLst/>
                <a:uLnTx/>
                <a:uFillTx/>
                <a:latin typeface="+mn-lt"/>
                <a:ea typeface="MS PGothic" pitchFamily="34" charset="-128"/>
              </a:rPr>
              <a:t>reflects inflows of cash and other net assets from owner contributions which increase equity.</a:t>
            </a:r>
          </a:p>
          <a:p>
            <a:pPr marL="0" marR="0" lvl="0" indent="0" algn="l" defTabSz="914400" rtl="0" eaLnBrk="0" fontAlgn="base" latinLnBrk="0" hangingPunct="0">
              <a:lnSpc>
                <a:spcPct val="100000"/>
              </a:lnSpc>
              <a:spcBef>
                <a:spcPct val="30000"/>
              </a:spcBef>
              <a:spcAft>
                <a:spcPct val="0"/>
              </a:spcAft>
              <a:buClrTx/>
              <a:buSzTx/>
              <a:buFontTx/>
              <a:buNone/>
              <a:tabLst/>
              <a:defRPr/>
            </a:pPr>
            <a:endParaRPr kumimoji="0" lang="en-US" altLang="en-US" sz="1200" b="0" i="0" u="none" strike="noStrike" kern="1200" cap="none" spc="0" normalizeH="0" baseline="0" noProof="0" dirty="0">
              <a:ln>
                <a:noFill/>
              </a:ln>
              <a:solidFill>
                <a:prstClr val="black"/>
              </a:solidFill>
              <a:effectLst/>
              <a:uLnTx/>
              <a:uFillTx/>
              <a:latin typeface="+mn-lt"/>
              <a:ea typeface="MS PGothic" pitchFamily="34" charset="-128"/>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kumimoji="0" lang="en-US" altLang="en-US" sz="1200" b="1" i="0" u="none" strike="noStrike" kern="1200" cap="none" spc="0" normalizeH="0" baseline="0" noProof="0" dirty="0">
                <a:ln>
                  <a:noFill/>
                </a:ln>
                <a:solidFill>
                  <a:prstClr val="black"/>
                </a:solidFill>
                <a:effectLst/>
                <a:uLnTx/>
                <a:uFillTx/>
                <a:latin typeface="+mn-lt"/>
                <a:ea typeface="MS PGothic" pitchFamily="34" charset="-128"/>
              </a:rPr>
              <a:t>Owner, Withdrawals </a:t>
            </a:r>
            <a:r>
              <a:rPr kumimoji="0" lang="en-US" altLang="en-US" sz="1200" b="0" i="0" u="none" strike="noStrike" kern="1200" cap="none" spc="0" normalizeH="0" baseline="0" noProof="0" dirty="0">
                <a:ln>
                  <a:noFill/>
                </a:ln>
                <a:solidFill>
                  <a:prstClr val="black"/>
                </a:solidFill>
                <a:effectLst/>
                <a:uLnTx/>
                <a:uFillTx/>
                <a:latin typeface="+mn-lt"/>
                <a:ea typeface="MS PGothic" pitchFamily="34" charset="-128"/>
              </a:rPr>
              <a:t>are outflows of cash and other assets to owners, which reduce equity.</a:t>
            </a:r>
          </a:p>
          <a:p>
            <a:pPr marL="0" marR="0" lvl="0" indent="0" algn="l" defTabSz="914400" rtl="0" eaLnBrk="0" fontAlgn="base" latinLnBrk="0" hangingPunct="0">
              <a:lnSpc>
                <a:spcPct val="100000"/>
              </a:lnSpc>
              <a:spcBef>
                <a:spcPct val="30000"/>
              </a:spcBef>
              <a:spcAft>
                <a:spcPct val="0"/>
              </a:spcAft>
              <a:buClrTx/>
              <a:buSzTx/>
              <a:buFontTx/>
              <a:buNone/>
              <a:tabLst/>
              <a:defRPr/>
            </a:pPr>
            <a:endParaRPr kumimoji="0" lang="en-US" altLang="en-US" sz="1200" b="0" i="0" u="none" strike="noStrike" kern="1200" cap="none" spc="0" normalizeH="0" baseline="0" noProof="0" dirty="0">
              <a:ln>
                <a:noFill/>
              </a:ln>
              <a:solidFill>
                <a:prstClr val="black"/>
              </a:solidFill>
              <a:effectLst/>
              <a:uLnTx/>
              <a:uFillTx/>
              <a:latin typeface="+mn-lt"/>
              <a:ea typeface="MS PGothic" pitchFamily="34" charset="-128"/>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kumimoji="0" lang="en-US" altLang="en-US" sz="1200" b="1" i="0" u="none" strike="noStrike" kern="1200" cap="none" spc="0" normalizeH="0" baseline="0" noProof="0" dirty="0">
                <a:ln>
                  <a:noFill/>
                </a:ln>
                <a:solidFill>
                  <a:prstClr val="black"/>
                </a:solidFill>
                <a:effectLst/>
                <a:uLnTx/>
                <a:uFillTx/>
                <a:latin typeface="+mn-lt"/>
                <a:ea typeface="MS PGothic" pitchFamily="34" charset="-128"/>
              </a:rPr>
              <a:t>Revenues</a:t>
            </a:r>
            <a:r>
              <a:rPr kumimoji="0" lang="en-US" altLang="en-US" sz="1200" b="0" i="0" u="none" strike="noStrike" kern="1200" cap="none" spc="0" normalizeH="0" baseline="0" noProof="0" dirty="0">
                <a:ln>
                  <a:noFill/>
                </a:ln>
                <a:solidFill>
                  <a:prstClr val="black"/>
                </a:solidFill>
                <a:effectLst/>
                <a:uLnTx/>
                <a:uFillTx/>
                <a:latin typeface="+mn-lt"/>
                <a:ea typeface="MS PGothic" pitchFamily="34" charset="-128"/>
              </a:rPr>
              <a:t> increase equity from sales of products and services to customers.</a:t>
            </a:r>
          </a:p>
          <a:p>
            <a:pPr marL="0" marR="0" lvl="0" indent="0" algn="l" defTabSz="914400" rtl="0" eaLnBrk="0" fontAlgn="base" latinLnBrk="0" hangingPunct="0">
              <a:lnSpc>
                <a:spcPct val="100000"/>
              </a:lnSpc>
              <a:spcBef>
                <a:spcPct val="30000"/>
              </a:spcBef>
              <a:spcAft>
                <a:spcPct val="0"/>
              </a:spcAft>
              <a:buClrTx/>
              <a:buSzTx/>
              <a:buFontTx/>
              <a:buNone/>
              <a:tabLst/>
              <a:defRPr/>
            </a:pPr>
            <a:endParaRPr kumimoji="0" lang="en-US" altLang="en-US" sz="1200" b="0" i="0" u="none" strike="noStrike" kern="1200" cap="none" spc="0" normalizeH="0" baseline="0" noProof="0" dirty="0">
              <a:ln>
                <a:noFill/>
              </a:ln>
              <a:solidFill>
                <a:prstClr val="black"/>
              </a:solidFill>
              <a:effectLst/>
              <a:uLnTx/>
              <a:uFillTx/>
              <a:latin typeface="+mn-lt"/>
              <a:ea typeface="MS PGothic" pitchFamily="34" charset="-128"/>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kumimoji="0" lang="en-US" altLang="en-US" sz="1200" b="1" i="0" u="none" strike="noStrike" kern="1200" cap="none" spc="0" normalizeH="0" baseline="0" noProof="0" dirty="0">
                <a:ln>
                  <a:noFill/>
                </a:ln>
                <a:solidFill>
                  <a:prstClr val="black"/>
                </a:solidFill>
                <a:effectLst/>
                <a:uLnTx/>
                <a:uFillTx/>
                <a:latin typeface="+mn-lt"/>
                <a:ea typeface="MS PGothic" pitchFamily="34" charset="-128"/>
              </a:rPr>
              <a:t>Expenses</a:t>
            </a:r>
            <a:r>
              <a:rPr kumimoji="0" lang="en-US" altLang="en-US" sz="1200" b="0" i="0" u="none" strike="noStrike" kern="1200" cap="none" spc="0" normalizeH="0" baseline="0" noProof="0" dirty="0">
                <a:ln>
                  <a:noFill/>
                </a:ln>
                <a:solidFill>
                  <a:prstClr val="black"/>
                </a:solidFill>
                <a:effectLst/>
                <a:uLnTx/>
                <a:uFillTx/>
                <a:latin typeface="+mn-lt"/>
                <a:ea typeface="MS PGothic" pitchFamily="34" charset="-128"/>
              </a:rPr>
              <a:t> decrease equity from costs of providing products and services to customers.</a:t>
            </a:r>
          </a:p>
        </p:txBody>
      </p:sp>
    </p:spTree>
    <p:extLst>
      <p:ext uri="{BB962C8B-B14F-4D97-AF65-F5344CB8AC3E}">
        <p14:creationId xmlns:p14="http://schemas.microsoft.com/office/powerpoint/2010/main" val="41314282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mn-lt"/>
                <a:ea typeface="MS PGothic" pitchFamily="34" charset="-128"/>
              </a:rPr>
              <a:t>Let’s look at the identification and recording of business transactions. We can begin by analyzing a transaction where Chas Taylor forms a consulting business, named. Taylor personally invests thirty thousand dollars cash in the new company and deposits the cash in a bank account opened under the name of FastForward. First, we have to identify the assets, liability or equity accounts involved in this transaction. We can see that the cash account will increase by thirty thousand dollars and the C. Taylor, Capital account will also increase by thirty thousand dollars. Let’s see how the books of the company will appear after we record this transaction.</a:t>
            </a:r>
          </a:p>
        </p:txBody>
      </p:sp>
    </p:spTree>
    <p:extLst>
      <p:ext uri="{BB962C8B-B14F-4D97-AF65-F5344CB8AC3E}">
        <p14:creationId xmlns:p14="http://schemas.microsoft.com/office/powerpoint/2010/main" val="391143672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rPr>
              <a:t>Here we show the increase in the asset account, cash, and the increase in the equity account, C. Taylor, Capital, by thirty thousand dollars. Our basic accounting equation is in balance. Assets have a total balance of thirty thousand dollars and liabilities plus equity have a total balance of thirty thousand dollars. Let’ move on to another transaction.</a:t>
            </a:r>
          </a:p>
        </p:txBody>
      </p:sp>
    </p:spTree>
    <p:extLst>
      <p:ext uri="{BB962C8B-B14F-4D97-AF65-F5344CB8AC3E}">
        <p14:creationId xmlns:p14="http://schemas.microsoft.com/office/powerpoint/2010/main" val="4907275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mj-lt"/>
                <a:ea typeface="MS PGothic" pitchFamily="34" charset="-128"/>
              </a:rPr>
              <a:t>In this transaction, the company purchases general office supplies by paying two thousand, five hundred dollars cash. The asset account, cash, will decrease by the two thousand, five hundred dollars cash paid. The asset account, supplies, will increase by two thousand, five hundred dollars, the cost of the supplies. In this transaction we are giving up one asset, cash, and receiving another asset, supplies. Let’s look at our books after this transaction is recorded.</a:t>
            </a:r>
          </a:p>
        </p:txBody>
      </p:sp>
    </p:spTree>
    <p:extLst>
      <p:ext uri="{BB962C8B-B14F-4D97-AF65-F5344CB8AC3E}">
        <p14:creationId xmlns:p14="http://schemas.microsoft.com/office/powerpoint/2010/main" val="112660486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mj-lt"/>
                <a:ea typeface="MS PGothic" pitchFamily="34" charset="-128"/>
              </a:rPr>
              <a:t>We can see the decrease in cash and the increase in supplies. The total assets are still equal to thirty thousand dollars but are divided between cash and supplies. There is no change on the liabilities plus equity section of our books.</a:t>
            </a:r>
          </a:p>
        </p:txBody>
      </p:sp>
    </p:spTree>
    <p:extLst>
      <p:ext uri="{BB962C8B-B14F-4D97-AF65-F5344CB8AC3E}">
        <p14:creationId xmlns:p14="http://schemas.microsoft.com/office/powerpoint/2010/main" val="379946917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mj-lt"/>
                <a:ea typeface="MS PGothic" pitchFamily="34" charset="-128"/>
              </a:rPr>
              <a:t>This transaction is similar to the last one we recorded. Here we purchase equipment by paying twenty six thousand dollars cash. The asset account, cash, will decrease by twenty six thousand dollars. The asset account, equipment, will increase by twenty six thousand dollars. Once again, we are exchanging one asset for another. Can you predict what our books will look like after recording this transaction?</a:t>
            </a:r>
          </a:p>
        </p:txBody>
      </p:sp>
    </p:spTree>
    <p:extLst>
      <p:ext uri="{BB962C8B-B14F-4D97-AF65-F5344CB8AC3E}">
        <p14:creationId xmlns:p14="http://schemas.microsoft.com/office/powerpoint/2010/main" val="116436341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mj-lt"/>
                <a:ea typeface="MS PGothic" pitchFamily="34" charset="-128"/>
              </a:rPr>
              <a:t>Cash is reduced by twenty six thousand dollars and equipment is increased by twenty six thousand dollars. The balance in our cash account is now one thousand five hundred dollars. We have a current balance in supplies of two thousand five hundred dollars, and equipment of twenty six thousand dollars. The three asset accounts total thirty thousand dollars. Once again, there has been no change in the liabilities plus equity side of the equation.</a:t>
            </a:r>
          </a:p>
        </p:txBody>
      </p:sp>
    </p:spTree>
    <p:extLst>
      <p:ext uri="{BB962C8B-B14F-4D97-AF65-F5344CB8AC3E}">
        <p14:creationId xmlns:p14="http://schemas.microsoft.com/office/powerpoint/2010/main" val="22256777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mj-lt"/>
                <a:ea typeface="MS PGothic" pitchFamily="34" charset="-128"/>
              </a:rPr>
              <a:t>In this transaction, the company purchases supplies seventy one hundred dollars on credit. We do not pay cash, but agree to pay off the account at some point in the future. The asset account, supplies increases by seventy one hundred dollars and the liability account, accounts payable, increases by seventy one hundred dollars as well. Let’s see what our books look like now.</a:t>
            </a:r>
          </a:p>
        </p:txBody>
      </p:sp>
    </p:spTree>
    <p:extLst>
      <p:ext uri="{BB962C8B-B14F-4D97-AF65-F5344CB8AC3E}">
        <p14:creationId xmlns:p14="http://schemas.microsoft.com/office/powerpoint/2010/main" val="399860898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rPr>
              <a:t>You can see the balance in the cash, supplies and equipment accounts. The total on the asset side of the equation is thirty seven thousand, one hundred dollars. We acquired the assets without paying cash. If you use a credit card to purchase gas for your car, you receive an asset, gas, and incur an account payable to the credit card company. The balance in the liabilities accounts is now seventy one hundred dollars, and the C. Taylor, Capital account balance is still thirty thousand dollars.</a:t>
            </a:r>
          </a:p>
        </p:txBody>
      </p:sp>
    </p:spTree>
    <p:extLst>
      <p:ext uri="{BB962C8B-B14F-4D97-AF65-F5344CB8AC3E}">
        <p14:creationId xmlns:p14="http://schemas.microsoft.com/office/powerpoint/2010/main" val="257016573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mj-lt"/>
                <a:ea typeface="MS PGothic" pitchFamily="34" charset="-128"/>
              </a:rPr>
              <a:t>To this point, we have </a:t>
            </a:r>
            <a:r>
              <a:rPr kumimoji="0" lang="en-US" sz="1200" b="1" i="0" u="none" strike="noStrike" kern="1200" cap="none" spc="0" normalizeH="0" baseline="0" noProof="0" dirty="0">
                <a:ln>
                  <a:noFill/>
                </a:ln>
                <a:solidFill>
                  <a:prstClr val="black"/>
                </a:solidFill>
                <a:effectLst/>
                <a:uLnTx/>
                <a:uFillTx/>
                <a:latin typeface="+mj-lt"/>
                <a:ea typeface="MS PGothic" pitchFamily="34" charset="-128"/>
              </a:rPr>
              <a:t>not</a:t>
            </a:r>
            <a:r>
              <a:rPr kumimoji="0" lang="en-US" sz="1200" b="0" i="0" u="none" strike="noStrike" kern="1200" cap="none" spc="0" normalizeH="0" baseline="0" noProof="0" dirty="0">
                <a:ln>
                  <a:noFill/>
                </a:ln>
                <a:solidFill>
                  <a:prstClr val="black"/>
                </a:solidFill>
                <a:effectLst/>
                <a:uLnTx/>
                <a:uFillTx/>
                <a:latin typeface="+mj-lt"/>
                <a:ea typeface="MS PGothic" pitchFamily="34" charset="-128"/>
              </a:rPr>
              <a:t> looked at transactions involving revenues, expenses, and withdrawals. In the next few slides we will address these accounts.</a:t>
            </a:r>
          </a:p>
        </p:txBody>
      </p:sp>
    </p:spTree>
    <p:extLst>
      <p:ext uri="{BB962C8B-B14F-4D97-AF65-F5344CB8AC3E}">
        <p14:creationId xmlns:p14="http://schemas.microsoft.com/office/powerpoint/2010/main" val="237366846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mj-lt"/>
                <a:ea typeface="MS PGothic" pitchFamily="34" charset="-128"/>
              </a:rPr>
              <a:t>The company rendered consulting services to a customer receiving forty two hundred dollars cash in full payment. The asset account, cash, will increase by forty two hundred dollars. The equity account, revenues, will also increase by the same amount. Let’s look at our expanded book balances.</a:t>
            </a:r>
          </a:p>
        </p:txBody>
      </p:sp>
    </p:spTree>
    <p:extLst>
      <p:ext uri="{BB962C8B-B14F-4D97-AF65-F5344CB8AC3E}">
        <p14:creationId xmlns:p14="http://schemas.microsoft.com/office/powerpoint/2010/main" val="189482035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mj-lt"/>
                <a:ea typeface="MS PGothic" pitchFamily="34" charset="-128"/>
              </a:rPr>
              <a:t>You see that our cash account increases by forty two hundred dollars, to a current balance of five thousand seven hundred dollars. Total assets amount to forty one thousand, three hundred dollars. The revenue account also increased by forty two hundred dollars. Recall that from our expanded accounting equation that revenues increase equity and expenses decrease equity. The total of our liabilities plus equity is now forty one thousand, three hundred dollars.</a:t>
            </a:r>
          </a:p>
        </p:txBody>
      </p:sp>
    </p:spTree>
    <p:extLst>
      <p:ext uri="{BB962C8B-B14F-4D97-AF65-F5344CB8AC3E}">
        <p14:creationId xmlns:p14="http://schemas.microsoft.com/office/powerpoint/2010/main" val="176866511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mj-lt"/>
                <a:ea typeface="MS PGothic" pitchFamily="34" charset="-128"/>
              </a:rPr>
              <a:t>The company paid cash rent of $1,000 and cash salaries of $700 to employees. The asset account, cash, decreases by one thousand seven hundred dollars. The equity account, rent expense increases by $1,000 and salaries expense increases by $700. Remember, an increase in an expense account will </a:t>
            </a:r>
            <a:r>
              <a:rPr kumimoji="0" lang="en-US" sz="1200" b="0" i="0" u="sng" strike="noStrike" kern="1200" cap="none" spc="0" normalizeH="0" baseline="0" noProof="0" dirty="0">
                <a:ln>
                  <a:noFill/>
                </a:ln>
                <a:solidFill>
                  <a:prstClr val="black"/>
                </a:solidFill>
                <a:effectLst/>
                <a:uLnTx/>
                <a:uFillTx/>
                <a:latin typeface="+mj-lt"/>
                <a:ea typeface="MS PGothic" pitchFamily="34" charset="-128"/>
              </a:rPr>
              <a:t>decrease</a:t>
            </a:r>
            <a:r>
              <a:rPr kumimoji="0" lang="en-US" sz="1200" b="0" i="0" u="none" strike="noStrike" kern="1200" cap="none" spc="0" normalizeH="0" baseline="0" noProof="0" dirty="0">
                <a:ln>
                  <a:noFill/>
                </a:ln>
                <a:solidFill>
                  <a:prstClr val="black"/>
                </a:solidFill>
                <a:effectLst/>
                <a:uLnTx/>
                <a:uFillTx/>
                <a:latin typeface="+mj-lt"/>
                <a:ea typeface="MS PGothic" pitchFamily="34" charset="-128"/>
              </a:rPr>
              <a:t> total equity. Do you think you can get this transaction recorded properly in our books?</a:t>
            </a:r>
          </a:p>
        </p:txBody>
      </p:sp>
    </p:spTree>
    <p:extLst>
      <p:ext uri="{BB962C8B-B14F-4D97-AF65-F5344CB8AC3E}">
        <p14:creationId xmlns:p14="http://schemas.microsoft.com/office/powerpoint/2010/main" val="97404427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mj-lt"/>
                <a:ea typeface="MS PGothic" pitchFamily="34" charset="-128"/>
              </a:rPr>
              <a:t>How did you do? You got the decrease in the cash account, but did you remember to show the increase in expenses as a decrease in total equity. Our expanded equation is getting to look more and more complicated. Don’t worry, practice will help you fully understand the recording of these and similar transactions. Our books are still in balance.</a:t>
            </a:r>
          </a:p>
        </p:txBody>
      </p:sp>
    </p:spTree>
    <p:extLst>
      <p:ext uri="{BB962C8B-B14F-4D97-AF65-F5344CB8AC3E}">
        <p14:creationId xmlns:p14="http://schemas.microsoft.com/office/powerpoint/2010/main" val="189140776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mj-lt"/>
                <a:ea typeface="MS PGothic" pitchFamily="34" charset="-128"/>
              </a:rPr>
              <a:t>Our expanded equation is getting to look more and more complicated. Don’t worry, practice will help you fully understand the recording of these and similar transactions. Our books are still in balance.</a:t>
            </a:r>
          </a:p>
        </p:txBody>
      </p:sp>
    </p:spTree>
    <p:extLst>
      <p:ext uri="{BB962C8B-B14F-4D97-AF65-F5344CB8AC3E}">
        <p14:creationId xmlns:p14="http://schemas.microsoft.com/office/powerpoint/2010/main" val="315916023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mj-lt"/>
                <a:ea typeface="MS PGothic" pitchFamily="34" charset="-128"/>
              </a:rPr>
              <a:t>The client in transaction 8 pays $1,900 10 days after it is billed for consulting services. </a:t>
            </a:r>
          </a:p>
        </p:txBody>
      </p:sp>
    </p:spTree>
    <p:extLst>
      <p:ext uri="{BB962C8B-B14F-4D97-AF65-F5344CB8AC3E}">
        <p14:creationId xmlns:p14="http://schemas.microsoft.com/office/powerpoint/2010/main" val="80028121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mj-lt"/>
                <a:ea typeface="MS PGothic" pitchFamily="34" charset="-128"/>
              </a:rPr>
              <a:t>The client in transaction 8 pays $1,900 10 days after it is billed for consulting services.  The total amount of assets remains the same, and liabilities and equity remain the same as well.</a:t>
            </a:r>
          </a:p>
        </p:txBody>
      </p:sp>
    </p:spTree>
    <p:extLst>
      <p:ext uri="{BB962C8B-B14F-4D97-AF65-F5344CB8AC3E}">
        <p14:creationId xmlns:p14="http://schemas.microsoft.com/office/powerpoint/2010/main" val="135952008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mj-lt"/>
                <a:ea typeface="MS PGothic" pitchFamily="34" charset="-128"/>
              </a:rPr>
              <a:t>FastForward pays $900 as partial payment for its earlier purchase of supplies purchased in transaction 4 leaving $6,200 balance unpaid.</a:t>
            </a:r>
          </a:p>
        </p:txBody>
      </p:sp>
    </p:spTree>
    <p:extLst>
      <p:ext uri="{BB962C8B-B14F-4D97-AF65-F5344CB8AC3E}">
        <p14:creationId xmlns:p14="http://schemas.microsoft.com/office/powerpoint/2010/main" val="59074772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mj-lt"/>
                <a:ea typeface="MS PGothic" pitchFamily="34" charset="-128"/>
              </a:rPr>
              <a:t>FastForward pays $900 as partial payment for its earlier purchase of supplies purchased in transaction 4 leaving $6,200 balance unpaid in its Accounts payable account.</a:t>
            </a:r>
          </a:p>
        </p:txBody>
      </p:sp>
    </p:spTree>
    <p:extLst>
      <p:ext uri="{BB962C8B-B14F-4D97-AF65-F5344CB8AC3E}">
        <p14:creationId xmlns:p14="http://schemas.microsoft.com/office/powerpoint/2010/main" val="201870170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mj-lt"/>
                <a:ea typeface="MS PGothic" pitchFamily="34" charset="-128"/>
              </a:rPr>
              <a:t>The owner of FastForward withdraws $200 cash for personal use. The company’s cash account decreased by $200. The equity account, C. Taylor, Withdrawals, increased by $200. Once again, refer back to the expanded accounting equation and you will see that owner withdrawals decrease total equity.</a:t>
            </a:r>
          </a:p>
        </p:txBody>
      </p:sp>
    </p:spTree>
    <p:extLst>
      <p:ext uri="{BB962C8B-B14F-4D97-AF65-F5344CB8AC3E}">
        <p14:creationId xmlns:p14="http://schemas.microsoft.com/office/powerpoint/2010/main" val="157827723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rPr>
              <a:t>The company’s cash account decreased by $200. The equity account, C. Taylor, Withdrawals, increased by $200. </a:t>
            </a:r>
          </a:p>
        </p:txBody>
      </p:sp>
    </p:spTree>
    <p:extLst>
      <p:ext uri="{BB962C8B-B14F-4D97-AF65-F5344CB8AC3E}">
        <p14:creationId xmlns:p14="http://schemas.microsoft.com/office/powerpoint/2010/main" val="298872061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mn-lt"/>
                <a:ea typeface="MS PGothic" pitchFamily="34" charset="-128"/>
              </a:rPr>
              <a:t>Exhibit 1.9 shows the effects of all 11 transactions using the accounting equation.</a:t>
            </a:r>
          </a:p>
        </p:txBody>
      </p:sp>
    </p:spTree>
    <p:extLst>
      <p:ext uri="{BB962C8B-B14F-4D97-AF65-F5344CB8AC3E}">
        <p14:creationId xmlns:p14="http://schemas.microsoft.com/office/powerpoint/2010/main" val="127046525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kumimoji="0" lang="en-US" altLang="en-US" sz="1200" b="0" i="0" u="none" strike="noStrike" kern="1200" cap="none" spc="0" normalizeH="0" baseline="0" noProof="0" dirty="0">
                <a:ln>
                  <a:noFill/>
                </a:ln>
                <a:solidFill>
                  <a:prstClr val="black"/>
                </a:solidFill>
                <a:effectLst/>
                <a:uLnTx/>
                <a:uFillTx/>
                <a:latin typeface="+mn-lt"/>
                <a:ea typeface="MS PGothic" pitchFamily="34" charset="-128"/>
              </a:rPr>
              <a:t>This section introduces us to how financial statements are prepared from the analysis of business transactions. The four financial statements and their purposes are:</a:t>
            </a:r>
          </a:p>
          <a:p>
            <a:pPr marL="0" marR="0" lvl="0" indent="0" algn="l" defTabSz="914400" rtl="0" eaLnBrk="0" fontAlgn="base" latinLnBrk="0" hangingPunct="0">
              <a:lnSpc>
                <a:spcPct val="100000"/>
              </a:lnSpc>
              <a:spcBef>
                <a:spcPct val="30000"/>
              </a:spcBef>
              <a:spcAft>
                <a:spcPct val="0"/>
              </a:spcAft>
              <a:buClrTx/>
              <a:buSzTx/>
              <a:buFont typeface="Calibri" pitchFamily="-107" charset="0"/>
              <a:buAutoNum type="arabicPeriod"/>
              <a:tabLst/>
              <a:defRPr/>
            </a:pPr>
            <a:r>
              <a:rPr kumimoji="0" lang="en-US" altLang="en-US" sz="1200" b="1" i="0" u="none" strike="noStrike" kern="1200" cap="none" spc="0" normalizeH="0" baseline="0" noProof="0" dirty="0">
                <a:ln>
                  <a:noFill/>
                </a:ln>
                <a:solidFill>
                  <a:prstClr val="black"/>
                </a:solidFill>
                <a:effectLst/>
                <a:uLnTx/>
                <a:uFillTx/>
                <a:latin typeface="+mn-lt"/>
                <a:ea typeface="MS PGothic" pitchFamily="34" charset="-128"/>
              </a:rPr>
              <a:t> Income statement </a:t>
            </a:r>
            <a:r>
              <a:rPr kumimoji="0" lang="en-US" altLang="en-US" sz="1200" b="0" i="0" u="none" strike="noStrike" kern="1200" cap="none" spc="0" normalizeH="0" baseline="0" noProof="0" dirty="0">
                <a:ln>
                  <a:noFill/>
                </a:ln>
                <a:solidFill>
                  <a:prstClr val="black"/>
                </a:solidFill>
                <a:effectLst/>
                <a:uLnTx/>
                <a:uFillTx/>
                <a:latin typeface="+mn-lt"/>
                <a:ea typeface="MS PGothic" pitchFamily="34" charset="-128"/>
              </a:rPr>
              <a:t>— describes a company’s revenues and expenses and computes net income or loss over a period of time.</a:t>
            </a:r>
          </a:p>
          <a:p>
            <a:pPr marL="0" marR="0" lvl="0" indent="0" algn="l" defTabSz="914400" rtl="0" eaLnBrk="0" fontAlgn="base" latinLnBrk="0" hangingPunct="0">
              <a:lnSpc>
                <a:spcPct val="100000"/>
              </a:lnSpc>
              <a:spcBef>
                <a:spcPct val="30000"/>
              </a:spcBef>
              <a:spcAft>
                <a:spcPct val="0"/>
              </a:spcAft>
              <a:buClrTx/>
              <a:buSzTx/>
              <a:buFont typeface="Calibri" pitchFamily="-107" charset="0"/>
              <a:buAutoNum type="arabicPeriod"/>
              <a:tabLst/>
              <a:defRPr/>
            </a:pPr>
            <a:r>
              <a:rPr kumimoji="0" lang="en-US" altLang="en-US" sz="1200" b="1" i="0" u="none" strike="noStrike" kern="1200" cap="none" spc="0" normalizeH="0" baseline="0" noProof="0" dirty="0">
                <a:ln>
                  <a:noFill/>
                </a:ln>
                <a:solidFill>
                  <a:prstClr val="black"/>
                </a:solidFill>
                <a:effectLst/>
                <a:uLnTx/>
                <a:uFillTx/>
                <a:latin typeface="+mn-lt"/>
                <a:ea typeface="MS PGothic" pitchFamily="34" charset="-128"/>
              </a:rPr>
              <a:t> Statement of owner’s equity</a:t>
            </a:r>
            <a:r>
              <a:rPr kumimoji="0" lang="en-US" altLang="en-US" sz="1200" b="0" i="0" u="none" strike="noStrike" kern="1200" cap="none" spc="0" normalizeH="0" baseline="0" noProof="0" dirty="0">
                <a:ln>
                  <a:noFill/>
                </a:ln>
                <a:solidFill>
                  <a:prstClr val="black"/>
                </a:solidFill>
                <a:effectLst/>
                <a:uLnTx/>
                <a:uFillTx/>
                <a:latin typeface="+mn-lt"/>
                <a:ea typeface="MS PGothic" pitchFamily="34" charset="-128"/>
              </a:rPr>
              <a:t>— explains changes in equity from owner investments and net income (or loss) and from any owner withdrawals over a period of time.</a:t>
            </a:r>
          </a:p>
          <a:p>
            <a:pPr marL="0" marR="0" lvl="0" indent="0" algn="l" defTabSz="914400" rtl="0" eaLnBrk="0" fontAlgn="base" latinLnBrk="0" hangingPunct="0">
              <a:lnSpc>
                <a:spcPct val="100000"/>
              </a:lnSpc>
              <a:spcBef>
                <a:spcPct val="30000"/>
              </a:spcBef>
              <a:spcAft>
                <a:spcPct val="0"/>
              </a:spcAft>
              <a:buClrTx/>
              <a:buSzTx/>
              <a:buFont typeface="Calibri" pitchFamily="-107" charset="0"/>
              <a:buAutoNum type="arabicPeriod"/>
              <a:tabLst/>
              <a:defRPr/>
            </a:pPr>
            <a:r>
              <a:rPr kumimoji="0" lang="en-US" altLang="en-US" sz="1200" b="1" i="0" u="none" strike="noStrike" kern="1200" cap="none" spc="0" normalizeH="0" baseline="0" noProof="0" dirty="0">
                <a:ln>
                  <a:noFill/>
                </a:ln>
                <a:solidFill>
                  <a:prstClr val="black"/>
                </a:solidFill>
                <a:effectLst/>
                <a:uLnTx/>
                <a:uFillTx/>
                <a:latin typeface="+mn-lt"/>
                <a:ea typeface="MS PGothic" pitchFamily="34" charset="-128"/>
              </a:rPr>
              <a:t> Balance sheet </a:t>
            </a:r>
            <a:r>
              <a:rPr kumimoji="0" lang="en-US" altLang="en-US" sz="1200" b="0" i="0" u="none" strike="noStrike" kern="1200" cap="none" spc="0" normalizeH="0" baseline="0" noProof="0" dirty="0">
                <a:ln>
                  <a:noFill/>
                </a:ln>
                <a:solidFill>
                  <a:prstClr val="black"/>
                </a:solidFill>
                <a:effectLst/>
                <a:uLnTx/>
                <a:uFillTx/>
                <a:latin typeface="+mn-lt"/>
                <a:ea typeface="MS PGothic" pitchFamily="34" charset="-128"/>
              </a:rPr>
              <a:t>— describes a company’s financial position (types and amounts of assets, liabilities, and equity) at a point in time.</a:t>
            </a:r>
          </a:p>
          <a:p>
            <a:pPr marL="0" marR="0" lvl="0" indent="0" algn="l" defTabSz="914400" rtl="0" eaLnBrk="0" fontAlgn="base" latinLnBrk="0" hangingPunct="0">
              <a:lnSpc>
                <a:spcPct val="100000"/>
              </a:lnSpc>
              <a:spcBef>
                <a:spcPct val="30000"/>
              </a:spcBef>
              <a:spcAft>
                <a:spcPct val="0"/>
              </a:spcAft>
              <a:buClrTx/>
              <a:buSzTx/>
              <a:buFont typeface="Calibri" pitchFamily="-107" charset="0"/>
              <a:buAutoNum type="arabicPeriod"/>
              <a:tabLst/>
              <a:defRPr/>
            </a:pPr>
            <a:r>
              <a:rPr kumimoji="0" lang="en-US" altLang="en-US" sz="1200" b="1" i="0" u="none" strike="noStrike" kern="1200" cap="none" spc="0" normalizeH="0" baseline="0" noProof="0" dirty="0">
                <a:ln>
                  <a:noFill/>
                </a:ln>
                <a:solidFill>
                  <a:prstClr val="black"/>
                </a:solidFill>
                <a:effectLst/>
                <a:uLnTx/>
                <a:uFillTx/>
                <a:latin typeface="+mn-lt"/>
                <a:ea typeface="MS PGothic" pitchFamily="34" charset="-128"/>
              </a:rPr>
              <a:t> Statement of cash flows </a:t>
            </a:r>
            <a:r>
              <a:rPr kumimoji="0" lang="en-US" altLang="en-US" sz="1200" b="0" i="0" u="none" strike="noStrike" kern="1200" cap="none" spc="0" normalizeH="0" baseline="0" noProof="0" dirty="0">
                <a:ln>
                  <a:noFill/>
                </a:ln>
                <a:solidFill>
                  <a:prstClr val="black"/>
                </a:solidFill>
                <a:effectLst/>
                <a:uLnTx/>
                <a:uFillTx/>
                <a:latin typeface="+mn-lt"/>
                <a:ea typeface="MS PGothic" pitchFamily="34" charset="-128"/>
              </a:rPr>
              <a:t>— identifies cash inflows (receipts) and cash outflows (payments) over a period of time.</a:t>
            </a:r>
          </a:p>
        </p:txBody>
      </p:sp>
    </p:spTree>
    <p:extLst>
      <p:ext uri="{BB962C8B-B14F-4D97-AF65-F5344CB8AC3E}">
        <p14:creationId xmlns:p14="http://schemas.microsoft.com/office/powerpoint/2010/main" val="323381983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22530"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a:spcBef>
                <a:spcPct val="0"/>
              </a:spcBef>
            </a:pPr>
            <a:r>
              <a:rPr lang="en-US"/>
              <a:t>The purpose of the balance sheet is to report the financial position (assets, liabilities and stockholders’ equity) of an entity at a particular point in time. Here is a sample list of balance sheet accounts grouped into categories. These categories, also known as elements, are assets, liabilities, and stockholders’ equity. </a:t>
            </a:r>
          </a:p>
          <a:p>
            <a:pPr>
              <a:spcBef>
                <a:spcPct val="0"/>
              </a:spcBef>
            </a:pPr>
            <a:endParaRPr lang="en-US"/>
          </a:p>
          <a:p>
            <a:pPr>
              <a:spcBef>
                <a:spcPct val="0"/>
              </a:spcBef>
            </a:pPr>
            <a:r>
              <a:rPr lang="en-US"/>
              <a:t>Assets are economic resources owned by the company. The exact list of assets depends on the individual company, but this is a representative list. All assets are expected to provide future benefits to the company.</a:t>
            </a:r>
          </a:p>
          <a:p>
            <a:pPr>
              <a:spcBef>
                <a:spcPct val="0"/>
              </a:spcBef>
            </a:pPr>
            <a:endParaRPr lang="en-US"/>
          </a:p>
          <a:p>
            <a:pPr>
              <a:spcBef>
                <a:spcPct val="0"/>
              </a:spcBef>
            </a:pPr>
            <a:r>
              <a:rPr lang="en-US"/>
              <a:t>Liabilities are the company’s debts or obligations. </a:t>
            </a:r>
          </a:p>
          <a:p>
            <a:pPr>
              <a:spcBef>
                <a:spcPct val="0"/>
              </a:spcBef>
            </a:pPr>
            <a:endParaRPr lang="en-US"/>
          </a:p>
          <a:p>
            <a:pPr>
              <a:spcBef>
                <a:spcPct val="0"/>
              </a:spcBef>
            </a:pPr>
            <a:r>
              <a:rPr lang="en-US"/>
              <a:t>Stockholders’ equity generally consists of two parts. First, Common Stock indicates the amount of financing provided by owners of the business. Next, Retained Earnings is the amount of income that has been earned by the company that has been reinvested in the business rather than being distributed as dividends to shareholders. </a:t>
            </a:r>
          </a:p>
          <a:p>
            <a:pPr>
              <a:spcBef>
                <a:spcPct val="0"/>
              </a:spcBef>
            </a:pPr>
            <a:endParaRPr lang="en-US"/>
          </a:p>
          <a:p>
            <a:pPr>
              <a:spcBef>
                <a:spcPct val="0"/>
              </a:spcBef>
            </a:pPr>
            <a:r>
              <a:rPr lang="en-US"/>
              <a:t>In this course we will discuss all of these accounts in detail. </a:t>
            </a: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Slide Image Placeholder 1"/>
          <p:cNvSpPr>
            <a:spLocks noGrp="1" noRot="1" noChangeAspect="1" noTextEdit="1"/>
          </p:cNvSpPr>
          <p:nvPr>
            <p:ph type="sldImg"/>
          </p:nvPr>
        </p:nvSpPr>
        <p:spPr bwMode="auto">
          <a:noFill/>
          <a:ln>
            <a:solidFill>
              <a:srgbClr val="000000"/>
            </a:solidFill>
            <a:miter lim="800000"/>
            <a:headEnd/>
            <a:tailEnd/>
          </a:ln>
        </p:spPr>
      </p:sp>
      <p:sp>
        <p:nvSpPr>
          <p:cNvPr id="32770"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r>
              <a:rPr lang="en-US"/>
              <a:t>The statement of stockholders’ equity reports the changes in each of the company’s stockholders’ equity accounts, including the change in the retained earnings balance caused by net income and dividends during the reporting period. Beginning Retained Earnings plus Net Income minus Dividends equals Ending Retained Earnings.</a:t>
            </a:r>
          </a:p>
          <a:p>
            <a:pPr>
              <a:spcBef>
                <a:spcPct val="0"/>
              </a:spcBef>
            </a:pPr>
            <a:endParaRPr 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Slide Image Placeholder 1"/>
          <p:cNvSpPr>
            <a:spLocks noGrp="1" noRot="1" noChangeAspect="1" noTextEdit="1"/>
          </p:cNvSpPr>
          <p:nvPr>
            <p:ph type="sldImg"/>
          </p:nvPr>
        </p:nvSpPr>
        <p:spPr bwMode="auto">
          <a:noFill/>
          <a:ln>
            <a:solidFill>
              <a:srgbClr val="000000"/>
            </a:solidFill>
            <a:miter lim="800000"/>
            <a:headEnd/>
            <a:tailEnd/>
          </a:ln>
        </p:spPr>
      </p:sp>
      <p:sp>
        <p:nvSpPr>
          <p:cNvPr id="36866"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r>
              <a:rPr lang="en-US"/>
              <a:t>The statement of cash flows reports inflows and outflows of cash for a stated period of time classified into three categories: operating, investing, and financing activities.</a:t>
            </a:r>
          </a:p>
          <a:p>
            <a:pPr>
              <a:spcBef>
                <a:spcPct val="0"/>
              </a:spcBef>
            </a:pPr>
            <a:endParaRPr lang="en-US"/>
          </a:p>
          <a:p>
            <a:pPr>
              <a:spcBef>
                <a:spcPct val="0"/>
              </a:spcBef>
            </a:pPr>
            <a:r>
              <a:rPr lang="en-US"/>
              <a:t>Cash flows from operating activities are cash flows that are directly related to earning</a:t>
            </a:r>
          </a:p>
          <a:p>
            <a:pPr>
              <a:spcBef>
                <a:spcPct val="0"/>
              </a:spcBef>
            </a:pPr>
            <a:r>
              <a:rPr lang="en-US"/>
              <a:t>income. </a:t>
            </a:r>
          </a:p>
          <a:p>
            <a:pPr>
              <a:spcBef>
                <a:spcPct val="0"/>
              </a:spcBef>
            </a:pPr>
            <a:endParaRPr lang="en-US"/>
          </a:p>
          <a:p>
            <a:pPr>
              <a:spcBef>
                <a:spcPct val="0"/>
              </a:spcBef>
            </a:pPr>
            <a:r>
              <a:rPr lang="en-US"/>
              <a:t>Cash flows from investing activities include those related to the acquisition or sale of the company’s plant and equipment and investments. </a:t>
            </a:r>
          </a:p>
          <a:p>
            <a:pPr>
              <a:spcBef>
                <a:spcPct val="0"/>
              </a:spcBef>
            </a:pPr>
            <a:endParaRPr lang="en-US"/>
          </a:p>
          <a:p>
            <a:pPr>
              <a:spcBef>
                <a:spcPct val="0"/>
              </a:spcBef>
            </a:pPr>
            <a:r>
              <a:rPr lang="en-US"/>
              <a:t>Cash flows from financing activities are directly related to the financing of the enterprise itself.</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CA71A815-86EA-482F-BFC1-2316DFAA4A87}" type="datetimeFigureOut">
              <a:rPr lang="en-US" smtClean="0"/>
              <a:t>2/7/2026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2607F632-3F85-4F98-B182-BC32E868C800}" type="slidenum">
              <a:rPr lang="en-US" smtClean="0"/>
              <a:t>‹#›</a:t>
            </a:fld>
            <a:endParaRPr lang="en-US" dirty="0"/>
          </a:p>
        </p:txBody>
      </p:sp>
    </p:spTree>
    <p:extLst>
      <p:ext uri="{BB962C8B-B14F-4D97-AF65-F5344CB8AC3E}">
        <p14:creationId xmlns:p14="http://schemas.microsoft.com/office/powerpoint/2010/main" val="42889529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A71A815-86EA-482F-BFC1-2316DFAA4A87}" type="datetimeFigureOut">
              <a:rPr lang="en-US" smtClean="0"/>
              <a:t>2/7/2026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2607F632-3F85-4F98-B182-BC32E868C800}" type="slidenum">
              <a:rPr lang="en-US" smtClean="0"/>
              <a:t>‹#›</a:t>
            </a:fld>
            <a:endParaRPr lang="en-US" dirty="0"/>
          </a:p>
        </p:txBody>
      </p:sp>
    </p:spTree>
    <p:extLst>
      <p:ext uri="{BB962C8B-B14F-4D97-AF65-F5344CB8AC3E}">
        <p14:creationId xmlns:p14="http://schemas.microsoft.com/office/powerpoint/2010/main" val="16746701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A71A815-86EA-482F-BFC1-2316DFAA4A87}" type="datetimeFigureOut">
              <a:rPr lang="en-US" smtClean="0"/>
              <a:t>2/7/2026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2607F632-3F85-4F98-B182-BC32E868C800}" type="slidenum">
              <a:rPr lang="en-US" smtClean="0"/>
              <a:t>‹#›</a:t>
            </a:fld>
            <a:endParaRPr lang="en-US" dirty="0"/>
          </a:p>
        </p:txBody>
      </p:sp>
    </p:spTree>
    <p:extLst>
      <p:ext uri="{BB962C8B-B14F-4D97-AF65-F5344CB8AC3E}">
        <p14:creationId xmlns:p14="http://schemas.microsoft.com/office/powerpoint/2010/main" val="2824152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CA71A815-86EA-482F-BFC1-2316DFAA4A87}" type="datetimeFigureOut">
              <a:rPr lang="en-US" smtClean="0"/>
              <a:t>2/7/2026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2607F632-3F85-4F98-B182-BC32E868C800}" type="slidenum">
              <a:rPr lang="en-US" smtClean="0"/>
              <a:t>‹#›</a:t>
            </a:fld>
            <a:endParaRPr lang="en-US" dirty="0"/>
          </a:p>
        </p:txBody>
      </p:sp>
    </p:spTree>
    <p:extLst>
      <p:ext uri="{BB962C8B-B14F-4D97-AF65-F5344CB8AC3E}">
        <p14:creationId xmlns:p14="http://schemas.microsoft.com/office/powerpoint/2010/main" val="13932360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CA71A815-86EA-482F-BFC1-2316DFAA4A87}" type="datetimeFigureOut">
              <a:rPr lang="en-US" smtClean="0"/>
              <a:t>2/7/2026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2607F632-3F85-4F98-B182-BC32E868C800}" type="slidenum">
              <a:rPr lang="en-US" smtClean="0"/>
              <a:t>‹#›</a:t>
            </a:fld>
            <a:endParaRPr lang="en-US" dirty="0"/>
          </a:p>
        </p:txBody>
      </p:sp>
    </p:spTree>
    <p:extLst>
      <p:ext uri="{BB962C8B-B14F-4D97-AF65-F5344CB8AC3E}">
        <p14:creationId xmlns:p14="http://schemas.microsoft.com/office/powerpoint/2010/main" val="5686778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CA71A815-86EA-482F-BFC1-2316DFAA4A87}" type="datetimeFigureOut">
              <a:rPr lang="en-US" smtClean="0"/>
              <a:t>2/7/2026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2607F632-3F85-4F98-B182-BC32E868C800}" type="slidenum">
              <a:rPr lang="en-US" smtClean="0"/>
              <a:t>‹#›</a:t>
            </a:fld>
            <a:endParaRPr lang="en-US" dirty="0"/>
          </a:p>
        </p:txBody>
      </p:sp>
    </p:spTree>
    <p:extLst>
      <p:ext uri="{BB962C8B-B14F-4D97-AF65-F5344CB8AC3E}">
        <p14:creationId xmlns:p14="http://schemas.microsoft.com/office/powerpoint/2010/main" val="7375704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A71A815-86EA-482F-BFC1-2316DFAA4A87}" type="datetimeFigureOut">
              <a:rPr lang="en-US" smtClean="0"/>
              <a:t>2/7/2026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2607F632-3F85-4F98-B182-BC32E868C800}" type="slidenum">
              <a:rPr lang="en-US" smtClean="0"/>
              <a:t>‹#›</a:t>
            </a:fld>
            <a:endParaRPr lang="en-US" dirty="0"/>
          </a:p>
        </p:txBody>
      </p:sp>
    </p:spTree>
    <p:extLst>
      <p:ext uri="{BB962C8B-B14F-4D97-AF65-F5344CB8AC3E}">
        <p14:creationId xmlns:p14="http://schemas.microsoft.com/office/powerpoint/2010/main" val="24704093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A71A815-86EA-482F-BFC1-2316DFAA4A87}" type="datetimeFigureOut">
              <a:rPr lang="en-US" smtClean="0"/>
              <a:t>2/7/2026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2607F632-3F85-4F98-B182-BC32E868C800}" type="slidenum">
              <a:rPr lang="en-US" smtClean="0"/>
              <a:t>‹#›</a:t>
            </a:fld>
            <a:endParaRPr lang="en-US" dirty="0"/>
          </a:p>
        </p:txBody>
      </p:sp>
    </p:spTree>
    <p:extLst>
      <p:ext uri="{BB962C8B-B14F-4D97-AF65-F5344CB8AC3E}">
        <p14:creationId xmlns:p14="http://schemas.microsoft.com/office/powerpoint/2010/main" val="4845214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A71A815-86EA-482F-BFC1-2316DFAA4A87}" type="datetimeFigureOut">
              <a:rPr lang="en-US" smtClean="0"/>
              <a:t>2/7/2026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2607F632-3F85-4F98-B182-BC32E868C800}" type="slidenum">
              <a:rPr lang="en-US" smtClean="0"/>
              <a:t>‹#›</a:t>
            </a:fld>
            <a:endParaRPr lang="en-US" dirty="0"/>
          </a:p>
        </p:txBody>
      </p:sp>
    </p:spTree>
    <p:extLst>
      <p:ext uri="{BB962C8B-B14F-4D97-AF65-F5344CB8AC3E}">
        <p14:creationId xmlns:p14="http://schemas.microsoft.com/office/powerpoint/2010/main" val="24622044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A71A815-86EA-482F-BFC1-2316DFAA4A87}" type="datetimeFigureOut">
              <a:rPr lang="en-US" smtClean="0"/>
              <a:t>2/7/2026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2607F632-3F85-4F98-B182-BC32E868C800}" type="slidenum">
              <a:rPr lang="en-US" smtClean="0"/>
              <a:t>‹#›</a:t>
            </a:fld>
            <a:endParaRPr lang="en-US" dirty="0"/>
          </a:p>
        </p:txBody>
      </p:sp>
    </p:spTree>
    <p:extLst>
      <p:ext uri="{BB962C8B-B14F-4D97-AF65-F5344CB8AC3E}">
        <p14:creationId xmlns:p14="http://schemas.microsoft.com/office/powerpoint/2010/main" val="35241031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A71A815-86EA-482F-BFC1-2316DFAA4A87}" type="datetimeFigureOut">
              <a:rPr lang="en-US" smtClean="0"/>
              <a:t>2/7/2026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2607F632-3F85-4F98-B182-BC32E868C800}" type="slidenum">
              <a:rPr lang="en-US" smtClean="0"/>
              <a:t>‹#›</a:t>
            </a:fld>
            <a:endParaRPr lang="en-US" dirty="0"/>
          </a:p>
        </p:txBody>
      </p:sp>
    </p:spTree>
    <p:extLst>
      <p:ext uri="{BB962C8B-B14F-4D97-AF65-F5344CB8AC3E}">
        <p14:creationId xmlns:p14="http://schemas.microsoft.com/office/powerpoint/2010/main" val="380764329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30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457200" y="1600202"/>
            <a:ext cx="8229600" cy="792162"/>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lvl1pPr fontAlgn="base">
              <a:spcBef>
                <a:spcPct val="0"/>
              </a:spcBef>
              <a:spcAft>
                <a:spcPct val="0"/>
              </a:spcAft>
              <a:defRPr>
                <a:latin typeface="Arial" charset="0"/>
                <a:cs typeface="Arial" charset="0"/>
              </a:defRPr>
            </a:lvl1pPr>
          </a:lstStyle>
          <a:p>
            <a:pPr>
              <a:defRPr/>
            </a:pPr>
            <a:fld id="{FB392A70-6312-4295-B045-8A3A0643FC4B}" type="datetime1">
              <a:rPr lang="en-US"/>
              <a:pPr>
                <a:defRPr/>
              </a:pPr>
              <a:t>2/7/2026</a:t>
            </a:fld>
            <a:endParaRPr lang="en-US" dirty="0"/>
          </a:p>
        </p:txBody>
      </p:sp>
      <p:sp>
        <p:nvSpPr>
          <p:cNvPr id="5" name="Footer Placeholder 4"/>
          <p:cNvSpPr>
            <a:spLocks noGrp="1"/>
          </p:cNvSpPr>
          <p:nvPr>
            <p:ph type="ftr" sz="quarter" idx="11"/>
          </p:nvPr>
        </p:nvSpPr>
        <p:spPr/>
        <p:txBody>
          <a:bodyPr/>
          <a:lstStyle>
            <a:lvl1pPr fontAlgn="base">
              <a:spcBef>
                <a:spcPct val="0"/>
              </a:spcBef>
              <a:spcAft>
                <a:spcPct val="0"/>
              </a:spcAft>
              <a:defRPr>
                <a:latin typeface="Arial" charset="0"/>
                <a:cs typeface="Arial" charset="0"/>
              </a:defRPr>
            </a:lvl1pPr>
          </a:lstStyle>
          <a:p>
            <a:pPr>
              <a:defRPr/>
            </a:pPr>
            <a:r>
              <a:rPr lang="en-US" dirty="0"/>
              <a:t>Copyright @ 2015 McGraw Hill Education</a:t>
            </a:r>
          </a:p>
        </p:txBody>
      </p:sp>
      <p:sp>
        <p:nvSpPr>
          <p:cNvPr id="6" name="Slide Number Placeholder 5"/>
          <p:cNvSpPr>
            <a:spLocks noGrp="1"/>
          </p:cNvSpPr>
          <p:nvPr>
            <p:ph type="sldNum" sz="quarter" idx="12"/>
          </p:nvPr>
        </p:nvSpPr>
        <p:spPr/>
        <p:txBody>
          <a:bodyPr/>
          <a:lstStyle>
            <a:lvl1pPr fontAlgn="base">
              <a:spcBef>
                <a:spcPct val="0"/>
              </a:spcBef>
              <a:spcAft>
                <a:spcPct val="0"/>
              </a:spcAft>
              <a:defRPr>
                <a:latin typeface="Arial" charset="0"/>
                <a:cs typeface="Arial" charset="0"/>
              </a:defRPr>
            </a:lvl1pPr>
          </a:lstStyle>
          <a:p>
            <a:pPr>
              <a:defRPr/>
            </a:pPr>
            <a:fld id="{7A12E07D-6177-4BA4-8EF4-EE0B0B1559AA}" type="slidenum">
              <a:rPr lang="en-US"/>
              <a:pPr>
                <a:defRPr/>
              </a:pPr>
              <a:t>‹#›</a:t>
            </a:fld>
            <a:endParaRPr lang="en-US" dirty="0"/>
          </a:p>
        </p:txBody>
      </p:sp>
      <p:sp>
        <p:nvSpPr>
          <p:cNvPr id="8" name="Content Placeholder 2"/>
          <p:cNvSpPr>
            <a:spLocks noGrp="1"/>
          </p:cNvSpPr>
          <p:nvPr>
            <p:ph idx="13"/>
          </p:nvPr>
        </p:nvSpPr>
        <p:spPr>
          <a:xfrm>
            <a:off x="457200" y="2728915"/>
            <a:ext cx="8229600" cy="102076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Content Placeholder 2"/>
          <p:cNvSpPr>
            <a:spLocks noGrp="1"/>
          </p:cNvSpPr>
          <p:nvPr>
            <p:ph idx="14"/>
          </p:nvPr>
        </p:nvSpPr>
        <p:spPr>
          <a:xfrm>
            <a:off x="457200" y="4024313"/>
            <a:ext cx="8229600" cy="130968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10"/>
          <p:cNvSpPr>
            <a:spLocks noGrp="1"/>
          </p:cNvSpPr>
          <p:nvPr>
            <p:ph sz="quarter" idx="15"/>
          </p:nvPr>
        </p:nvSpPr>
        <p:spPr>
          <a:xfrm>
            <a:off x="381000" y="6527802"/>
            <a:ext cx="6400800" cy="228600"/>
          </a:xfrm>
        </p:spPr>
        <p:txBody>
          <a:bodyPr/>
          <a:lstStyle>
            <a:lvl1pPr marL="0" indent="0">
              <a:buNone/>
              <a:defRPr sz="1800"/>
            </a:lvl1pPr>
            <a:lvl2pPr>
              <a:defRPr sz="1800"/>
            </a:lvl2pPr>
            <a:lvl3pPr>
              <a:defRPr sz="1800"/>
            </a:lvl3pPr>
            <a:lvl4pPr>
              <a:defRPr sz="1800"/>
            </a:lvl4pPr>
            <a:lvl5pPr marL="1828800" indent="0">
              <a:buNone/>
              <a:defRPr sz="1800"/>
            </a:lvl5pPr>
          </a:lstStyle>
          <a:p>
            <a:pPr lvl="4"/>
            <a:endParaRPr lang="en-IN" dirty="0"/>
          </a:p>
        </p:txBody>
      </p:sp>
    </p:spTree>
    <p:extLst>
      <p:ext uri="{BB962C8B-B14F-4D97-AF65-F5344CB8AC3E}">
        <p14:creationId xmlns:p14="http://schemas.microsoft.com/office/powerpoint/2010/main" val="1558676700"/>
      </p:ext>
    </p:extLst>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6858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fontAlgn="base">
              <a:spcBef>
                <a:spcPct val="0"/>
              </a:spcBef>
              <a:spcAft>
                <a:spcPct val="0"/>
              </a:spcAft>
              <a:defRPr>
                <a:latin typeface="Arial" charset="0"/>
                <a:cs typeface="Arial" charset="0"/>
              </a:defRPr>
            </a:lvl1pPr>
          </a:lstStyle>
          <a:p>
            <a:pPr>
              <a:defRPr/>
            </a:pPr>
            <a:fld id="{914D98BB-66F3-44D2-BAC8-1DFA71095052}" type="datetime1">
              <a:rPr lang="en-US"/>
              <a:pPr>
                <a:defRPr/>
              </a:pPr>
              <a:t>2/7/2026</a:t>
            </a:fld>
            <a:endParaRPr lang="en-US" dirty="0"/>
          </a:p>
        </p:txBody>
      </p:sp>
      <p:sp>
        <p:nvSpPr>
          <p:cNvPr id="6" name="Slide Number Placeholder 5"/>
          <p:cNvSpPr>
            <a:spLocks noGrp="1"/>
          </p:cNvSpPr>
          <p:nvPr>
            <p:ph type="sldNum" sz="quarter" idx="12"/>
          </p:nvPr>
        </p:nvSpPr>
        <p:spPr/>
        <p:txBody>
          <a:bodyPr/>
          <a:lstStyle>
            <a:lvl1pPr fontAlgn="base">
              <a:spcBef>
                <a:spcPct val="0"/>
              </a:spcBef>
              <a:spcAft>
                <a:spcPct val="0"/>
              </a:spcAft>
              <a:defRPr>
                <a:latin typeface="Arial" charset="0"/>
                <a:cs typeface="Arial" charset="0"/>
              </a:defRPr>
            </a:lvl1pPr>
          </a:lstStyle>
          <a:p>
            <a:pPr>
              <a:defRPr/>
            </a:pPr>
            <a:fld id="{6E31113C-3257-4FE4-B8AA-C769A3CB3959}" type="slidenum">
              <a:rPr lang="en-US"/>
              <a:pPr>
                <a:defRPr/>
              </a:pPr>
              <a:t>‹#›</a:t>
            </a:fld>
            <a:endParaRPr lang="en-US" dirty="0"/>
          </a:p>
        </p:txBody>
      </p:sp>
      <p:sp>
        <p:nvSpPr>
          <p:cNvPr id="8" name="Content Placeholder 7"/>
          <p:cNvSpPr>
            <a:spLocks noGrp="1"/>
          </p:cNvSpPr>
          <p:nvPr>
            <p:ph sz="quarter" idx="13"/>
          </p:nvPr>
        </p:nvSpPr>
        <p:spPr>
          <a:xfrm>
            <a:off x="1219200" y="4800600"/>
            <a:ext cx="7467600" cy="1295400"/>
          </a:xfrm>
        </p:spPr>
        <p:txBody>
          <a:bodyPr/>
          <a:lstStyle/>
          <a:p>
            <a:pPr lvl="0"/>
            <a:r>
              <a:rPr lang="en-US" dirty="0"/>
              <a:t>Edit Master text styles</a:t>
            </a:r>
          </a:p>
          <a:p>
            <a:pPr lvl="1"/>
            <a:r>
              <a:rPr lang="en-US" dirty="0"/>
              <a:t>Second level</a:t>
            </a:r>
            <a:endParaRPr lang="en-IN" dirty="0"/>
          </a:p>
        </p:txBody>
      </p:sp>
    </p:spTree>
    <p:extLst>
      <p:ext uri="{BB962C8B-B14F-4D97-AF65-F5344CB8AC3E}">
        <p14:creationId xmlns:p14="http://schemas.microsoft.com/office/powerpoint/2010/main" val="1434258661"/>
      </p:ext>
    </p:extLst>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29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457200" y="1600202"/>
            <a:ext cx="8229600" cy="792162"/>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lvl1pPr fontAlgn="base">
              <a:spcBef>
                <a:spcPct val="0"/>
              </a:spcBef>
              <a:spcAft>
                <a:spcPct val="0"/>
              </a:spcAft>
              <a:defRPr>
                <a:latin typeface="Arial" charset="0"/>
                <a:cs typeface="Arial" charset="0"/>
              </a:defRPr>
            </a:lvl1pPr>
          </a:lstStyle>
          <a:p>
            <a:pPr>
              <a:defRPr/>
            </a:pPr>
            <a:fld id="{FB392A70-6312-4295-B045-8A3A0643FC4B}" type="datetime1">
              <a:rPr lang="en-US"/>
              <a:pPr>
                <a:defRPr/>
              </a:pPr>
              <a:t>2/7/2026</a:t>
            </a:fld>
            <a:endParaRPr lang="en-US" dirty="0"/>
          </a:p>
        </p:txBody>
      </p:sp>
      <p:sp>
        <p:nvSpPr>
          <p:cNvPr id="5" name="Footer Placeholder 4"/>
          <p:cNvSpPr>
            <a:spLocks noGrp="1"/>
          </p:cNvSpPr>
          <p:nvPr>
            <p:ph type="ftr" sz="quarter" idx="11"/>
          </p:nvPr>
        </p:nvSpPr>
        <p:spPr/>
        <p:txBody>
          <a:bodyPr/>
          <a:lstStyle>
            <a:lvl1pPr fontAlgn="base">
              <a:spcBef>
                <a:spcPct val="0"/>
              </a:spcBef>
              <a:spcAft>
                <a:spcPct val="0"/>
              </a:spcAft>
              <a:defRPr>
                <a:latin typeface="Arial" charset="0"/>
                <a:cs typeface="Arial" charset="0"/>
              </a:defRPr>
            </a:lvl1pPr>
          </a:lstStyle>
          <a:p>
            <a:pPr>
              <a:defRPr/>
            </a:pPr>
            <a:r>
              <a:rPr lang="en-US" dirty="0"/>
              <a:t>Copyright @ 2015 McGraw Hill Education</a:t>
            </a:r>
          </a:p>
        </p:txBody>
      </p:sp>
      <p:sp>
        <p:nvSpPr>
          <p:cNvPr id="6" name="Slide Number Placeholder 5"/>
          <p:cNvSpPr>
            <a:spLocks noGrp="1"/>
          </p:cNvSpPr>
          <p:nvPr>
            <p:ph type="sldNum" sz="quarter" idx="12"/>
          </p:nvPr>
        </p:nvSpPr>
        <p:spPr/>
        <p:txBody>
          <a:bodyPr/>
          <a:lstStyle>
            <a:lvl1pPr fontAlgn="base">
              <a:spcBef>
                <a:spcPct val="0"/>
              </a:spcBef>
              <a:spcAft>
                <a:spcPct val="0"/>
              </a:spcAft>
              <a:defRPr>
                <a:latin typeface="Arial" charset="0"/>
                <a:cs typeface="Arial" charset="0"/>
              </a:defRPr>
            </a:lvl1pPr>
          </a:lstStyle>
          <a:p>
            <a:pPr>
              <a:defRPr/>
            </a:pPr>
            <a:fld id="{7A12E07D-6177-4BA4-8EF4-EE0B0B1559AA}" type="slidenum">
              <a:rPr lang="en-US"/>
              <a:pPr>
                <a:defRPr/>
              </a:pPr>
              <a:t>‹#›</a:t>
            </a:fld>
            <a:endParaRPr lang="en-US" dirty="0"/>
          </a:p>
        </p:txBody>
      </p:sp>
      <p:sp>
        <p:nvSpPr>
          <p:cNvPr id="8" name="Content Placeholder 2"/>
          <p:cNvSpPr>
            <a:spLocks noGrp="1"/>
          </p:cNvSpPr>
          <p:nvPr>
            <p:ph idx="13"/>
          </p:nvPr>
        </p:nvSpPr>
        <p:spPr>
          <a:xfrm>
            <a:off x="457200" y="2728915"/>
            <a:ext cx="8229600" cy="102076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Content Placeholder 2"/>
          <p:cNvSpPr>
            <a:spLocks noGrp="1"/>
          </p:cNvSpPr>
          <p:nvPr>
            <p:ph idx="14"/>
          </p:nvPr>
        </p:nvSpPr>
        <p:spPr>
          <a:xfrm>
            <a:off x="457200" y="4024313"/>
            <a:ext cx="8229600" cy="130968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10"/>
          <p:cNvSpPr>
            <a:spLocks noGrp="1"/>
          </p:cNvSpPr>
          <p:nvPr>
            <p:ph sz="quarter" idx="15"/>
          </p:nvPr>
        </p:nvSpPr>
        <p:spPr>
          <a:xfrm>
            <a:off x="381000" y="6527802"/>
            <a:ext cx="6400800" cy="228600"/>
          </a:xfrm>
        </p:spPr>
        <p:txBody>
          <a:bodyPr/>
          <a:lstStyle>
            <a:lvl1pPr marL="0" indent="0">
              <a:buNone/>
              <a:defRPr sz="1800"/>
            </a:lvl1pPr>
            <a:lvl2pPr>
              <a:defRPr sz="1800"/>
            </a:lvl2pPr>
            <a:lvl3pPr>
              <a:defRPr sz="1800"/>
            </a:lvl3pPr>
            <a:lvl4pPr>
              <a:defRPr sz="1800"/>
            </a:lvl4pPr>
            <a:lvl5pPr marL="1828800" indent="0">
              <a:buNone/>
              <a:defRPr sz="1800"/>
            </a:lvl5pPr>
          </a:lstStyle>
          <a:p>
            <a:pPr lvl="4"/>
            <a:endParaRPr lang="en-IN" dirty="0"/>
          </a:p>
        </p:txBody>
      </p:sp>
    </p:spTree>
    <p:extLst>
      <p:ext uri="{BB962C8B-B14F-4D97-AF65-F5344CB8AC3E}">
        <p14:creationId xmlns:p14="http://schemas.microsoft.com/office/powerpoint/2010/main" val="1234785038"/>
      </p:ext>
    </p:extLst>
  </p:cSld>
  <p:clrMapOvr>
    <a:masterClrMapping/>
  </p:clrMapOvr>
  <p:transition>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49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457200" y="1600201"/>
            <a:ext cx="8229600" cy="38719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fontAlgn="base">
              <a:spcBef>
                <a:spcPct val="0"/>
              </a:spcBef>
              <a:spcAft>
                <a:spcPct val="0"/>
              </a:spcAft>
              <a:defRPr>
                <a:latin typeface="Arial" charset="0"/>
                <a:cs typeface="Arial" charset="0"/>
              </a:defRPr>
            </a:lvl1pPr>
          </a:lstStyle>
          <a:p>
            <a:pPr>
              <a:defRPr/>
            </a:pPr>
            <a:fld id="{FB392A70-6312-4295-B045-8A3A0643FC4B}" type="datetime1">
              <a:rPr lang="en-US"/>
              <a:pPr>
                <a:defRPr/>
              </a:pPr>
              <a:t>2/7/2026</a:t>
            </a:fld>
            <a:endParaRPr lang="en-US" dirty="0"/>
          </a:p>
        </p:txBody>
      </p:sp>
      <p:sp>
        <p:nvSpPr>
          <p:cNvPr id="5" name="Footer Placeholder 4"/>
          <p:cNvSpPr>
            <a:spLocks noGrp="1"/>
          </p:cNvSpPr>
          <p:nvPr>
            <p:ph type="ftr" sz="quarter" idx="11"/>
          </p:nvPr>
        </p:nvSpPr>
        <p:spPr/>
        <p:txBody>
          <a:bodyPr/>
          <a:lstStyle>
            <a:lvl1pPr fontAlgn="base">
              <a:spcBef>
                <a:spcPct val="0"/>
              </a:spcBef>
              <a:spcAft>
                <a:spcPct val="0"/>
              </a:spcAft>
              <a:defRPr>
                <a:latin typeface="Arial" charset="0"/>
                <a:cs typeface="Arial" charset="0"/>
              </a:defRPr>
            </a:lvl1pPr>
          </a:lstStyle>
          <a:p>
            <a:pPr>
              <a:defRPr/>
            </a:pPr>
            <a:r>
              <a:rPr lang="en-US" dirty="0"/>
              <a:t>Copyright @ 2015 McGraw Hill Education</a:t>
            </a:r>
          </a:p>
        </p:txBody>
      </p:sp>
      <p:sp>
        <p:nvSpPr>
          <p:cNvPr id="6" name="Slide Number Placeholder 5"/>
          <p:cNvSpPr>
            <a:spLocks noGrp="1"/>
          </p:cNvSpPr>
          <p:nvPr>
            <p:ph type="sldNum" sz="quarter" idx="12"/>
          </p:nvPr>
        </p:nvSpPr>
        <p:spPr/>
        <p:txBody>
          <a:bodyPr/>
          <a:lstStyle>
            <a:lvl1pPr fontAlgn="base">
              <a:spcBef>
                <a:spcPct val="0"/>
              </a:spcBef>
              <a:spcAft>
                <a:spcPct val="0"/>
              </a:spcAft>
              <a:defRPr>
                <a:latin typeface="Arial" charset="0"/>
                <a:cs typeface="Arial" charset="0"/>
              </a:defRPr>
            </a:lvl1pPr>
          </a:lstStyle>
          <a:p>
            <a:pPr>
              <a:defRPr/>
            </a:pPr>
            <a:fld id="{7A12E07D-6177-4BA4-8EF4-EE0B0B1559AA}" type="slidenum">
              <a:rPr lang="en-US"/>
              <a:pPr>
                <a:defRPr/>
              </a:pPr>
              <a:t>‹#›</a:t>
            </a:fld>
            <a:endParaRPr lang="en-US" dirty="0"/>
          </a:p>
        </p:txBody>
      </p:sp>
    </p:spTree>
    <p:extLst>
      <p:ext uri="{BB962C8B-B14F-4D97-AF65-F5344CB8AC3E}">
        <p14:creationId xmlns:p14="http://schemas.microsoft.com/office/powerpoint/2010/main" val="4176043228"/>
      </p:ext>
    </p:extLst>
  </p:cSld>
  <p:clrMapOvr>
    <a:masterClrMapping/>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50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457200" y="1600202"/>
            <a:ext cx="8229600" cy="792162"/>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lvl1pPr fontAlgn="base">
              <a:spcBef>
                <a:spcPct val="0"/>
              </a:spcBef>
              <a:spcAft>
                <a:spcPct val="0"/>
              </a:spcAft>
              <a:defRPr>
                <a:latin typeface="Arial" charset="0"/>
                <a:cs typeface="Arial" charset="0"/>
              </a:defRPr>
            </a:lvl1pPr>
          </a:lstStyle>
          <a:p>
            <a:pPr>
              <a:defRPr/>
            </a:pPr>
            <a:fld id="{FB392A70-6312-4295-B045-8A3A0643FC4B}" type="datetime1">
              <a:rPr lang="en-US"/>
              <a:pPr>
                <a:defRPr/>
              </a:pPr>
              <a:t>2/7/2026</a:t>
            </a:fld>
            <a:endParaRPr lang="en-US" dirty="0"/>
          </a:p>
        </p:txBody>
      </p:sp>
      <p:sp>
        <p:nvSpPr>
          <p:cNvPr id="5" name="Footer Placeholder 4"/>
          <p:cNvSpPr>
            <a:spLocks noGrp="1"/>
          </p:cNvSpPr>
          <p:nvPr>
            <p:ph type="ftr" sz="quarter" idx="11"/>
          </p:nvPr>
        </p:nvSpPr>
        <p:spPr/>
        <p:txBody>
          <a:bodyPr/>
          <a:lstStyle>
            <a:lvl1pPr fontAlgn="base">
              <a:spcBef>
                <a:spcPct val="0"/>
              </a:spcBef>
              <a:spcAft>
                <a:spcPct val="0"/>
              </a:spcAft>
              <a:defRPr>
                <a:latin typeface="Arial" charset="0"/>
                <a:cs typeface="Arial" charset="0"/>
              </a:defRPr>
            </a:lvl1pPr>
          </a:lstStyle>
          <a:p>
            <a:pPr>
              <a:defRPr/>
            </a:pPr>
            <a:r>
              <a:rPr lang="en-US" dirty="0"/>
              <a:t>Copyright @ 2015 McGraw Hill Education</a:t>
            </a:r>
          </a:p>
        </p:txBody>
      </p:sp>
      <p:sp>
        <p:nvSpPr>
          <p:cNvPr id="6" name="Slide Number Placeholder 5"/>
          <p:cNvSpPr>
            <a:spLocks noGrp="1"/>
          </p:cNvSpPr>
          <p:nvPr>
            <p:ph type="sldNum" sz="quarter" idx="12"/>
          </p:nvPr>
        </p:nvSpPr>
        <p:spPr/>
        <p:txBody>
          <a:bodyPr/>
          <a:lstStyle>
            <a:lvl1pPr fontAlgn="base">
              <a:spcBef>
                <a:spcPct val="0"/>
              </a:spcBef>
              <a:spcAft>
                <a:spcPct val="0"/>
              </a:spcAft>
              <a:defRPr>
                <a:latin typeface="Arial" charset="0"/>
                <a:cs typeface="Arial" charset="0"/>
              </a:defRPr>
            </a:lvl1pPr>
          </a:lstStyle>
          <a:p>
            <a:pPr>
              <a:defRPr/>
            </a:pPr>
            <a:fld id="{7A12E07D-6177-4BA4-8EF4-EE0B0B1559AA}" type="slidenum">
              <a:rPr lang="en-US"/>
              <a:pPr>
                <a:defRPr/>
              </a:pPr>
              <a:t>‹#›</a:t>
            </a:fld>
            <a:endParaRPr lang="en-US" dirty="0"/>
          </a:p>
        </p:txBody>
      </p:sp>
      <p:sp>
        <p:nvSpPr>
          <p:cNvPr id="8" name="Content Placeholder 2"/>
          <p:cNvSpPr>
            <a:spLocks noGrp="1"/>
          </p:cNvSpPr>
          <p:nvPr>
            <p:ph idx="13"/>
          </p:nvPr>
        </p:nvSpPr>
        <p:spPr>
          <a:xfrm>
            <a:off x="457200" y="2728915"/>
            <a:ext cx="8229600" cy="102076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Content Placeholder 2"/>
          <p:cNvSpPr>
            <a:spLocks noGrp="1"/>
          </p:cNvSpPr>
          <p:nvPr>
            <p:ph idx="14"/>
          </p:nvPr>
        </p:nvSpPr>
        <p:spPr>
          <a:xfrm>
            <a:off x="457200" y="4024313"/>
            <a:ext cx="8229600" cy="130968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10"/>
          <p:cNvSpPr>
            <a:spLocks noGrp="1"/>
          </p:cNvSpPr>
          <p:nvPr>
            <p:ph sz="quarter" idx="15"/>
          </p:nvPr>
        </p:nvSpPr>
        <p:spPr>
          <a:xfrm>
            <a:off x="381000" y="6527802"/>
            <a:ext cx="6400800" cy="228600"/>
          </a:xfrm>
        </p:spPr>
        <p:txBody>
          <a:bodyPr/>
          <a:lstStyle>
            <a:lvl1pPr marL="0" indent="0">
              <a:buNone/>
              <a:defRPr sz="1800"/>
            </a:lvl1pPr>
            <a:lvl2pPr>
              <a:defRPr sz="1800"/>
            </a:lvl2pPr>
            <a:lvl3pPr>
              <a:defRPr sz="1800"/>
            </a:lvl3pPr>
            <a:lvl4pPr>
              <a:defRPr sz="1800"/>
            </a:lvl4pPr>
            <a:lvl5pPr marL="1828800" indent="0">
              <a:buNone/>
              <a:defRPr sz="1800"/>
            </a:lvl5pPr>
          </a:lstStyle>
          <a:p>
            <a:pPr lvl="4"/>
            <a:endParaRPr lang="en-IN" dirty="0"/>
          </a:p>
        </p:txBody>
      </p:sp>
    </p:spTree>
    <p:extLst>
      <p:ext uri="{BB962C8B-B14F-4D97-AF65-F5344CB8AC3E}">
        <p14:creationId xmlns:p14="http://schemas.microsoft.com/office/powerpoint/2010/main" val="1456968255"/>
      </p:ext>
    </p:extLst>
  </p:cSld>
  <p:clrMapOvr>
    <a:masterClrMapping/>
  </p:clrMapOvr>
  <p:transition>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5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457200" y="1600202"/>
            <a:ext cx="8229600" cy="792162"/>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lvl1pPr fontAlgn="base">
              <a:spcBef>
                <a:spcPct val="0"/>
              </a:spcBef>
              <a:spcAft>
                <a:spcPct val="0"/>
              </a:spcAft>
              <a:defRPr>
                <a:latin typeface="Arial" charset="0"/>
                <a:cs typeface="Arial" charset="0"/>
              </a:defRPr>
            </a:lvl1pPr>
          </a:lstStyle>
          <a:p>
            <a:pPr>
              <a:defRPr/>
            </a:pPr>
            <a:fld id="{FB392A70-6312-4295-B045-8A3A0643FC4B}" type="datetime1">
              <a:rPr lang="en-US"/>
              <a:pPr>
                <a:defRPr/>
              </a:pPr>
              <a:t>2/7/2026</a:t>
            </a:fld>
            <a:endParaRPr lang="en-US" dirty="0"/>
          </a:p>
        </p:txBody>
      </p:sp>
      <p:sp>
        <p:nvSpPr>
          <p:cNvPr id="5" name="Footer Placeholder 4"/>
          <p:cNvSpPr>
            <a:spLocks noGrp="1"/>
          </p:cNvSpPr>
          <p:nvPr>
            <p:ph type="ftr" sz="quarter" idx="11"/>
          </p:nvPr>
        </p:nvSpPr>
        <p:spPr/>
        <p:txBody>
          <a:bodyPr/>
          <a:lstStyle>
            <a:lvl1pPr fontAlgn="base">
              <a:spcBef>
                <a:spcPct val="0"/>
              </a:spcBef>
              <a:spcAft>
                <a:spcPct val="0"/>
              </a:spcAft>
              <a:defRPr>
                <a:latin typeface="Arial" charset="0"/>
                <a:cs typeface="Arial" charset="0"/>
              </a:defRPr>
            </a:lvl1pPr>
          </a:lstStyle>
          <a:p>
            <a:pPr>
              <a:defRPr/>
            </a:pPr>
            <a:r>
              <a:rPr lang="en-US" dirty="0"/>
              <a:t>Copyright @ 2015 McGraw Hill Education</a:t>
            </a:r>
          </a:p>
        </p:txBody>
      </p:sp>
      <p:sp>
        <p:nvSpPr>
          <p:cNvPr id="6" name="Slide Number Placeholder 5"/>
          <p:cNvSpPr>
            <a:spLocks noGrp="1"/>
          </p:cNvSpPr>
          <p:nvPr>
            <p:ph type="sldNum" sz="quarter" idx="12"/>
          </p:nvPr>
        </p:nvSpPr>
        <p:spPr/>
        <p:txBody>
          <a:bodyPr/>
          <a:lstStyle>
            <a:lvl1pPr fontAlgn="base">
              <a:spcBef>
                <a:spcPct val="0"/>
              </a:spcBef>
              <a:spcAft>
                <a:spcPct val="0"/>
              </a:spcAft>
              <a:defRPr>
                <a:latin typeface="Arial" charset="0"/>
                <a:cs typeface="Arial" charset="0"/>
              </a:defRPr>
            </a:lvl1pPr>
          </a:lstStyle>
          <a:p>
            <a:pPr>
              <a:defRPr/>
            </a:pPr>
            <a:fld id="{7A12E07D-6177-4BA4-8EF4-EE0B0B1559AA}" type="slidenum">
              <a:rPr lang="en-US"/>
              <a:pPr>
                <a:defRPr/>
              </a:pPr>
              <a:t>‹#›</a:t>
            </a:fld>
            <a:endParaRPr lang="en-US" dirty="0"/>
          </a:p>
        </p:txBody>
      </p:sp>
      <p:sp>
        <p:nvSpPr>
          <p:cNvPr id="8" name="Content Placeholder 2"/>
          <p:cNvSpPr>
            <a:spLocks noGrp="1"/>
          </p:cNvSpPr>
          <p:nvPr>
            <p:ph idx="13"/>
          </p:nvPr>
        </p:nvSpPr>
        <p:spPr>
          <a:xfrm>
            <a:off x="457200" y="2728915"/>
            <a:ext cx="8229600" cy="102076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Content Placeholder 2"/>
          <p:cNvSpPr>
            <a:spLocks noGrp="1"/>
          </p:cNvSpPr>
          <p:nvPr>
            <p:ph idx="14"/>
          </p:nvPr>
        </p:nvSpPr>
        <p:spPr>
          <a:xfrm>
            <a:off x="457200" y="4024313"/>
            <a:ext cx="8229600" cy="130968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10"/>
          <p:cNvSpPr>
            <a:spLocks noGrp="1"/>
          </p:cNvSpPr>
          <p:nvPr>
            <p:ph sz="quarter" idx="15"/>
          </p:nvPr>
        </p:nvSpPr>
        <p:spPr>
          <a:xfrm>
            <a:off x="381000" y="6527802"/>
            <a:ext cx="6400800" cy="228600"/>
          </a:xfrm>
        </p:spPr>
        <p:txBody>
          <a:bodyPr/>
          <a:lstStyle>
            <a:lvl1pPr marL="0" indent="0">
              <a:buNone/>
              <a:defRPr sz="1800"/>
            </a:lvl1pPr>
            <a:lvl2pPr>
              <a:defRPr sz="1800"/>
            </a:lvl2pPr>
            <a:lvl3pPr>
              <a:defRPr sz="1800"/>
            </a:lvl3pPr>
            <a:lvl4pPr>
              <a:defRPr sz="1800"/>
            </a:lvl4pPr>
            <a:lvl5pPr marL="1828800" indent="0">
              <a:buNone/>
              <a:defRPr sz="1800"/>
            </a:lvl5pPr>
          </a:lstStyle>
          <a:p>
            <a:pPr lvl="4"/>
            <a:endParaRPr lang="en-IN" dirty="0"/>
          </a:p>
        </p:txBody>
      </p:sp>
    </p:spTree>
    <p:extLst>
      <p:ext uri="{BB962C8B-B14F-4D97-AF65-F5344CB8AC3E}">
        <p14:creationId xmlns:p14="http://schemas.microsoft.com/office/powerpoint/2010/main" val="833656984"/>
      </p:ext>
    </p:extLst>
  </p:cSld>
  <p:clrMapOvr>
    <a:masterClrMapping/>
  </p:clrMapOvr>
  <p:transition>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52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457200" y="1600202"/>
            <a:ext cx="8229600" cy="792162"/>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lvl1pPr fontAlgn="base">
              <a:spcBef>
                <a:spcPct val="0"/>
              </a:spcBef>
              <a:spcAft>
                <a:spcPct val="0"/>
              </a:spcAft>
              <a:defRPr>
                <a:latin typeface="Arial" charset="0"/>
                <a:cs typeface="Arial" charset="0"/>
              </a:defRPr>
            </a:lvl1pPr>
          </a:lstStyle>
          <a:p>
            <a:pPr>
              <a:defRPr/>
            </a:pPr>
            <a:fld id="{FB392A70-6312-4295-B045-8A3A0643FC4B}" type="datetime1">
              <a:rPr lang="en-US"/>
              <a:pPr>
                <a:defRPr/>
              </a:pPr>
              <a:t>2/7/2026</a:t>
            </a:fld>
            <a:endParaRPr lang="en-US" dirty="0"/>
          </a:p>
        </p:txBody>
      </p:sp>
      <p:sp>
        <p:nvSpPr>
          <p:cNvPr id="5" name="Footer Placeholder 4"/>
          <p:cNvSpPr>
            <a:spLocks noGrp="1"/>
          </p:cNvSpPr>
          <p:nvPr>
            <p:ph type="ftr" sz="quarter" idx="11"/>
          </p:nvPr>
        </p:nvSpPr>
        <p:spPr/>
        <p:txBody>
          <a:bodyPr/>
          <a:lstStyle>
            <a:lvl1pPr fontAlgn="base">
              <a:spcBef>
                <a:spcPct val="0"/>
              </a:spcBef>
              <a:spcAft>
                <a:spcPct val="0"/>
              </a:spcAft>
              <a:defRPr>
                <a:latin typeface="Arial" charset="0"/>
                <a:cs typeface="Arial" charset="0"/>
              </a:defRPr>
            </a:lvl1pPr>
          </a:lstStyle>
          <a:p>
            <a:pPr>
              <a:defRPr/>
            </a:pPr>
            <a:r>
              <a:rPr lang="en-US" dirty="0"/>
              <a:t>Copyright @ 2015 McGraw Hill Education</a:t>
            </a:r>
          </a:p>
        </p:txBody>
      </p:sp>
      <p:sp>
        <p:nvSpPr>
          <p:cNvPr id="6" name="Slide Number Placeholder 5"/>
          <p:cNvSpPr>
            <a:spLocks noGrp="1"/>
          </p:cNvSpPr>
          <p:nvPr>
            <p:ph type="sldNum" sz="quarter" idx="12"/>
          </p:nvPr>
        </p:nvSpPr>
        <p:spPr/>
        <p:txBody>
          <a:bodyPr/>
          <a:lstStyle>
            <a:lvl1pPr fontAlgn="base">
              <a:spcBef>
                <a:spcPct val="0"/>
              </a:spcBef>
              <a:spcAft>
                <a:spcPct val="0"/>
              </a:spcAft>
              <a:defRPr>
                <a:latin typeface="Arial" charset="0"/>
                <a:cs typeface="Arial" charset="0"/>
              </a:defRPr>
            </a:lvl1pPr>
          </a:lstStyle>
          <a:p>
            <a:pPr>
              <a:defRPr/>
            </a:pPr>
            <a:fld id="{7A12E07D-6177-4BA4-8EF4-EE0B0B1559AA}" type="slidenum">
              <a:rPr lang="en-US"/>
              <a:pPr>
                <a:defRPr/>
              </a:pPr>
              <a:t>‹#›</a:t>
            </a:fld>
            <a:endParaRPr lang="en-US" dirty="0"/>
          </a:p>
        </p:txBody>
      </p:sp>
      <p:sp>
        <p:nvSpPr>
          <p:cNvPr id="8" name="Content Placeholder 2"/>
          <p:cNvSpPr>
            <a:spLocks noGrp="1"/>
          </p:cNvSpPr>
          <p:nvPr>
            <p:ph idx="13"/>
          </p:nvPr>
        </p:nvSpPr>
        <p:spPr>
          <a:xfrm>
            <a:off x="457200" y="2728915"/>
            <a:ext cx="8229600" cy="102076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Content Placeholder 2"/>
          <p:cNvSpPr>
            <a:spLocks noGrp="1"/>
          </p:cNvSpPr>
          <p:nvPr>
            <p:ph idx="14"/>
          </p:nvPr>
        </p:nvSpPr>
        <p:spPr>
          <a:xfrm>
            <a:off x="457200" y="4024313"/>
            <a:ext cx="8229600" cy="130968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10"/>
          <p:cNvSpPr>
            <a:spLocks noGrp="1"/>
          </p:cNvSpPr>
          <p:nvPr>
            <p:ph sz="quarter" idx="15"/>
          </p:nvPr>
        </p:nvSpPr>
        <p:spPr>
          <a:xfrm>
            <a:off x="381000" y="6527802"/>
            <a:ext cx="6400800" cy="228600"/>
          </a:xfrm>
        </p:spPr>
        <p:txBody>
          <a:bodyPr/>
          <a:lstStyle>
            <a:lvl1pPr marL="0" indent="0">
              <a:buNone/>
              <a:defRPr sz="1800"/>
            </a:lvl1pPr>
            <a:lvl2pPr>
              <a:defRPr sz="1800"/>
            </a:lvl2pPr>
            <a:lvl3pPr>
              <a:defRPr sz="1800"/>
            </a:lvl3pPr>
            <a:lvl4pPr>
              <a:defRPr sz="1800"/>
            </a:lvl4pPr>
            <a:lvl5pPr marL="1828800" indent="0">
              <a:buNone/>
              <a:defRPr sz="1800"/>
            </a:lvl5pPr>
          </a:lstStyle>
          <a:p>
            <a:pPr lvl="4"/>
            <a:endParaRPr lang="en-IN" dirty="0"/>
          </a:p>
        </p:txBody>
      </p:sp>
    </p:spTree>
    <p:extLst>
      <p:ext uri="{BB962C8B-B14F-4D97-AF65-F5344CB8AC3E}">
        <p14:creationId xmlns:p14="http://schemas.microsoft.com/office/powerpoint/2010/main" val="587845263"/>
      </p:ext>
    </p:extLst>
  </p:cSld>
  <p:clrMapOvr>
    <a:masterClrMapping/>
  </p:clrMapOvr>
  <p:transition>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53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457200" y="1600201"/>
            <a:ext cx="8229600" cy="12953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fontAlgn="base">
              <a:spcBef>
                <a:spcPct val="0"/>
              </a:spcBef>
              <a:spcAft>
                <a:spcPct val="0"/>
              </a:spcAft>
              <a:defRPr>
                <a:latin typeface="Arial" charset="0"/>
                <a:cs typeface="Arial" charset="0"/>
              </a:defRPr>
            </a:lvl1pPr>
          </a:lstStyle>
          <a:p>
            <a:pPr>
              <a:defRPr/>
            </a:pPr>
            <a:fld id="{FB392A70-6312-4295-B045-8A3A0643FC4B}" type="datetime1">
              <a:rPr lang="en-US"/>
              <a:pPr>
                <a:defRPr/>
              </a:pPr>
              <a:t>2/7/2026</a:t>
            </a:fld>
            <a:endParaRPr lang="en-US" dirty="0"/>
          </a:p>
        </p:txBody>
      </p:sp>
      <p:sp>
        <p:nvSpPr>
          <p:cNvPr id="5" name="Footer Placeholder 4"/>
          <p:cNvSpPr>
            <a:spLocks noGrp="1"/>
          </p:cNvSpPr>
          <p:nvPr>
            <p:ph type="ftr" sz="quarter" idx="11"/>
          </p:nvPr>
        </p:nvSpPr>
        <p:spPr/>
        <p:txBody>
          <a:bodyPr/>
          <a:lstStyle>
            <a:lvl1pPr fontAlgn="base">
              <a:spcBef>
                <a:spcPct val="0"/>
              </a:spcBef>
              <a:spcAft>
                <a:spcPct val="0"/>
              </a:spcAft>
              <a:defRPr>
                <a:latin typeface="Arial" charset="0"/>
                <a:cs typeface="Arial" charset="0"/>
              </a:defRPr>
            </a:lvl1pPr>
          </a:lstStyle>
          <a:p>
            <a:pPr>
              <a:defRPr/>
            </a:pPr>
            <a:r>
              <a:rPr lang="en-US" dirty="0"/>
              <a:t>Copyright @ 2015 McGraw Hill Education</a:t>
            </a:r>
          </a:p>
        </p:txBody>
      </p:sp>
      <p:sp>
        <p:nvSpPr>
          <p:cNvPr id="6" name="Slide Number Placeholder 5"/>
          <p:cNvSpPr>
            <a:spLocks noGrp="1"/>
          </p:cNvSpPr>
          <p:nvPr>
            <p:ph type="sldNum" sz="quarter" idx="12"/>
          </p:nvPr>
        </p:nvSpPr>
        <p:spPr/>
        <p:txBody>
          <a:bodyPr/>
          <a:lstStyle>
            <a:lvl1pPr fontAlgn="base">
              <a:spcBef>
                <a:spcPct val="0"/>
              </a:spcBef>
              <a:spcAft>
                <a:spcPct val="0"/>
              </a:spcAft>
              <a:defRPr>
                <a:latin typeface="Arial" charset="0"/>
                <a:cs typeface="Arial" charset="0"/>
              </a:defRPr>
            </a:lvl1pPr>
          </a:lstStyle>
          <a:p>
            <a:pPr>
              <a:defRPr/>
            </a:pPr>
            <a:fld id="{7A12E07D-6177-4BA4-8EF4-EE0B0B1559AA}" type="slidenum">
              <a:rPr lang="en-US"/>
              <a:pPr>
                <a:defRPr/>
              </a:pPr>
              <a:t>‹#›</a:t>
            </a:fld>
            <a:endParaRPr lang="en-US" dirty="0"/>
          </a:p>
        </p:txBody>
      </p:sp>
      <p:sp>
        <p:nvSpPr>
          <p:cNvPr id="8" name="Content Placeholder 2"/>
          <p:cNvSpPr>
            <a:spLocks noGrp="1"/>
          </p:cNvSpPr>
          <p:nvPr>
            <p:ph idx="13"/>
          </p:nvPr>
        </p:nvSpPr>
        <p:spPr>
          <a:xfrm>
            <a:off x="457200" y="3276601"/>
            <a:ext cx="8229600" cy="12953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10"/>
          <p:cNvSpPr>
            <a:spLocks noGrp="1"/>
          </p:cNvSpPr>
          <p:nvPr>
            <p:ph sz="quarter" idx="14"/>
          </p:nvPr>
        </p:nvSpPr>
        <p:spPr>
          <a:xfrm>
            <a:off x="381000" y="6527802"/>
            <a:ext cx="6400800" cy="228600"/>
          </a:xfrm>
        </p:spPr>
        <p:txBody>
          <a:bodyPr/>
          <a:lstStyle>
            <a:lvl1pPr marL="0" indent="0">
              <a:buNone/>
              <a:defRPr sz="1800"/>
            </a:lvl1pPr>
            <a:lvl2pPr>
              <a:defRPr sz="1800"/>
            </a:lvl2pPr>
            <a:lvl3pPr>
              <a:defRPr sz="1800"/>
            </a:lvl3pPr>
            <a:lvl4pPr>
              <a:defRPr sz="1800"/>
            </a:lvl4pPr>
            <a:lvl5pPr marL="1828800" indent="0">
              <a:buNone/>
              <a:defRPr sz="1800"/>
            </a:lvl5pPr>
          </a:lstStyle>
          <a:p>
            <a:pPr lvl="4"/>
            <a:endParaRPr lang="en-IN" dirty="0"/>
          </a:p>
        </p:txBody>
      </p:sp>
    </p:spTree>
    <p:extLst>
      <p:ext uri="{BB962C8B-B14F-4D97-AF65-F5344CB8AC3E}">
        <p14:creationId xmlns:p14="http://schemas.microsoft.com/office/powerpoint/2010/main" val="3962171234"/>
      </p:ext>
    </p:extLst>
  </p:cSld>
  <p:clrMapOvr>
    <a:masterClrMapping/>
  </p:clrMapOvr>
  <p:transition>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54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457200" y="1600202"/>
            <a:ext cx="8229600" cy="792162"/>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lvl1pPr fontAlgn="base">
              <a:spcBef>
                <a:spcPct val="0"/>
              </a:spcBef>
              <a:spcAft>
                <a:spcPct val="0"/>
              </a:spcAft>
              <a:defRPr>
                <a:latin typeface="Arial" charset="0"/>
                <a:cs typeface="Arial" charset="0"/>
              </a:defRPr>
            </a:lvl1pPr>
          </a:lstStyle>
          <a:p>
            <a:pPr>
              <a:defRPr/>
            </a:pPr>
            <a:fld id="{FB392A70-6312-4295-B045-8A3A0643FC4B}" type="datetime1">
              <a:rPr lang="en-US"/>
              <a:pPr>
                <a:defRPr/>
              </a:pPr>
              <a:t>2/7/2026</a:t>
            </a:fld>
            <a:endParaRPr lang="en-US" dirty="0"/>
          </a:p>
        </p:txBody>
      </p:sp>
      <p:sp>
        <p:nvSpPr>
          <p:cNvPr id="5" name="Footer Placeholder 4"/>
          <p:cNvSpPr>
            <a:spLocks noGrp="1"/>
          </p:cNvSpPr>
          <p:nvPr>
            <p:ph type="ftr" sz="quarter" idx="11"/>
          </p:nvPr>
        </p:nvSpPr>
        <p:spPr/>
        <p:txBody>
          <a:bodyPr/>
          <a:lstStyle>
            <a:lvl1pPr fontAlgn="base">
              <a:spcBef>
                <a:spcPct val="0"/>
              </a:spcBef>
              <a:spcAft>
                <a:spcPct val="0"/>
              </a:spcAft>
              <a:defRPr>
                <a:latin typeface="Arial" charset="0"/>
                <a:cs typeface="Arial" charset="0"/>
              </a:defRPr>
            </a:lvl1pPr>
          </a:lstStyle>
          <a:p>
            <a:pPr>
              <a:defRPr/>
            </a:pPr>
            <a:r>
              <a:rPr lang="en-US" dirty="0"/>
              <a:t>Copyright @ 2015 McGraw Hill Education</a:t>
            </a:r>
          </a:p>
        </p:txBody>
      </p:sp>
      <p:sp>
        <p:nvSpPr>
          <p:cNvPr id="6" name="Slide Number Placeholder 5"/>
          <p:cNvSpPr>
            <a:spLocks noGrp="1"/>
          </p:cNvSpPr>
          <p:nvPr>
            <p:ph type="sldNum" sz="quarter" idx="12"/>
          </p:nvPr>
        </p:nvSpPr>
        <p:spPr/>
        <p:txBody>
          <a:bodyPr/>
          <a:lstStyle>
            <a:lvl1pPr fontAlgn="base">
              <a:spcBef>
                <a:spcPct val="0"/>
              </a:spcBef>
              <a:spcAft>
                <a:spcPct val="0"/>
              </a:spcAft>
              <a:defRPr>
                <a:latin typeface="Arial" charset="0"/>
                <a:cs typeface="Arial" charset="0"/>
              </a:defRPr>
            </a:lvl1pPr>
          </a:lstStyle>
          <a:p>
            <a:pPr>
              <a:defRPr/>
            </a:pPr>
            <a:fld id="{7A12E07D-6177-4BA4-8EF4-EE0B0B1559AA}" type="slidenum">
              <a:rPr lang="en-US"/>
              <a:pPr>
                <a:defRPr/>
              </a:pPr>
              <a:t>‹#›</a:t>
            </a:fld>
            <a:endParaRPr lang="en-US" dirty="0"/>
          </a:p>
        </p:txBody>
      </p:sp>
      <p:sp>
        <p:nvSpPr>
          <p:cNvPr id="8" name="Content Placeholder 2"/>
          <p:cNvSpPr>
            <a:spLocks noGrp="1"/>
          </p:cNvSpPr>
          <p:nvPr>
            <p:ph idx="13"/>
          </p:nvPr>
        </p:nvSpPr>
        <p:spPr>
          <a:xfrm>
            <a:off x="457200" y="2728915"/>
            <a:ext cx="8229600" cy="102076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Content Placeholder 2"/>
          <p:cNvSpPr>
            <a:spLocks noGrp="1"/>
          </p:cNvSpPr>
          <p:nvPr>
            <p:ph idx="14"/>
          </p:nvPr>
        </p:nvSpPr>
        <p:spPr>
          <a:xfrm>
            <a:off x="457200" y="4024313"/>
            <a:ext cx="8229600" cy="130968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10"/>
          <p:cNvSpPr>
            <a:spLocks noGrp="1"/>
          </p:cNvSpPr>
          <p:nvPr>
            <p:ph sz="quarter" idx="15"/>
          </p:nvPr>
        </p:nvSpPr>
        <p:spPr>
          <a:xfrm>
            <a:off x="381000" y="6527802"/>
            <a:ext cx="6400800" cy="228600"/>
          </a:xfrm>
        </p:spPr>
        <p:txBody>
          <a:bodyPr/>
          <a:lstStyle>
            <a:lvl1pPr marL="0" indent="0">
              <a:buNone/>
              <a:defRPr sz="1800"/>
            </a:lvl1pPr>
            <a:lvl2pPr>
              <a:defRPr sz="1800"/>
            </a:lvl2pPr>
            <a:lvl3pPr>
              <a:defRPr sz="1800"/>
            </a:lvl3pPr>
            <a:lvl4pPr>
              <a:defRPr sz="1800"/>
            </a:lvl4pPr>
            <a:lvl5pPr marL="1828800" indent="0">
              <a:buNone/>
              <a:defRPr sz="1800"/>
            </a:lvl5pPr>
          </a:lstStyle>
          <a:p>
            <a:pPr lvl="4"/>
            <a:endParaRPr lang="en-IN" dirty="0"/>
          </a:p>
        </p:txBody>
      </p:sp>
    </p:spTree>
    <p:extLst>
      <p:ext uri="{BB962C8B-B14F-4D97-AF65-F5344CB8AC3E}">
        <p14:creationId xmlns:p14="http://schemas.microsoft.com/office/powerpoint/2010/main" val="178039411"/>
      </p:ext>
    </p:extLst>
  </p:cSld>
  <p:clrMapOvr>
    <a:masterClrMapping/>
  </p:clrMapOvr>
  <p:transition>
    <p:fad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55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457200" y="1600201"/>
            <a:ext cx="8229600" cy="12953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fontAlgn="base">
              <a:spcBef>
                <a:spcPct val="0"/>
              </a:spcBef>
              <a:spcAft>
                <a:spcPct val="0"/>
              </a:spcAft>
              <a:defRPr>
                <a:latin typeface="Arial" charset="0"/>
                <a:cs typeface="Arial" charset="0"/>
              </a:defRPr>
            </a:lvl1pPr>
          </a:lstStyle>
          <a:p>
            <a:pPr>
              <a:defRPr/>
            </a:pPr>
            <a:fld id="{FB392A70-6312-4295-B045-8A3A0643FC4B}" type="datetime1">
              <a:rPr lang="en-US"/>
              <a:pPr>
                <a:defRPr/>
              </a:pPr>
              <a:t>2/7/2026</a:t>
            </a:fld>
            <a:endParaRPr lang="en-US" dirty="0"/>
          </a:p>
        </p:txBody>
      </p:sp>
      <p:sp>
        <p:nvSpPr>
          <p:cNvPr id="5" name="Footer Placeholder 4"/>
          <p:cNvSpPr>
            <a:spLocks noGrp="1"/>
          </p:cNvSpPr>
          <p:nvPr>
            <p:ph type="ftr" sz="quarter" idx="11"/>
          </p:nvPr>
        </p:nvSpPr>
        <p:spPr/>
        <p:txBody>
          <a:bodyPr/>
          <a:lstStyle>
            <a:lvl1pPr fontAlgn="base">
              <a:spcBef>
                <a:spcPct val="0"/>
              </a:spcBef>
              <a:spcAft>
                <a:spcPct val="0"/>
              </a:spcAft>
              <a:defRPr>
                <a:latin typeface="Arial" charset="0"/>
                <a:cs typeface="Arial" charset="0"/>
              </a:defRPr>
            </a:lvl1pPr>
          </a:lstStyle>
          <a:p>
            <a:pPr>
              <a:defRPr/>
            </a:pPr>
            <a:r>
              <a:rPr lang="en-US" dirty="0"/>
              <a:t>Copyright @ 2015 McGraw Hill Education</a:t>
            </a:r>
          </a:p>
        </p:txBody>
      </p:sp>
      <p:sp>
        <p:nvSpPr>
          <p:cNvPr id="6" name="Slide Number Placeholder 5"/>
          <p:cNvSpPr>
            <a:spLocks noGrp="1"/>
          </p:cNvSpPr>
          <p:nvPr>
            <p:ph type="sldNum" sz="quarter" idx="12"/>
          </p:nvPr>
        </p:nvSpPr>
        <p:spPr/>
        <p:txBody>
          <a:bodyPr/>
          <a:lstStyle>
            <a:lvl1pPr fontAlgn="base">
              <a:spcBef>
                <a:spcPct val="0"/>
              </a:spcBef>
              <a:spcAft>
                <a:spcPct val="0"/>
              </a:spcAft>
              <a:defRPr>
                <a:latin typeface="Arial" charset="0"/>
                <a:cs typeface="Arial" charset="0"/>
              </a:defRPr>
            </a:lvl1pPr>
          </a:lstStyle>
          <a:p>
            <a:pPr>
              <a:defRPr/>
            </a:pPr>
            <a:fld id="{7A12E07D-6177-4BA4-8EF4-EE0B0B1559AA}" type="slidenum">
              <a:rPr lang="en-US"/>
              <a:pPr>
                <a:defRPr/>
              </a:pPr>
              <a:t>‹#›</a:t>
            </a:fld>
            <a:endParaRPr lang="en-US" dirty="0"/>
          </a:p>
        </p:txBody>
      </p:sp>
      <p:sp>
        <p:nvSpPr>
          <p:cNvPr id="8" name="Content Placeholder 2"/>
          <p:cNvSpPr>
            <a:spLocks noGrp="1"/>
          </p:cNvSpPr>
          <p:nvPr>
            <p:ph idx="13"/>
          </p:nvPr>
        </p:nvSpPr>
        <p:spPr>
          <a:xfrm>
            <a:off x="457200" y="3276601"/>
            <a:ext cx="8229600" cy="12953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10"/>
          <p:cNvSpPr>
            <a:spLocks noGrp="1"/>
          </p:cNvSpPr>
          <p:nvPr>
            <p:ph sz="quarter" idx="14"/>
          </p:nvPr>
        </p:nvSpPr>
        <p:spPr>
          <a:xfrm>
            <a:off x="381000" y="6527802"/>
            <a:ext cx="6400800" cy="228600"/>
          </a:xfrm>
        </p:spPr>
        <p:txBody>
          <a:bodyPr/>
          <a:lstStyle>
            <a:lvl1pPr marL="0" indent="0">
              <a:buNone/>
              <a:defRPr sz="1800"/>
            </a:lvl1pPr>
            <a:lvl2pPr>
              <a:defRPr sz="1800"/>
            </a:lvl2pPr>
            <a:lvl3pPr>
              <a:defRPr sz="1800"/>
            </a:lvl3pPr>
            <a:lvl4pPr>
              <a:defRPr sz="1800"/>
            </a:lvl4pPr>
            <a:lvl5pPr marL="1828800" indent="0">
              <a:buNone/>
              <a:defRPr sz="1800"/>
            </a:lvl5pPr>
          </a:lstStyle>
          <a:p>
            <a:pPr lvl="4"/>
            <a:endParaRPr lang="en-IN" dirty="0"/>
          </a:p>
        </p:txBody>
      </p:sp>
    </p:spTree>
    <p:extLst>
      <p:ext uri="{BB962C8B-B14F-4D97-AF65-F5344CB8AC3E}">
        <p14:creationId xmlns:p14="http://schemas.microsoft.com/office/powerpoint/2010/main" val="2698327570"/>
      </p:ext>
    </p:extLst>
  </p:cSld>
  <p:clrMapOvr>
    <a:masterClrMapping/>
  </p:clrMapOvr>
  <p:transition>
    <p:fade/>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56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457200" y="1600202"/>
            <a:ext cx="8229600" cy="792162"/>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lvl1pPr fontAlgn="base">
              <a:spcBef>
                <a:spcPct val="0"/>
              </a:spcBef>
              <a:spcAft>
                <a:spcPct val="0"/>
              </a:spcAft>
              <a:defRPr>
                <a:latin typeface="Arial" charset="0"/>
                <a:cs typeface="Arial" charset="0"/>
              </a:defRPr>
            </a:lvl1pPr>
          </a:lstStyle>
          <a:p>
            <a:pPr>
              <a:defRPr/>
            </a:pPr>
            <a:fld id="{FB392A70-6312-4295-B045-8A3A0643FC4B}" type="datetime1">
              <a:rPr lang="en-US"/>
              <a:pPr>
                <a:defRPr/>
              </a:pPr>
              <a:t>2/7/2026</a:t>
            </a:fld>
            <a:endParaRPr lang="en-US" dirty="0"/>
          </a:p>
        </p:txBody>
      </p:sp>
      <p:sp>
        <p:nvSpPr>
          <p:cNvPr id="5" name="Footer Placeholder 4"/>
          <p:cNvSpPr>
            <a:spLocks noGrp="1"/>
          </p:cNvSpPr>
          <p:nvPr>
            <p:ph type="ftr" sz="quarter" idx="11"/>
          </p:nvPr>
        </p:nvSpPr>
        <p:spPr/>
        <p:txBody>
          <a:bodyPr/>
          <a:lstStyle>
            <a:lvl1pPr fontAlgn="base">
              <a:spcBef>
                <a:spcPct val="0"/>
              </a:spcBef>
              <a:spcAft>
                <a:spcPct val="0"/>
              </a:spcAft>
              <a:defRPr>
                <a:latin typeface="Arial" charset="0"/>
                <a:cs typeface="Arial" charset="0"/>
              </a:defRPr>
            </a:lvl1pPr>
          </a:lstStyle>
          <a:p>
            <a:pPr>
              <a:defRPr/>
            </a:pPr>
            <a:r>
              <a:rPr lang="en-US" dirty="0"/>
              <a:t>Copyright @ 2015 McGraw Hill Education</a:t>
            </a:r>
          </a:p>
        </p:txBody>
      </p:sp>
      <p:sp>
        <p:nvSpPr>
          <p:cNvPr id="6" name="Slide Number Placeholder 5"/>
          <p:cNvSpPr>
            <a:spLocks noGrp="1"/>
          </p:cNvSpPr>
          <p:nvPr>
            <p:ph type="sldNum" sz="quarter" idx="12"/>
          </p:nvPr>
        </p:nvSpPr>
        <p:spPr/>
        <p:txBody>
          <a:bodyPr/>
          <a:lstStyle>
            <a:lvl1pPr fontAlgn="base">
              <a:spcBef>
                <a:spcPct val="0"/>
              </a:spcBef>
              <a:spcAft>
                <a:spcPct val="0"/>
              </a:spcAft>
              <a:defRPr>
                <a:latin typeface="Arial" charset="0"/>
                <a:cs typeface="Arial" charset="0"/>
              </a:defRPr>
            </a:lvl1pPr>
          </a:lstStyle>
          <a:p>
            <a:pPr>
              <a:defRPr/>
            </a:pPr>
            <a:fld id="{7A12E07D-6177-4BA4-8EF4-EE0B0B1559AA}" type="slidenum">
              <a:rPr lang="en-US"/>
              <a:pPr>
                <a:defRPr/>
              </a:pPr>
              <a:t>‹#›</a:t>
            </a:fld>
            <a:endParaRPr lang="en-US" dirty="0"/>
          </a:p>
        </p:txBody>
      </p:sp>
      <p:sp>
        <p:nvSpPr>
          <p:cNvPr id="8" name="Content Placeholder 2"/>
          <p:cNvSpPr>
            <a:spLocks noGrp="1"/>
          </p:cNvSpPr>
          <p:nvPr>
            <p:ph idx="13"/>
          </p:nvPr>
        </p:nvSpPr>
        <p:spPr>
          <a:xfrm>
            <a:off x="457200" y="2728915"/>
            <a:ext cx="8229600" cy="102076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Content Placeholder 2"/>
          <p:cNvSpPr>
            <a:spLocks noGrp="1"/>
          </p:cNvSpPr>
          <p:nvPr>
            <p:ph idx="14"/>
          </p:nvPr>
        </p:nvSpPr>
        <p:spPr>
          <a:xfrm>
            <a:off x="457200" y="4024313"/>
            <a:ext cx="8229600" cy="130968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10"/>
          <p:cNvSpPr>
            <a:spLocks noGrp="1"/>
          </p:cNvSpPr>
          <p:nvPr>
            <p:ph sz="quarter" idx="15"/>
          </p:nvPr>
        </p:nvSpPr>
        <p:spPr>
          <a:xfrm>
            <a:off x="381000" y="6527802"/>
            <a:ext cx="6400800" cy="228600"/>
          </a:xfrm>
        </p:spPr>
        <p:txBody>
          <a:bodyPr/>
          <a:lstStyle>
            <a:lvl1pPr marL="0" indent="0">
              <a:buNone/>
              <a:defRPr sz="1800"/>
            </a:lvl1pPr>
            <a:lvl2pPr>
              <a:defRPr sz="1800"/>
            </a:lvl2pPr>
            <a:lvl3pPr>
              <a:defRPr sz="1800"/>
            </a:lvl3pPr>
            <a:lvl4pPr>
              <a:defRPr sz="1800"/>
            </a:lvl4pPr>
            <a:lvl5pPr marL="1828800" indent="0">
              <a:buNone/>
              <a:defRPr sz="1800"/>
            </a:lvl5pPr>
          </a:lstStyle>
          <a:p>
            <a:pPr lvl="4"/>
            <a:endParaRPr lang="en-IN" dirty="0"/>
          </a:p>
        </p:txBody>
      </p:sp>
    </p:spTree>
    <p:extLst>
      <p:ext uri="{BB962C8B-B14F-4D97-AF65-F5344CB8AC3E}">
        <p14:creationId xmlns:p14="http://schemas.microsoft.com/office/powerpoint/2010/main" val="496298494"/>
      </p:ext>
    </p:extLst>
  </p:cSld>
  <p:clrMapOvr>
    <a:masterClrMapping/>
  </p:clrMapOvr>
  <p:transition>
    <p:fade/>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57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457200" y="1600201"/>
            <a:ext cx="8229600" cy="12953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fontAlgn="base">
              <a:spcBef>
                <a:spcPct val="0"/>
              </a:spcBef>
              <a:spcAft>
                <a:spcPct val="0"/>
              </a:spcAft>
              <a:defRPr>
                <a:latin typeface="Arial" charset="0"/>
                <a:cs typeface="Arial" charset="0"/>
              </a:defRPr>
            </a:lvl1pPr>
          </a:lstStyle>
          <a:p>
            <a:pPr>
              <a:defRPr/>
            </a:pPr>
            <a:fld id="{FB392A70-6312-4295-B045-8A3A0643FC4B}" type="datetime1">
              <a:rPr lang="en-US"/>
              <a:pPr>
                <a:defRPr/>
              </a:pPr>
              <a:t>2/7/2026</a:t>
            </a:fld>
            <a:endParaRPr lang="en-US" dirty="0"/>
          </a:p>
        </p:txBody>
      </p:sp>
      <p:sp>
        <p:nvSpPr>
          <p:cNvPr id="5" name="Footer Placeholder 4"/>
          <p:cNvSpPr>
            <a:spLocks noGrp="1"/>
          </p:cNvSpPr>
          <p:nvPr>
            <p:ph type="ftr" sz="quarter" idx="11"/>
          </p:nvPr>
        </p:nvSpPr>
        <p:spPr/>
        <p:txBody>
          <a:bodyPr/>
          <a:lstStyle>
            <a:lvl1pPr fontAlgn="base">
              <a:spcBef>
                <a:spcPct val="0"/>
              </a:spcBef>
              <a:spcAft>
                <a:spcPct val="0"/>
              </a:spcAft>
              <a:defRPr>
                <a:latin typeface="Arial" charset="0"/>
                <a:cs typeface="Arial" charset="0"/>
              </a:defRPr>
            </a:lvl1pPr>
          </a:lstStyle>
          <a:p>
            <a:pPr>
              <a:defRPr/>
            </a:pPr>
            <a:r>
              <a:rPr lang="en-US" dirty="0"/>
              <a:t>Copyright @ 2015 McGraw Hill Education</a:t>
            </a:r>
          </a:p>
        </p:txBody>
      </p:sp>
      <p:sp>
        <p:nvSpPr>
          <p:cNvPr id="6" name="Slide Number Placeholder 5"/>
          <p:cNvSpPr>
            <a:spLocks noGrp="1"/>
          </p:cNvSpPr>
          <p:nvPr>
            <p:ph type="sldNum" sz="quarter" idx="12"/>
          </p:nvPr>
        </p:nvSpPr>
        <p:spPr/>
        <p:txBody>
          <a:bodyPr/>
          <a:lstStyle>
            <a:lvl1pPr fontAlgn="base">
              <a:spcBef>
                <a:spcPct val="0"/>
              </a:spcBef>
              <a:spcAft>
                <a:spcPct val="0"/>
              </a:spcAft>
              <a:defRPr>
                <a:latin typeface="Arial" charset="0"/>
                <a:cs typeface="Arial" charset="0"/>
              </a:defRPr>
            </a:lvl1pPr>
          </a:lstStyle>
          <a:p>
            <a:pPr>
              <a:defRPr/>
            </a:pPr>
            <a:fld id="{7A12E07D-6177-4BA4-8EF4-EE0B0B1559AA}" type="slidenum">
              <a:rPr lang="en-US"/>
              <a:pPr>
                <a:defRPr/>
              </a:pPr>
              <a:t>‹#›</a:t>
            </a:fld>
            <a:endParaRPr lang="en-US" dirty="0"/>
          </a:p>
        </p:txBody>
      </p:sp>
      <p:sp>
        <p:nvSpPr>
          <p:cNvPr id="8" name="Content Placeholder 2"/>
          <p:cNvSpPr>
            <a:spLocks noGrp="1"/>
          </p:cNvSpPr>
          <p:nvPr>
            <p:ph idx="13"/>
          </p:nvPr>
        </p:nvSpPr>
        <p:spPr>
          <a:xfrm>
            <a:off x="457200" y="3276601"/>
            <a:ext cx="8229600" cy="12953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10"/>
          <p:cNvSpPr>
            <a:spLocks noGrp="1"/>
          </p:cNvSpPr>
          <p:nvPr>
            <p:ph sz="quarter" idx="14"/>
          </p:nvPr>
        </p:nvSpPr>
        <p:spPr>
          <a:xfrm>
            <a:off x="381000" y="6527802"/>
            <a:ext cx="6400800" cy="228600"/>
          </a:xfrm>
        </p:spPr>
        <p:txBody>
          <a:bodyPr/>
          <a:lstStyle>
            <a:lvl1pPr marL="0" indent="0">
              <a:buNone/>
              <a:defRPr sz="1800"/>
            </a:lvl1pPr>
            <a:lvl2pPr>
              <a:defRPr sz="1800"/>
            </a:lvl2pPr>
            <a:lvl3pPr>
              <a:defRPr sz="1800"/>
            </a:lvl3pPr>
            <a:lvl4pPr>
              <a:defRPr sz="1800"/>
            </a:lvl4pPr>
            <a:lvl5pPr marL="1828800" indent="0">
              <a:buNone/>
              <a:defRPr sz="1800"/>
            </a:lvl5pPr>
          </a:lstStyle>
          <a:p>
            <a:pPr lvl="4"/>
            <a:endParaRPr lang="en-IN" dirty="0"/>
          </a:p>
        </p:txBody>
      </p:sp>
    </p:spTree>
    <p:extLst>
      <p:ext uri="{BB962C8B-B14F-4D97-AF65-F5344CB8AC3E}">
        <p14:creationId xmlns:p14="http://schemas.microsoft.com/office/powerpoint/2010/main" val="3024335300"/>
      </p:ext>
    </p:extLst>
  </p:cSld>
  <p:clrMapOvr>
    <a:masterClrMapping/>
  </p:clrMapOvr>
  <p:transition>
    <p:fade/>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58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457200" y="1600202"/>
            <a:ext cx="8229600" cy="792162"/>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lvl1pPr fontAlgn="base">
              <a:spcBef>
                <a:spcPct val="0"/>
              </a:spcBef>
              <a:spcAft>
                <a:spcPct val="0"/>
              </a:spcAft>
              <a:defRPr>
                <a:latin typeface="Arial" charset="0"/>
                <a:cs typeface="Arial" charset="0"/>
              </a:defRPr>
            </a:lvl1pPr>
          </a:lstStyle>
          <a:p>
            <a:pPr>
              <a:defRPr/>
            </a:pPr>
            <a:fld id="{FB392A70-6312-4295-B045-8A3A0643FC4B}" type="datetime1">
              <a:rPr lang="en-US"/>
              <a:pPr>
                <a:defRPr/>
              </a:pPr>
              <a:t>2/7/2026</a:t>
            </a:fld>
            <a:endParaRPr lang="en-US" dirty="0"/>
          </a:p>
        </p:txBody>
      </p:sp>
      <p:sp>
        <p:nvSpPr>
          <p:cNvPr id="5" name="Footer Placeholder 4"/>
          <p:cNvSpPr>
            <a:spLocks noGrp="1"/>
          </p:cNvSpPr>
          <p:nvPr>
            <p:ph type="ftr" sz="quarter" idx="11"/>
          </p:nvPr>
        </p:nvSpPr>
        <p:spPr/>
        <p:txBody>
          <a:bodyPr/>
          <a:lstStyle>
            <a:lvl1pPr fontAlgn="base">
              <a:spcBef>
                <a:spcPct val="0"/>
              </a:spcBef>
              <a:spcAft>
                <a:spcPct val="0"/>
              </a:spcAft>
              <a:defRPr>
                <a:latin typeface="Arial" charset="0"/>
                <a:cs typeface="Arial" charset="0"/>
              </a:defRPr>
            </a:lvl1pPr>
          </a:lstStyle>
          <a:p>
            <a:pPr>
              <a:defRPr/>
            </a:pPr>
            <a:r>
              <a:rPr lang="en-US" dirty="0"/>
              <a:t>Copyright @ 2015 McGraw Hill Education</a:t>
            </a:r>
          </a:p>
        </p:txBody>
      </p:sp>
      <p:sp>
        <p:nvSpPr>
          <p:cNvPr id="6" name="Slide Number Placeholder 5"/>
          <p:cNvSpPr>
            <a:spLocks noGrp="1"/>
          </p:cNvSpPr>
          <p:nvPr>
            <p:ph type="sldNum" sz="quarter" idx="12"/>
          </p:nvPr>
        </p:nvSpPr>
        <p:spPr/>
        <p:txBody>
          <a:bodyPr/>
          <a:lstStyle>
            <a:lvl1pPr fontAlgn="base">
              <a:spcBef>
                <a:spcPct val="0"/>
              </a:spcBef>
              <a:spcAft>
                <a:spcPct val="0"/>
              </a:spcAft>
              <a:defRPr>
                <a:latin typeface="Arial" charset="0"/>
                <a:cs typeface="Arial" charset="0"/>
              </a:defRPr>
            </a:lvl1pPr>
          </a:lstStyle>
          <a:p>
            <a:pPr>
              <a:defRPr/>
            </a:pPr>
            <a:fld id="{7A12E07D-6177-4BA4-8EF4-EE0B0B1559AA}" type="slidenum">
              <a:rPr lang="en-US"/>
              <a:pPr>
                <a:defRPr/>
              </a:pPr>
              <a:t>‹#›</a:t>
            </a:fld>
            <a:endParaRPr lang="en-US" dirty="0"/>
          </a:p>
        </p:txBody>
      </p:sp>
      <p:sp>
        <p:nvSpPr>
          <p:cNvPr id="8" name="Content Placeholder 2"/>
          <p:cNvSpPr>
            <a:spLocks noGrp="1"/>
          </p:cNvSpPr>
          <p:nvPr>
            <p:ph idx="13"/>
          </p:nvPr>
        </p:nvSpPr>
        <p:spPr>
          <a:xfrm>
            <a:off x="457200" y="2728915"/>
            <a:ext cx="8229600" cy="102076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Content Placeholder 2"/>
          <p:cNvSpPr>
            <a:spLocks noGrp="1"/>
          </p:cNvSpPr>
          <p:nvPr>
            <p:ph idx="14"/>
          </p:nvPr>
        </p:nvSpPr>
        <p:spPr>
          <a:xfrm>
            <a:off x="457200" y="4024313"/>
            <a:ext cx="8229600" cy="130968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10"/>
          <p:cNvSpPr>
            <a:spLocks noGrp="1"/>
          </p:cNvSpPr>
          <p:nvPr>
            <p:ph sz="quarter" idx="15"/>
          </p:nvPr>
        </p:nvSpPr>
        <p:spPr>
          <a:xfrm>
            <a:off x="381000" y="6527802"/>
            <a:ext cx="6400800" cy="228600"/>
          </a:xfrm>
        </p:spPr>
        <p:txBody>
          <a:bodyPr/>
          <a:lstStyle>
            <a:lvl1pPr marL="0" indent="0">
              <a:buNone/>
              <a:defRPr sz="1800"/>
            </a:lvl1pPr>
            <a:lvl2pPr>
              <a:defRPr sz="1800"/>
            </a:lvl2pPr>
            <a:lvl3pPr>
              <a:defRPr sz="1800"/>
            </a:lvl3pPr>
            <a:lvl4pPr>
              <a:defRPr sz="1800"/>
            </a:lvl4pPr>
            <a:lvl5pPr marL="1828800" indent="0">
              <a:buNone/>
              <a:defRPr sz="1800"/>
            </a:lvl5pPr>
          </a:lstStyle>
          <a:p>
            <a:pPr lvl="4"/>
            <a:endParaRPr lang="en-IN" dirty="0"/>
          </a:p>
        </p:txBody>
      </p:sp>
    </p:spTree>
    <p:extLst>
      <p:ext uri="{BB962C8B-B14F-4D97-AF65-F5344CB8AC3E}">
        <p14:creationId xmlns:p14="http://schemas.microsoft.com/office/powerpoint/2010/main" val="4030673856"/>
      </p:ext>
    </p:extLst>
  </p:cSld>
  <p:clrMapOvr>
    <a:masterClrMapping/>
  </p:clrMapOvr>
  <p:transition>
    <p:fade/>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59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457200" y="1600202"/>
            <a:ext cx="8229600" cy="792162"/>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lvl1pPr fontAlgn="base">
              <a:spcBef>
                <a:spcPct val="0"/>
              </a:spcBef>
              <a:spcAft>
                <a:spcPct val="0"/>
              </a:spcAft>
              <a:defRPr>
                <a:latin typeface="Arial" charset="0"/>
                <a:cs typeface="Arial" charset="0"/>
              </a:defRPr>
            </a:lvl1pPr>
          </a:lstStyle>
          <a:p>
            <a:pPr>
              <a:defRPr/>
            </a:pPr>
            <a:fld id="{FB392A70-6312-4295-B045-8A3A0643FC4B}" type="datetime1">
              <a:rPr lang="en-US"/>
              <a:pPr>
                <a:defRPr/>
              </a:pPr>
              <a:t>2/7/2026</a:t>
            </a:fld>
            <a:endParaRPr lang="en-US" dirty="0"/>
          </a:p>
        </p:txBody>
      </p:sp>
      <p:sp>
        <p:nvSpPr>
          <p:cNvPr id="5" name="Footer Placeholder 4"/>
          <p:cNvSpPr>
            <a:spLocks noGrp="1"/>
          </p:cNvSpPr>
          <p:nvPr>
            <p:ph type="ftr" sz="quarter" idx="11"/>
          </p:nvPr>
        </p:nvSpPr>
        <p:spPr/>
        <p:txBody>
          <a:bodyPr/>
          <a:lstStyle>
            <a:lvl1pPr fontAlgn="base">
              <a:spcBef>
                <a:spcPct val="0"/>
              </a:spcBef>
              <a:spcAft>
                <a:spcPct val="0"/>
              </a:spcAft>
              <a:defRPr>
                <a:latin typeface="Arial" charset="0"/>
                <a:cs typeface="Arial" charset="0"/>
              </a:defRPr>
            </a:lvl1pPr>
          </a:lstStyle>
          <a:p>
            <a:pPr>
              <a:defRPr/>
            </a:pPr>
            <a:r>
              <a:rPr lang="en-US" dirty="0"/>
              <a:t>Copyright @ 2015 McGraw Hill Education</a:t>
            </a:r>
          </a:p>
        </p:txBody>
      </p:sp>
      <p:sp>
        <p:nvSpPr>
          <p:cNvPr id="6" name="Slide Number Placeholder 5"/>
          <p:cNvSpPr>
            <a:spLocks noGrp="1"/>
          </p:cNvSpPr>
          <p:nvPr>
            <p:ph type="sldNum" sz="quarter" idx="12"/>
          </p:nvPr>
        </p:nvSpPr>
        <p:spPr/>
        <p:txBody>
          <a:bodyPr/>
          <a:lstStyle>
            <a:lvl1pPr fontAlgn="base">
              <a:spcBef>
                <a:spcPct val="0"/>
              </a:spcBef>
              <a:spcAft>
                <a:spcPct val="0"/>
              </a:spcAft>
              <a:defRPr>
                <a:latin typeface="Arial" charset="0"/>
                <a:cs typeface="Arial" charset="0"/>
              </a:defRPr>
            </a:lvl1pPr>
          </a:lstStyle>
          <a:p>
            <a:pPr>
              <a:defRPr/>
            </a:pPr>
            <a:fld id="{7A12E07D-6177-4BA4-8EF4-EE0B0B1559AA}" type="slidenum">
              <a:rPr lang="en-US"/>
              <a:pPr>
                <a:defRPr/>
              </a:pPr>
              <a:t>‹#›</a:t>
            </a:fld>
            <a:endParaRPr lang="en-US" dirty="0"/>
          </a:p>
        </p:txBody>
      </p:sp>
      <p:sp>
        <p:nvSpPr>
          <p:cNvPr id="8" name="Content Placeholder 2"/>
          <p:cNvSpPr>
            <a:spLocks noGrp="1"/>
          </p:cNvSpPr>
          <p:nvPr>
            <p:ph idx="13"/>
          </p:nvPr>
        </p:nvSpPr>
        <p:spPr>
          <a:xfrm>
            <a:off x="457200" y="2728915"/>
            <a:ext cx="8229600" cy="102076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Content Placeholder 2"/>
          <p:cNvSpPr>
            <a:spLocks noGrp="1"/>
          </p:cNvSpPr>
          <p:nvPr>
            <p:ph idx="14"/>
          </p:nvPr>
        </p:nvSpPr>
        <p:spPr>
          <a:xfrm>
            <a:off x="457200" y="4024313"/>
            <a:ext cx="8229600" cy="130968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10"/>
          <p:cNvSpPr>
            <a:spLocks noGrp="1"/>
          </p:cNvSpPr>
          <p:nvPr>
            <p:ph sz="quarter" idx="15"/>
          </p:nvPr>
        </p:nvSpPr>
        <p:spPr>
          <a:xfrm>
            <a:off x="381000" y="6527802"/>
            <a:ext cx="6400800" cy="228600"/>
          </a:xfrm>
        </p:spPr>
        <p:txBody>
          <a:bodyPr/>
          <a:lstStyle>
            <a:lvl1pPr marL="0" indent="0">
              <a:buNone/>
              <a:defRPr sz="1800"/>
            </a:lvl1pPr>
            <a:lvl2pPr>
              <a:defRPr sz="1800"/>
            </a:lvl2pPr>
            <a:lvl3pPr>
              <a:defRPr sz="1800"/>
            </a:lvl3pPr>
            <a:lvl4pPr>
              <a:defRPr sz="1800"/>
            </a:lvl4pPr>
            <a:lvl5pPr marL="1828800" indent="0">
              <a:buNone/>
              <a:defRPr sz="1800"/>
            </a:lvl5pPr>
          </a:lstStyle>
          <a:p>
            <a:pPr lvl="4"/>
            <a:endParaRPr lang="en-IN" dirty="0"/>
          </a:p>
        </p:txBody>
      </p:sp>
    </p:spTree>
    <p:extLst>
      <p:ext uri="{BB962C8B-B14F-4D97-AF65-F5344CB8AC3E}">
        <p14:creationId xmlns:p14="http://schemas.microsoft.com/office/powerpoint/2010/main" val="2296961372"/>
      </p:ext>
    </p:extLst>
  </p:cSld>
  <p:clrMapOvr>
    <a:masterClrMapping/>
  </p:clrMapOvr>
  <p:transition>
    <p:fade/>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60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457200" y="1600201"/>
            <a:ext cx="8229600" cy="12953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fontAlgn="base">
              <a:spcBef>
                <a:spcPct val="0"/>
              </a:spcBef>
              <a:spcAft>
                <a:spcPct val="0"/>
              </a:spcAft>
              <a:defRPr>
                <a:latin typeface="Arial" charset="0"/>
                <a:cs typeface="Arial" charset="0"/>
              </a:defRPr>
            </a:lvl1pPr>
          </a:lstStyle>
          <a:p>
            <a:pPr>
              <a:defRPr/>
            </a:pPr>
            <a:fld id="{FB392A70-6312-4295-B045-8A3A0643FC4B}" type="datetime1">
              <a:rPr lang="en-US"/>
              <a:pPr>
                <a:defRPr/>
              </a:pPr>
              <a:t>2/7/2026</a:t>
            </a:fld>
            <a:endParaRPr lang="en-US" dirty="0"/>
          </a:p>
        </p:txBody>
      </p:sp>
      <p:sp>
        <p:nvSpPr>
          <p:cNvPr id="5" name="Footer Placeholder 4"/>
          <p:cNvSpPr>
            <a:spLocks noGrp="1"/>
          </p:cNvSpPr>
          <p:nvPr>
            <p:ph type="ftr" sz="quarter" idx="11"/>
          </p:nvPr>
        </p:nvSpPr>
        <p:spPr/>
        <p:txBody>
          <a:bodyPr/>
          <a:lstStyle>
            <a:lvl1pPr fontAlgn="base">
              <a:spcBef>
                <a:spcPct val="0"/>
              </a:spcBef>
              <a:spcAft>
                <a:spcPct val="0"/>
              </a:spcAft>
              <a:defRPr>
                <a:latin typeface="Arial" charset="0"/>
                <a:cs typeface="Arial" charset="0"/>
              </a:defRPr>
            </a:lvl1pPr>
          </a:lstStyle>
          <a:p>
            <a:pPr>
              <a:defRPr/>
            </a:pPr>
            <a:r>
              <a:rPr lang="en-US" dirty="0"/>
              <a:t>Copyright @ 2015 McGraw Hill Education</a:t>
            </a:r>
          </a:p>
        </p:txBody>
      </p:sp>
      <p:sp>
        <p:nvSpPr>
          <p:cNvPr id="6" name="Slide Number Placeholder 5"/>
          <p:cNvSpPr>
            <a:spLocks noGrp="1"/>
          </p:cNvSpPr>
          <p:nvPr>
            <p:ph type="sldNum" sz="quarter" idx="12"/>
          </p:nvPr>
        </p:nvSpPr>
        <p:spPr/>
        <p:txBody>
          <a:bodyPr/>
          <a:lstStyle>
            <a:lvl1pPr fontAlgn="base">
              <a:spcBef>
                <a:spcPct val="0"/>
              </a:spcBef>
              <a:spcAft>
                <a:spcPct val="0"/>
              </a:spcAft>
              <a:defRPr>
                <a:latin typeface="Arial" charset="0"/>
                <a:cs typeface="Arial" charset="0"/>
              </a:defRPr>
            </a:lvl1pPr>
          </a:lstStyle>
          <a:p>
            <a:pPr>
              <a:defRPr/>
            </a:pPr>
            <a:fld id="{7A12E07D-6177-4BA4-8EF4-EE0B0B1559AA}" type="slidenum">
              <a:rPr lang="en-US"/>
              <a:pPr>
                <a:defRPr/>
              </a:pPr>
              <a:t>‹#›</a:t>
            </a:fld>
            <a:endParaRPr lang="en-US" dirty="0"/>
          </a:p>
        </p:txBody>
      </p:sp>
      <p:sp>
        <p:nvSpPr>
          <p:cNvPr id="8" name="Content Placeholder 2"/>
          <p:cNvSpPr>
            <a:spLocks noGrp="1"/>
          </p:cNvSpPr>
          <p:nvPr>
            <p:ph idx="13"/>
          </p:nvPr>
        </p:nvSpPr>
        <p:spPr>
          <a:xfrm>
            <a:off x="457200" y="3276601"/>
            <a:ext cx="8229600" cy="12953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10"/>
          <p:cNvSpPr>
            <a:spLocks noGrp="1"/>
          </p:cNvSpPr>
          <p:nvPr>
            <p:ph sz="quarter" idx="14"/>
          </p:nvPr>
        </p:nvSpPr>
        <p:spPr>
          <a:xfrm>
            <a:off x="381000" y="6527802"/>
            <a:ext cx="6400800" cy="228600"/>
          </a:xfrm>
        </p:spPr>
        <p:txBody>
          <a:bodyPr/>
          <a:lstStyle>
            <a:lvl1pPr marL="0" indent="0">
              <a:buNone/>
              <a:defRPr sz="1800"/>
            </a:lvl1pPr>
            <a:lvl2pPr>
              <a:defRPr sz="1800"/>
            </a:lvl2pPr>
            <a:lvl3pPr>
              <a:defRPr sz="1800"/>
            </a:lvl3pPr>
            <a:lvl4pPr>
              <a:defRPr sz="1800"/>
            </a:lvl4pPr>
            <a:lvl5pPr marL="1828800" indent="0">
              <a:buNone/>
              <a:defRPr sz="1800"/>
            </a:lvl5pPr>
          </a:lstStyle>
          <a:p>
            <a:pPr lvl="4"/>
            <a:endParaRPr lang="en-IN" dirty="0"/>
          </a:p>
        </p:txBody>
      </p:sp>
    </p:spTree>
    <p:extLst>
      <p:ext uri="{BB962C8B-B14F-4D97-AF65-F5344CB8AC3E}">
        <p14:creationId xmlns:p14="http://schemas.microsoft.com/office/powerpoint/2010/main" val="1243961258"/>
      </p:ext>
    </p:extLst>
  </p:cSld>
  <p:clrMapOvr>
    <a:masterClrMapping/>
  </p:clrMapOvr>
  <p:transition>
    <p:fade/>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6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457200" y="1600202"/>
            <a:ext cx="8229600" cy="792162"/>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lvl1pPr fontAlgn="base">
              <a:spcBef>
                <a:spcPct val="0"/>
              </a:spcBef>
              <a:spcAft>
                <a:spcPct val="0"/>
              </a:spcAft>
              <a:defRPr>
                <a:latin typeface="Arial" charset="0"/>
                <a:cs typeface="Arial" charset="0"/>
              </a:defRPr>
            </a:lvl1pPr>
          </a:lstStyle>
          <a:p>
            <a:pPr>
              <a:defRPr/>
            </a:pPr>
            <a:fld id="{FB392A70-6312-4295-B045-8A3A0643FC4B}" type="datetime1">
              <a:rPr lang="en-US"/>
              <a:pPr>
                <a:defRPr/>
              </a:pPr>
              <a:t>2/7/2026</a:t>
            </a:fld>
            <a:endParaRPr lang="en-US" dirty="0"/>
          </a:p>
        </p:txBody>
      </p:sp>
      <p:sp>
        <p:nvSpPr>
          <p:cNvPr id="5" name="Footer Placeholder 4"/>
          <p:cNvSpPr>
            <a:spLocks noGrp="1"/>
          </p:cNvSpPr>
          <p:nvPr>
            <p:ph type="ftr" sz="quarter" idx="11"/>
          </p:nvPr>
        </p:nvSpPr>
        <p:spPr/>
        <p:txBody>
          <a:bodyPr/>
          <a:lstStyle>
            <a:lvl1pPr fontAlgn="base">
              <a:spcBef>
                <a:spcPct val="0"/>
              </a:spcBef>
              <a:spcAft>
                <a:spcPct val="0"/>
              </a:spcAft>
              <a:defRPr>
                <a:latin typeface="Arial" charset="0"/>
                <a:cs typeface="Arial" charset="0"/>
              </a:defRPr>
            </a:lvl1pPr>
          </a:lstStyle>
          <a:p>
            <a:pPr>
              <a:defRPr/>
            </a:pPr>
            <a:r>
              <a:rPr lang="en-US" dirty="0"/>
              <a:t>Copyright @ 2015 McGraw Hill Education</a:t>
            </a:r>
          </a:p>
        </p:txBody>
      </p:sp>
      <p:sp>
        <p:nvSpPr>
          <p:cNvPr id="6" name="Slide Number Placeholder 5"/>
          <p:cNvSpPr>
            <a:spLocks noGrp="1"/>
          </p:cNvSpPr>
          <p:nvPr>
            <p:ph type="sldNum" sz="quarter" idx="12"/>
          </p:nvPr>
        </p:nvSpPr>
        <p:spPr/>
        <p:txBody>
          <a:bodyPr/>
          <a:lstStyle>
            <a:lvl1pPr fontAlgn="base">
              <a:spcBef>
                <a:spcPct val="0"/>
              </a:spcBef>
              <a:spcAft>
                <a:spcPct val="0"/>
              </a:spcAft>
              <a:defRPr>
                <a:latin typeface="Arial" charset="0"/>
                <a:cs typeface="Arial" charset="0"/>
              </a:defRPr>
            </a:lvl1pPr>
          </a:lstStyle>
          <a:p>
            <a:pPr>
              <a:defRPr/>
            </a:pPr>
            <a:fld id="{7A12E07D-6177-4BA4-8EF4-EE0B0B1559AA}" type="slidenum">
              <a:rPr lang="en-US"/>
              <a:pPr>
                <a:defRPr/>
              </a:pPr>
              <a:t>‹#›</a:t>
            </a:fld>
            <a:endParaRPr lang="en-US" dirty="0"/>
          </a:p>
        </p:txBody>
      </p:sp>
      <p:sp>
        <p:nvSpPr>
          <p:cNvPr id="8" name="Content Placeholder 2"/>
          <p:cNvSpPr>
            <a:spLocks noGrp="1"/>
          </p:cNvSpPr>
          <p:nvPr>
            <p:ph idx="13"/>
          </p:nvPr>
        </p:nvSpPr>
        <p:spPr>
          <a:xfrm>
            <a:off x="457200" y="2728915"/>
            <a:ext cx="8229600" cy="102076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Content Placeholder 2"/>
          <p:cNvSpPr>
            <a:spLocks noGrp="1"/>
          </p:cNvSpPr>
          <p:nvPr>
            <p:ph idx="14"/>
          </p:nvPr>
        </p:nvSpPr>
        <p:spPr>
          <a:xfrm>
            <a:off x="457200" y="4024313"/>
            <a:ext cx="8229600" cy="130968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10"/>
          <p:cNvSpPr>
            <a:spLocks noGrp="1"/>
          </p:cNvSpPr>
          <p:nvPr>
            <p:ph sz="quarter" idx="15"/>
          </p:nvPr>
        </p:nvSpPr>
        <p:spPr>
          <a:xfrm>
            <a:off x="381000" y="6527802"/>
            <a:ext cx="6400800" cy="228600"/>
          </a:xfrm>
        </p:spPr>
        <p:txBody>
          <a:bodyPr/>
          <a:lstStyle>
            <a:lvl1pPr marL="0" indent="0">
              <a:buNone/>
              <a:defRPr sz="1800"/>
            </a:lvl1pPr>
            <a:lvl2pPr>
              <a:defRPr sz="1800"/>
            </a:lvl2pPr>
            <a:lvl3pPr>
              <a:defRPr sz="1800"/>
            </a:lvl3pPr>
            <a:lvl4pPr>
              <a:defRPr sz="1800"/>
            </a:lvl4pPr>
            <a:lvl5pPr marL="1828800" indent="0">
              <a:buNone/>
              <a:defRPr sz="1800"/>
            </a:lvl5pPr>
          </a:lstStyle>
          <a:p>
            <a:pPr lvl="4"/>
            <a:endParaRPr lang="en-IN" dirty="0"/>
          </a:p>
        </p:txBody>
      </p:sp>
    </p:spTree>
    <p:extLst>
      <p:ext uri="{BB962C8B-B14F-4D97-AF65-F5344CB8AC3E}">
        <p14:creationId xmlns:p14="http://schemas.microsoft.com/office/powerpoint/2010/main" val="1509937485"/>
      </p:ext>
    </p:extLst>
  </p:cSld>
  <p:clrMapOvr>
    <a:masterClrMapping/>
  </p:clrMapOvr>
  <p:transition>
    <p:fad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62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457200" y="1600201"/>
            <a:ext cx="8229600" cy="12953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fontAlgn="base">
              <a:spcBef>
                <a:spcPct val="0"/>
              </a:spcBef>
              <a:spcAft>
                <a:spcPct val="0"/>
              </a:spcAft>
              <a:defRPr>
                <a:latin typeface="Arial" charset="0"/>
                <a:cs typeface="Arial" charset="0"/>
              </a:defRPr>
            </a:lvl1pPr>
          </a:lstStyle>
          <a:p>
            <a:pPr>
              <a:defRPr/>
            </a:pPr>
            <a:fld id="{FB392A70-6312-4295-B045-8A3A0643FC4B}" type="datetime1">
              <a:rPr lang="en-US"/>
              <a:pPr>
                <a:defRPr/>
              </a:pPr>
              <a:t>2/7/2026</a:t>
            </a:fld>
            <a:endParaRPr lang="en-US" dirty="0"/>
          </a:p>
        </p:txBody>
      </p:sp>
      <p:sp>
        <p:nvSpPr>
          <p:cNvPr id="5" name="Footer Placeholder 4"/>
          <p:cNvSpPr>
            <a:spLocks noGrp="1"/>
          </p:cNvSpPr>
          <p:nvPr>
            <p:ph type="ftr" sz="quarter" idx="11"/>
          </p:nvPr>
        </p:nvSpPr>
        <p:spPr/>
        <p:txBody>
          <a:bodyPr/>
          <a:lstStyle>
            <a:lvl1pPr fontAlgn="base">
              <a:spcBef>
                <a:spcPct val="0"/>
              </a:spcBef>
              <a:spcAft>
                <a:spcPct val="0"/>
              </a:spcAft>
              <a:defRPr>
                <a:latin typeface="Arial" charset="0"/>
                <a:cs typeface="Arial" charset="0"/>
              </a:defRPr>
            </a:lvl1pPr>
          </a:lstStyle>
          <a:p>
            <a:pPr>
              <a:defRPr/>
            </a:pPr>
            <a:r>
              <a:rPr lang="en-US" dirty="0"/>
              <a:t>Copyright @ 2015 McGraw Hill Education</a:t>
            </a:r>
          </a:p>
        </p:txBody>
      </p:sp>
      <p:sp>
        <p:nvSpPr>
          <p:cNvPr id="6" name="Slide Number Placeholder 5"/>
          <p:cNvSpPr>
            <a:spLocks noGrp="1"/>
          </p:cNvSpPr>
          <p:nvPr>
            <p:ph type="sldNum" sz="quarter" idx="12"/>
          </p:nvPr>
        </p:nvSpPr>
        <p:spPr/>
        <p:txBody>
          <a:bodyPr/>
          <a:lstStyle>
            <a:lvl1pPr fontAlgn="base">
              <a:spcBef>
                <a:spcPct val="0"/>
              </a:spcBef>
              <a:spcAft>
                <a:spcPct val="0"/>
              </a:spcAft>
              <a:defRPr>
                <a:latin typeface="Arial" charset="0"/>
                <a:cs typeface="Arial" charset="0"/>
              </a:defRPr>
            </a:lvl1pPr>
          </a:lstStyle>
          <a:p>
            <a:pPr>
              <a:defRPr/>
            </a:pPr>
            <a:fld id="{7A12E07D-6177-4BA4-8EF4-EE0B0B1559AA}" type="slidenum">
              <a:rPr lang="en-US"/>
              <a:pPr>
                <a:defRPr/>
              </a:pPr>
              <a:t>‹#›</a:t>
            </a:fld>
            <a:endParaRPr lang="en-US" dirty="0"/>
          </a:p>
        </p:txBody>
      </p:sp>
      <p:sp>
        <p:nvSpPr>
          <p:cNvPr id="8" name="Content Placeholder 2"/>
          <p:cNvSpPr>
            <a:spLocks noGrp="1"/>
          </p:cNvSpPr>
          <p:nvPr>
            <p:ph idx="13"/>
          </p:nvPr>
        </p:nvSpPr>
        <p:spPr>
          <a:xfrm>
            <a:off x="457200" y="3276601"/>
            <a:ext cx="8229600" cy="12953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10"/>
          <p:cNvSpPr>
            <a:spLocks noGrp="1"/>
          </p:cNvSpPr>
          <p:nvPr>
            <p:ph sz="quarter" idx="14"/>
          </p:nvPr>
        </p:nvSpPr>
        <p:spPr>
          <a:xfrm>
            <a:off x="381000" y="6527802"/>
            <a:ext cx="6400800" cy="228600"/>
          </a:xfrm>
        </p:spPr>
        <p:txBody>
          <a:bodyPr/>
          <a:lstStyle>
            <a:lvl1pPr marL="0" indent="0">
              <a:buNone/>
              <a:defRPr sz="1800"/>
            </a:lvl1pPr>
            <a:lvl2pPr>
              <a:defRPr sz="1800"/>
            </a:lvl2pPr>
            <a:lvl3pPr>
              <a:defRPr sz="1800"/>
            </a:lvl3pPr>
            <a:lvl4pPr>
              <a:defRPr sz="1800"/>
            </a:lvl4pPr>
            <a:lvl5pPr marL="1828800" indent="0">
              <a:buNone/>
              <a:defRPr sz="1800"/>
            </a:lvl5pPr>
          </a:lstStyle>
          <a:p>
            <a:pPr lvl="4"/>
            <a:endParaRPr lang="en-IN" dirty="0"/>
          </a:p>
        </p:txBody>
      </p:sp>
    </p:spTree>
    <p:extLst>
      <p:ext uri="{BB962C8B-B14F-4D97-AF65-F5344CB8AC3E}">
        <p14:creationId xmlns:p14="http://schemas.microsoft.com/office/powerpoint/2010/main" val="101329039"/>
      </p:ext>
    </p:extLst>
  </p:cSld>
  <p:clrMapOvr>
    <a:masterClrMapping/>
  </p:clrMapOvr>
  <p:transition>
    <p:fade/>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63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457200" y="1600201"/>
            <a:ext cx="8229600" cy="12953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fontAlgn="base">
              <a:spcBef>
                <a:spcPct val="0"/>
              </a:spcBef>
              <a:spcAft>
                <a:spcPct val="0"/>
              </a:spcAft>
              <a:defRPr>
                <a:latin typeface="Arial" charset="0"/>
                <a:cs typeface="Arial" charset="0"/>
              </a:defRPr>
            </a:lvl1pPr>
          </a:lstStyle>
          <a:p>
            <a:pPr>
              <a:defRPr/>
            </a:pPr>
            <a:fld id="{FB392A70-6312-4295-B045-8A3A0643FC4B}" type="datetime1">
              <a:rPr lang="en-US"/>
              <a:pPr>
                <a:defRPr/>
              </a:pPr>
              <a:t>2/7/2026</a:t>
            </a:fld>
            <a:endParaRPr lang="en-US" dirty="0"/>
          </a:p>
        </p:txBody>
      </p:sp>
      <p:sp>
        <p:nvSpPr>
          <p:cNvPr id="5" name="Footer Placeholder 4"/>
          <p:cNvSpPr>
            <a:spLocks noGrp="1"/>
          </p:cNvSpPr>
          <p:nvPr>
            <p:ph type="ftr" sz="quarter" idx="11"/>
          </p:nvPr>
        </p:nvSpPr>
        <p:spPr/>
        <p:txBody>
          <a:bodyPr/>
          <a:lstStyle>
            <a:lvl1pPr fontAlgn="base">
              <a:spcBef>
                <a:spcPct val="0"/>
              </a:spcBef>
              <a:spcAft>
                <a:spcPct val="0"/>
              </a:spcAft>
              <a:defRPr>
                <a:latin typeface="Arial" charset="0"/>
                <a:cs typeface="Arial" charset="0"/>
              </a:defRPr>
            </a:lvl1pPr>
          </a:lstStyle>
          <a:p>
            <a:pPr>
              <a:defRPr/>
            </a:pPr>
            <a:r>
              <a:rPr lang="en-US" dirty="0"/>
              <a:t>Copyright @ 2015 McGraw Hill Education</a:t>
            </a:r>
          </a:p>
        </p:txBody>
      </p:sp>
      <p:sp>
        <p:nvSpPr>
          <p:cNvPr id="6" name="Slide Number Placeholder 5"/>
          <p:cNvSpPr>
            <a:spLocks noGrp="1"/>
          </p:cNvSpPr>
          <p:nvPr>
            <p:ph type="sldNum" sz="quarter" idx="12"/>
          </p:nvPr>
        </p:nvSpPr>
        <p:spPr/>
        <p:txBody>
          <a:bodyPr/>
          <a:lstStyle>
            <a:lvl1pPr fontAlgn="base">
              <a:spcBef>
                <a:spcPct val="0"/>
              </a:spcBef>
              <a:spcAft>
                <a:spcPct val="0"/>
              </a:spcAft>
              <a:defRPr>
                <a:latin typeface="Arial" charset="0"/>
                <a:cs typeface="Arial" charset="0"/>
              </a:defRPr>
            </a:lvl1pPr>
          </a:lstStyle>
          <a:p>
            <a:pPr>
              <a:defRPr/>
            </a:pPr>
            <a:fld id="{7A12E07D-6177-4BA4-8EF4-EE0B0B1559AA}" type="slidenum">
              <a:rPr lang="en-US"/>
              <a:pPr>
                <a:defRPr/>
              </a:pPr>
              <a:t>‹#›</a:t>
            </a:fld>
            <a:endParaRPr lang="en-US" dirty="0"/>
          </a:p>
        </p:txBody>
      </p:sp>
      <p:sp>
        <p:nvSpPr>
          <p:cNvPr id="8" name="Content Placeholder 2"/>
          <p:cNvSpPr>
            <a:spLocks noGrp="1"/>
          </p:cNvSpPr>
          <p:nvPr>
            <p:ph idx="13"/>
          </p:nvPr>
        </p:nvSpPr>
        <p:spPr>
          <a:xfrm>
            <a:off x="457200" y="3276601"/>
            <a:ext cx="8229600" cy="12953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10"/>
          <p:cNvSpPr>
            <a:spLocks noGrp="1"/>
          </p:cNvSpPr>
          <p:nvPr>
            <p:ph sz="quarter" idx="14"/>
          </p:nvPr>
        </p:nvSpPr>
        <p:spPr>
          <a:xfrm>
            <a:off x="381000" y="6527802"/>
            <a:ext cx="6400800" cy="228600"/>
          </a:xfrm>
        </p:spPr>
        <p:txBody>
          <a:bodyPr/>
          <a:lstStyle>
            <a:lvl1pPr marL="0" indent="0">
              <a:buNone/>
              <a:defRPr sz="1800"/>
            </a:lvl1pPr>
            <a:lvl2pPr>
              <a:defRPr sz="1800"/>
            </a:lvl2pPr>
            <a:lvl3pPr>
              <a:defRPr sz="1800"/>
            </a:lvl3pPr>
            <a:lvl4pPr>
              <a:defRPr sz="1800"/>
            </a:lvl4pPr>
            <a:lvl5pPr marL="1828800" indent="0">
              <a:buNone/>
              <a:defRPr sz="1800"/>
            </a:lvl5pPr>
          </a:lstStyle>
          <a:p>
            <a:pPr lvl="4"/>
            <a:endParaRPr lang="en-IN" dirty="0"/>
          </a:p>
        </p:txBody>
      </p:sp>
    </p:spTree>
    <p:extLst>
      <p:ext uri="{BB962C8B-B14F-4D97-AF65-F5344CB8AC3E}">
        <p14:creationId xmlns:p14="http://schemas.microsoft.com/office/powerpoint/2010/main" val="351105000"/>
      </p:ext>
    </p:extLst>
  </p:cSld>
  <p:clrMapOvr>
    <a:masterClrMapping/>
  </p:clrMapOvr>
  <p:transition>
    <p:fade/>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64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457200" y="1600202"/>
            <a:ext cx="8229600" cy="792162"/>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lvl1pPr fontAlgn="base">
              <a:spcBef>
                <a:spcPct val="0"/>
              </a:spcBef>
              <a:spcAft>
                <a:spcPct val="0"/>
              </a:spcAft>
              <a:defRPr>
                <a:latin typeface="Arial" charset="0"/>
                <a:cs typeface="Arial" charset="0"/>
              </a:defRPr>
            </a:lvl1pPr>
          </a:lstStyle>
          <a:p>
            <a:pPr>
              <a:defRPr/>
            </a:pPr>
            <a:fld id="{FB392A70-6312-4295-B045-8A3A0643FC4B}" type="datetime1">
              <a:rPr lang="en-US"/>
              <a:pPr>
                <a:defRPr/>
              </a:pPr>
              <a:t>2/7/2026</a:t>
            </a:fld>
            <a:endParaRPr lang="en-US" dirty="0"/>
          </a:p>
        </p:txBody>
      </p:sp>
      <p:sp>
        <p:nvSpPr>
          <p:cNvPr id="5" name="Footer Placeholder 4"/>
          <p:cNvSpPr>
            <a:spLocks noGrp="1"/>
          </p:cNvSpPr>
          <p:nvPr>
            <p:ph type="ftr" sz="quarter" idx="11"/>
          </p:nvPr>
        </p:nvSpPr>
        <p:spPr/>
        <p:txBody>
          <a:bodyPr/>
          <a:lstStyle>
            <a:lvl1pPr fontAlgn="base">
              <a:spcBef>
                <a:spcPct val="0"/>
              </a:spcBef>
              <a:spcAft>
                <a:spcPct val="0"/>
              </a:spcAft>
              <a:defRPr>
                <a:latin typeface="Arial" charset="0"/>
                <a:cs typeface="Arial" charset="0"/>
              </a:defRPr>
            </a:lvl1pPr>
          </a:lstStyle>
          <a:p>
            <a:pPr>
              <a:defRPr/>
            </a:pPr>
            <a:r>
              <a:rPr lang="en-US" dirty="0"/>
              <a:t>Copyright @ 2015 McGraw Hill Education</a:t>
            </a:r>
          </a:p>
        </p:txBody>
      </p:sp>
      <p:sp>
        <p:nvSpPr>
          <p:cNvPr id="6" name="Slide Number Placeholder 5"/>
          <p:cNvSpPr>
            <a:spLocks noGrp="1"/>
          </p:cNvSpPr>
          <p:nvPr>
            <p:ph type="sldNum" sz="quarter" idx="12"/>
          </p:nvPr>
        </p:nvSpPr>
        <p:spPr/>
        <p:txBody>
          <a:bodyPr/>
          <a:lstStyle>
            <a:lvl1pPr fontAlgn="base">
              <a:spcBef>
                <a:spcPct val="0"/>
              </a:spcBef>
              <a:spcAft>
                <a:spcPct val="0"/>
              </a:spcAft>
              <a:defRPr>
                <a:latin typeface="Arial" charset="0"/>
                <a:cs typeface="Arial" charset="0"/>
              </a:defRPr>
            </a:lvl1pPr>
          </a:lstStyle>
          <a:p>
            <a:pPr>
              <a:defRPr/>
            </a:pPr>
            <a:fld id="{7A12E07D-6177-4BA4-8EF4-EE0B0B1559AA}" type="slidenum">
              <a:rPr lang="en-US"/>
              <a:pPr>
                <a:defRPr/>
              </a:pPr>
              <a:t>‹#›</a:t>
            </a:fld>
            <a:endParaRPr lang="en-US" dirty="0"/>
          </a:p>
        </p:txBody>
      </p:sp>
      <p:sp>
        <p:nvSpPr>
          <p:cNvPr id="8" name="Content Placeholder 2"/>
          <p:cNvSpPr>
            <a:spLocks noGrp="1"/>
          </p:cNvSpPr>
          <p:nvPr>
            <p:ph idx="13"/>
          </p:nvPr>
        </p:nvSpPr>
        <p:spPr>
          <a:xfrm>
            <a:off x="457200" y="2728915"/>
            <a:ext cx="8229600" cy="102076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Content Placeholder 2"/>
          <p:cNvSpPr>
            <a:spLocks noGrp="1"/>
          </p:cNvSpPr>
          <p:nvPr>
            <p:ph idx="14"/>
          </p:nvPr>
        </p:nvSpPr>
        <p:spPr>
          <a:xfrm>
            <a:off x="457200" y="4024313"/>
            <a:ext cx="8229600" cy="130968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10"/>
          <p:cNvSpPr>
            <a:spLocks noGrp="1"/>
          </p:cNvSpPr>
          <p:nvPr>
            <p:ph sz="quarter" idx="15"/>
          </p:nvPr>
        </p:nvSpPr>
        <p:spPr>
          <a:xfrm>
            <a:off x="381000" y="6527802"/>
            <a:ext cx="6400800" cy="228600"/>
          </a:xfrm>
        </p:spPr>
        <p:txBody>
          <a:bodyPr/>
          <a:lstStyle>
            <a:lvl1pPr marL="0" indent="0">
              <a:buNone/>
              <a:defRPr sz="1800"/>
            </a:lvl1pPr>
            <a:lvl2pPr>
              <a:defRPr sz="1800"/>
            </a:lvl2pPr>
            <a:lvl3pPr>
              <a:defRPr sz="1800"/>
            </a:lvl3pPr>
            <a:lvl4pPr>
              <a:defRPr sz="1800"/>
            </a:lvl4pPr>
            <a:lvl5pPr marL="1828800" indent="0">
              <a:buNone/>
              <a:defRPr sz="1800"/>
            </a:lvl5pPr>
          </a:lstStyle>
          <a:p>
            <a:pPr lvl="4"/>
            <a:endParaRPr lang="en-IN" dirty="0"/>
          </a:p>
        </p:txBody>
      </p:sp>
    </p:spTree>
    <p:extLst>
      <p:ext uri="{BB962C8B-B14F-4D97-AF65-F5344CB8AC3E}">
        <p14:creationId xmlns:p14="http://schemas.microsoft.com/office/powerpoint/2010/main" val="389546159"/>
      </p:ext>
    </p:extLst>
  </p:cSld>
  <p:clrMapOvr>
    <a:masterClrMapping/>
  </p:clrMapOvr>
  <p:transition>
    <p:fade/>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65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457200" y="1600201"/>
            <a:ext cx="8229600" cy="12953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fontAlgn="base">
              <a:spcBef>
                <a:spcPct val="0"/>
              </a:spcBef>
              <a:spcAft>
                <a:spcPct val="0"/>
              </a:spcAft>
              <a:defRPr>
                <a:latin typeface="Arial" charset="0"/>
                <a:cs typeface="Arial" charset="0"/>
              </a:defRPr>
            </a:lvl1pPr>
          </a:lstStyle>
          <a:p>
            <a:pPr>
              <a:defRPr/>
            </a:pPr>
            <a:fld id="{FB392A70-6312-4295-B045-8A3A0643FC4B}" type="datetime1">
              <a:rPr lang="en-US"/>
              <a:pPr>
                <a:defRPr/>
              </a:pPr>
              <a:t>2/7/2026</a:t>
            </a:fld>
            <a:endParaRPr lang="en-US" dirty="0"/>
          </a:p>
        </p:txBody>
      </p:sp>
      <p:sp>
        <p:nvSpPr>
          <p:cNvPr id="5" name="Footer Placeholder 4"/>
          <p:cNvSpPr>
            <a:spLocks noGrp="1"/>
          </p:cNvSpPr>
          <p:nvPr>
            <p:ph type="ftr" sz="quarter" idx="11"/>
          </p:nvPr>
        </p:nvSpPr>
        <p:spPr/>
        <p:txBody>
          <a:bodyPr/>
          <a:lstStyle>
            <a:lvl1pPr fontAlgn="base">
              <a:spcBef>
                <a:spcPct val="0"/>
              </a:spcBef>
              <a:spcAft>
                <a:spcPct val="0"/>
              </a:spcAft>
              <a:defRPr>
                <a:latin typeface="Arial" charset="0"/>
                <a:cs typeface="Arial" charset="0"/>
              </a:defRPr>
            </a:lvl1pPr>
          </a:lstStyle>
          <a:p>
            <a:pPr>
              <a:defRPr/>
            </a:pPr>
            <a:r>
              <a:rPr lang="en-US" dirty="0"/>
              <a:t>Copyright @ 2015 McGraw Hill Education</a:t>
            </a:r>
          </a:p>
        </p:txBody>
      </p:sp>
      <p:sp>
        <p:nvSpPr>
          <p:cNvPr id="6" name="Slide Number Placeholder 5"/>
          <p:cNvSpPr>
            <a:spLocks noGrp="1"/>
          </p:cNvSpPr>
          <p:nvPr>
            <p:ph type="sldNum" sz="quarter" idx="12"/>
          </p:nvPr>
        </p:nvSpPr>
        <p:spPr/>
        <p:txBody>
          <a:bodyPr/>
          <a:lstStyle>
            <a:lvl1pPr fontAlgn="base">
              <a:spcBef>
                <a:spcPct val="0"/>
              </a:spcBef>
              <a:spcAft>
                <a:spcPct val="0"/>
              </a:spcAft>
              <a:defRPr>
                <a:latin typeface="Arial" charset="0"/>
                <a:cs typeface="Arial" charset="0"/>
              </a:defRPr>
            </a:lvl1pPr>
          </a:lstStyle>
          <a:p>
            <a:pPr>
              <a:defRPr/>
            </a:pPr>
            <a:fld id="{7A12E07D-6177-4BA4-8EF4-EE0B0B1559AA}" type="slidenum">
              <a:rPr lang="en-US"/>
              <a:pPr>
                <a:defRPr/>
              </a:pPr>
              <a:t>‹#›</a:t>
            </a:fld>
            <a:endParaRPr lang="en-US" dirty="0"/>
          </a:p>
        </p:txBody>
      </p:sp>
      <p:sp>
        <p:nvSpPr>
          <p:cNvPr id="8" name="Content Placeholder 2"/>
          <p:cNvSpPr>
            <a:spLocks noGrp="1"/>
          </p:cNvSpPr>
          <p:nvPr>
            <p:ph idx="13"/>
          </p:nvPr>
        </p:nvSpPr>
        <p:spPr>
          <a:xfrm>
            <a:off x="457200" y="3276601"/>
            <a:ext cx="8229600" cy="12953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10"/>
          <p:cNvSpPr>
            <a:spLocks noGrp="1"/>
          </p:cNvSpPr>
          <p:nvPr>
            <p:ph sz="quarter" idx="14"/>
          </p:nvPr>
        </p:nvSpPr>
        <p:spPr>
          <a:xfrm>
            <a:off x="381000" y="6527802"/>
            <a:ext cx="6400800" cy="228600"/>
          </a:xfrm>
        </p:spPr>
        <p:txBody>
          <a:bodyPr/>
          <a:lstStyle>
            <a:lvl1pPr marL="0" indent="0">
              <a:buNone/>
              <a:defRPr sz="1800"/>
            </a:lvl1pPr>
            <a:lvl2pPr>
              <a:defRPr sz="1800"/>
            </a:lvl2pPr>
            <a:lvl3pPr>
              <a:defRPr sz="1800"/>
            </a:lvl3pPr>
            <a:lvl4pPr>
              <a:defRPr sz="1800"/>
            </a:lvl4pPr>
            <a:lvl5pPr marL="1828800" indent="0">
              <a:buNone/>
              <a:defRPr sz="1800"/>
            </a:lvl5pPr>
          </a:lstStyle>
          <a:p>
            <a:pPr lvl="4"/>
            <a:endParaRPr lang="en-IN" dirty="0"/>
          </a:p>
        </p:txBody>
      </p:sp>
    </p:spTree>
    <p:extLst>
      <p:ext uri="{BB962C8B-B14F-4D97-AF65-F5344CB8AC3E}">
        <p14:creationId xmlns:p14="http://schemas.microsoft.com/office/powerpoint/2010/main" val="1340121251"/>
      </p:ext>
    </p:extLst>
  </p:cSld>
  <p:clrMapOvr>
    <a:masterClrMapping/>
  </p:clrMapOvr>
  <p:transition>
    <p:fade/>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userDrawn="1">
  <p:cSld name="66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457200" y="1600202"/>
            <a:ext cx="8229600" cy="792162"/>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lvl1pPr fontAlgn="base">
              <a:spcBef>
                <a:spcPct val="0"/>
              </a:spcBef>
              <a:spcAft>
                <a:spcPct val="0"/>
              </a:spcAft>
              <a:defRPr>
                <a:latin typeface="Arial" charset="0"/>
                <a:cs typeface="Arial" charset="0"/>
              </a:defRPr>
            </a:lvl1pPr>
          </a:lstStyle>
          <a:p>
            <a:pPr>
              <a:defRPr/>
            </a:pPr>
            <a:fld id="{FB392A70-6312-4295-B045-8A3A0643FC4B}" type="datetime1">
              <a:rPr lang="en-US"/>
              <a:pPr>
                <a:defRPr/>
              </a:pPr>
              <a:t>2/7/2026</a:t>
            </a:fld>
            <a:endParaRPr lang="en-US" dirty="0"/>
          </a:p>
        </p:txBody>
      </p:sp>
      <p:sp>
        <p:nvSpPr>
          <p:cNvPr id="5" name="Footer Placeholder 4"/>
          <p:cNvSpPr>
            <a:spLocks noGrp="1"/>
          </p:cNvSpPr>
          <p:nvPr>
            <p:ph type="ftr" sz="quarter" idx="11"/>
          </p:nvPr>
        </p:nvSpPr>
        <p:spPr/>
        <p:txBody>
          <a:bodyPr/>
          <a:lstStyle>
            <a:lvl1pPr fontAlgn="base">
              <a:spcBef>
                <a:spcPct val="0"/>
              </a:spcBef>
              <a:spcAft>
                <a:spcPct val="0"/>
              </a:spcAft>
              <a:defRPr>
                <a:latin typeface="Arial" charset="0"/>
                <a:cs typeface="Arial" charset="0"/>
              </a:defRPr>
            </a:lvl1pPr>
          </a:lstStyle>
          <a:p>
            <a:pPr>
              <a:defRPr/>
            </a:pPr>
            <a:r>
              <a:rPr lang="en-US" dirty="0"/>
              <a:t>Copyright @ 2015 McGraw Hill Education</a:t>
            </a:r>
          </a:p>
        </p:txBody>
      </p:sp>
      <p:sp>
        <p:nvSpPr>
          <p:cNvPr id="6" name="Slide Number Placeholder 5"/>
          <p:cNvSpPr>
            <a:spLocks noGrp="1"/>
          </p:cNvSpPr>
          <p:nvPr>
            <p:ph type="sldNum" sz="quarter" idx="12"/>
          </p:nvPr>
        </p:nvSpPr>
        <p:spPr/>
        <p:txBody>
          <a:bodyPr/>
          <a:lstStyle>
            <a:lvl1pPr fontAlgn="base">
              <a:spcBef>
                <a:spcPct val="0"/>
              </a:spcBef>
              <a:spcAft>
                <a:spcPct val="0"/>
              </a:spcAft>
              <a:defRPr>
                <a:latin typeface="Arial" charset="0"/>
                <a:cs typeface="Arial" charset="0"/>
              </a:defRPr>
            </a:lvl1pPr>
          </a:lstStyle>
          <a:p>
            <a:pPr>
              <a:defRPr/>
            </a:pPr>
            <a:fld id="{7A12E07D-6177-4BA4-8EF4-EE0B0B1559AA}" type="slidenum">
              <a:rPr lang="en-US"/>
              <a:pPr>
                <a:defRPr/>
              </a:pPr>
              <a:t>‹#›</a:t>
            </a:fld>
            <a:endParaRPr lang="en-US" dirty="0"/>
          </a:p>
        </p:txBody>
      </p:sp>
      <p:sp>
        <p:nvSpPr>
          <p:cNvPr id="8" name="Content Placeholder 2"/>
          <p:cNvSpPr>
            <a:spLocks noGrp="1"/>
          </p:cNvSpPr>
          <p:nvPr>
            <p:ph idx="13"/>
          </p:nvPr>
        </p:nvSpPr>
        <p:spPr>
          <a:xfrm>
            <a:off x="457200" y="2728915"/>
            <a:ext cx="8229600" cy="102076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Content Placeholder 2"/>
          <p:cNvSpPr>
            <a:spLocks noGrp="1"/>
          </p:cNvSpPr>
          <p:nvPr>
            <p:ph idx="14"/>
          </p:nvPr>
        </p:nvSpPr>
        <p:spPr>
          <a:xfrm>
            <a:off x="457200" y="4024313"/>
            <a:ext cx="8229600" cy="130968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10"/>
          <p:cNvSpPr>
            <a:spLocks noGrp="1"/>
          </p:cNvSpPr>
          <p:nvPr>
            <p:ph sz="quarter" idx="15"/>
          </p:nvPr>
        </p:nvSpPr>
        <p:spPr>
          <a:xfrm>
            <a:off x="381000" y="6527802"/>
            <a:ext cx="6400800" cy="228600"/>
          </a:xfrm>
        </p:spPr>
        <p:txBody>
          <a:bodyPr/>
          <a:lstStyle>
            <a:lvl1pPr marL="0" indent="0">
              <a:buNone/>
              <a:defRPr sz="1800"/>
            </a:lvl1pPr>
            <a:lvl2pPr>
              <a:defRPr sz="1800"/>
            </a:lvl2pPr>
            <a:lvl3pPr>
              <a:defRPr sz="1800"/>
            </a:lvl3pPr>
            <a:lvl4pPr>
              <a:defRPr sz="1800"/>
            </a:lvl4pPr>
            <a:lvl5pPr marL="1828800" indent="0">
              <a:buNone/>
              <a:defRPr sz="1800"/>
            </a:lvl5pPr>
          </a:lstStyle>
          <a:p>
            <a:pPr lvl="4"/>
            <a:endParaRPr lang="en-IN" dirty="0"/>
          </a:p>
        </p:txBody>
      </p:sp>
    </p:spTree>
    <p:extLst>
      <p:ext uri="{BB962C8B-B14F-4D97-AF65-F5344CB8AC3E}">
        <p14:creationId xmlns:p14="http://schemas.microsoft.com/office/powerpoint/2010/main" val="3316077655"/>
      </p:ext>
    </p:extLst>
  </p:cSld>
  <p:clrMapOvr>
    <a:masterClrMapping/>
  </p:clrMapOvr>
  <p:transition>
    <p:fade/>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userDrawn="1">
  <p:cSld name="67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457200" y="1600201"/>
            <a:ext cx="8229600" cy="12953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fontAlgn="base">
              <a:spcBef>
                <a:spcPct val="0"/>
              </a:spcBef>
              <a:spcAft>
                <a:spcPct val="0"/>
              </a:spcAft>
              <a:defRPr>
                <a:latin typeface="Arial" charset="0"/>
                <a:cs typeface="Arial" charset="0"/>
              </a:defRPr>
            </a:lvl1pPr>
          </a:lstStyle>
          <a:p>
            <a:pPr>
              <a:defRPr/>
            </a:pPr>
            <a:fld id="{FB392A70-6312-4295-B045-8A3A0643FC4B}" type="datetime1">
              <a:rPr lang="en-US"/>
              <a:pPr>
                <a:defRPr/>
              </a:pPr>
              <a:t>2/7/2026</a:t>
            </a:fld>
            <a:endParaRPr lang="en-US" dirty="0"/>
          </a:p>
        </p:txBody>
      </p:sp>
      <p:sp>
        <p:nvSpPr>
          <p:cNvPr id="5" name="Footer Placeholder 4"/>
          <p:cNvSpPr>
            <a:spLocks noGrp="1"/>
          </p:cNvSpPr>
          <p:nvPr>
            <p:ph type="ftr" sz="quarter" idx="11"/>
          </p:nvPr>
        </p:nvSpPr>
        <p:spPr/>
        <p:txBody>
          <a:bodyPr/>
          <a:lstStyle>
            <a:lvl1pPr fontAlgn="base">
              <a:spcBef>
                <a:spcPct val="0"/>
              </a:spcBef>
              <a:spcAft>
                <a:spcPct val="0"/>
              </a:spcAft>
              <a:defRPr>
                <a:latin typeface="Arial" charset="0"/>
                <a:cs typeface="Arial" charset="0"/>
              </a:defRPr>
            </a:lvl1pPr>
          </a:lstStyle>
          <a:p>
            <a:pPr>
              <a:defRPr/>
            </a:pPr>
            <a:r>
              <a:rPr lang="en-US" dirty="0"/>
              <a:t>Copyright @ 2015 McGraw Hill Education</a:t>
            </a:r>
          </a:p>
        </p:txBody>
      </p:sp>
      <p:sp>
        <p:nvSpPr>
          <p:cNvPr id="6" name="Slide Number Placeholder 5"/>
          <p:cNvSpPr>
            <a:spLocks noGrp="1"/>
          </p:cNvSpPr>
          <p:nvPr>
            <p:ph type="sldNum" sz="quarter" idx="12"/>
          </p:nvPr>
        </p:nvSpPr>
        <p:spPr/>
        <p:txBody>
          <a:bodyPr/>
          <a:lstStyle>
            <a:lvl1pPr fontAlgn="base">
              <a:spcBef>
                <a:spcPct val="0"/>
              </a:spcBef>
              <a:spcAft>
                <a:spcPct val="0"/>
              </a:spcAft>
              <a:defRPr>
                <a:latin typeface="Arial" charset="0"/>
                <a:cs typeface="Arial" charset="0"/>
              </a:defRPr>
            </a:lvl1pPr>
          </a:lstStyle>
          <a:p>
            <a:pPr>
              <a:defRPr/>
            </a:pPr>
            <a:fld id="{7A12E07D-6177-4BA4-8EF4-EE0B0B1559AA}" type="slidenum">
              <a:rPr lang="en-US"/>
              <a:pPr>
                <a:defRPr/>
              </a:pPr>
              <a:t>‹#›</a:t>
            </a:fld>
            <a:endParaRPr lang="en-US" dirty="0"/>
          </a:p>
        </p:txBody>
      </p:sp>
      <p:sp>
        <p:nvSpPr>
          <p:cNvPr id="8" name="Content Placeholder 2"/>
          <p:cNvSpPr>
            <a:spLocks noGrp="1"/>
          </p:cNvSpPr>
          <p:nvPr>
            <p:ph idx="13"/>
          </p:nvPr>
        </p:nvSpPr>
        <p:spPr>
          <a:xfrm>
            <a:off x="457200" y="3276601"/>
            <a:ext cx="8229600" cy="12953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10"/>
          <p:cNvSpPr>
            <a:spLocks noGrp="1"/>
          </p:cNvSpPr>
          <p:nvPr>
            <p:ph sz="quarter" idx="14"/>
          </p:nvPr>
        </p:nvSpPr>
        <p:spPr>
          <a:xfrm>
            <a:off x="381000" y="6527802"/>
            <a:ext cx="6400800" cy="228600"/>
          </a:xfrm>
        </p:spPr>
        <p:txBody>
          <a:bodyPr/>
          <a:lstStyle>
            <a:lvl1pPr marL="0" indent="0">
              <a:buNone/>
              <a:defRPr sz="1800"/>
            </a:lvl1pPr>
            <a:lvl2pPr>
              <a:defRPr sz="1800"/>
            </a:lvl2pPr>
            <a:lvl3pPr>
              <a:defRPr sz="1800"/>
            </a:lvl3pPr>
            <a:lvl4pPr>
              <a:defRPr sz="1800"/>
            </a:lvl4pPr>
            <a:lvl5pPr marL="1828800" indent="0">
              <a:buNone/>
              <a:defRPr sz="1800"/>
            </a:lvl5pPr>
          </a:lstStyle>
          <a:p>
            <a:pPr lvl="4"/>
            <a:endParaRPr lang="en-IN" dirty="0"/>
          </a:p>
        </p:txBody>
      </p:sp>
    </p:spTree>
    <p:extLst>
      <p:ext uri="{BB962C8B-B14F-4D97-AF65-F5344CB8AC3E}">
        <p14:creationId xmlns:p14="http://schemas.microsoft.com/office/powerpoint/2010/main" val="1292291590"/>
      </p:ext>
    </p:extLst>
  </p:cSld>
  <p:clrMapOvr>
    <a:masterClrMapping/>
  </p:clrMapOvr>
  <p:transition>
    <p:fade/>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68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457200" y="1600202"/>
            <a:ext cx="8229600" cy="792162"/>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lvl1pPr fontAlgn="base">
              <a:spcBef>
                <a:spcPct val="0"/>
              </a:spcBef>
              <a:spcAft>
                <a:spcPct val="0"/>
              </a:spcAft>
              <a:defRPr>
                <a:latin typeface="Arial" charset="0"/>
                <a:cs typeface="Arial" charset="0"/>
              </a:defRPr>
            </a:lvl1pPr>
          </a:lstStyle>
          <a:p>
            <a:pPr>
              <a:defRPr/>
            </a:pPr>
            <a:fld id="{FB392A70-6312-4295-B045-8A3A0643FC4B}" type="datetime1">
              <a:rPr lang="en-US"/>
              <a:pPr>
                <a:defRPr/>
              </a:pPr>
              <a:t>2/7/2026</a:t>
            </a:fld>
            <a:endParaRPr lang="en-US" dirty="0"/>
          </a:p>
        </p:txBody>
      </p:sp>
      <p:sp>
        <p:nvSpPr>
          <p:cNvPr id="5" name="Footer Placeholder 4"/>
          <p:cNvSpPr>
            <a:spLocks noGrp="1"/>
          </p:cNvSpPr>
          <p:nvPr>
            <p:ph type="ftr" sz="quarter" idx="11"/>
          </p:nvPr>
        </p:nvSpPr>
        <p:spPr/>
        <p:txBody>
          <a:bodyPr/>
          <a:lstStyle>
            <a:lvl1pPr fontAlgn="base">
              <a:spcBef>
                <a:spcPct val="0"/>
              </a:spcBef>
              <a:spcAft>
                <a:spcPct val="0"/>
              </a:spcAft>
              <a:defRPr>
                <a:latin typeface="Arial" charset="0"/>
                <a:cs typeface="Arial" charset="0"/>
              </a:defRPr>
            </a:lvl1pPr>
          </a:lstStyle>
          <a:p>
            <a:pPr>
              <a:defRPr/>
            </a:pPr>
            <a:r>
              <a:rPr lang="en-US" dirty="0"/>
              <a:t>Copyright @ 2015 McGraw Hill Education</a:t>
            </a:r>
          </a:p>
        </p:txBody>
      </p:sp>
      <p:sp>
        <p:nvSpPr>
          <p:cNvPr id="6" name="Slide Number Placeholder 5"/>
          <p:cNvSpPr>
            <a:spLocks noGrp="1"/>
          </p:cNvSpPr>
          <p:nvPr>
            <p:ph type="sldNum" sz="quarter" idx="12"/>
          </p:nvPr>
        </p:nvSpPr>
        <p:spPr/>
        <p:txBody>
          <a:bodyPr/>
          <a:lstStyle>
            <a:lvl1pPr fontAlgn="base">
              <a:spcBef>
                <a:spcPct val="0"/>
              </a:spcBef>
              <a:spcAft>
                <a:spcPct val="0"/>
              </a:spcAft>
              <a:defRPr>
                <a:latin typeface="Arial" charset="0"/>
                <a:cs typeface="Arial" charset="0"/>
              </a:defRPr>
            </a:lvl1pPr>
          </a:lstStyle>
          <a:p>
            <a:pPr>
              <a:defRPr/>
            </a:pPr>
            <a:fld id="{7A12E07D-6177-4BA4-8EF4-EE0B0B1559AA}" type="slidenum">
              <a:rPr lang="en-US"/>
              <a:pPr>
                <a:defRPr/>
              </a:pPr>
              <a:t>‹#›</a:t>
            </a:fld>
            <a:endParaRPr lang="en-US" dirty="0"/>
          </a:p>
        </p:txBody>
      </p:sp>
      <p:sp>
        <p:nvSpPr>
          <p:cNvPr id="8" name="Content Placeholder 2"/>
          <p:cNvSpPr>
            <a:spLocks noGrp="1"/>
          </p:cNvSpPr>
          <p:nvPr>
            <p:ph idx="13"/>
          </p:nvPr>
        </p:nvSpPr>
        <p:spPr>
          <a:xfrm>
            <a:off x="457200" y="2728915"/>
            <a:ext cx="8229600" cy="102076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Content Placeholder 2"/>
          <p:cNvSpPr>
            <a:spLocks noGrp="1"/>
          </p:cNvSpPr>
          <p:nvPr>
            <p:ph idx="14"/>
          </p:nvPr>
        </p:nvSpPr>
        <p:spPr>
          <a:xfrm>
            <a:off x="457200" y="4024313"/>
            <a:ext cx="8229600" cy="130968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10"/>
          <p:cNvSpPr>
            <a:spLocks noGrp="1"/>
          </p:cNvSpPr>
          <p:nvPr>
            <p:ph sz="quarter" idx="15"/>
          </p:nvPr>
        </p:nvSpPr>
        <p:spPr>
          <a:xfrm>
            <a:off x="381000" y="6527802"/>
            <a:ext cx="6400800" cy="228600"/>
          </a:xfrm>
        </p:spPr>
        <p:txBody>
          <a:bodyPr/>
          <a:lstStyle>
            <a:lvl1pPr marL="0" indent="0">
              <a:buNone/>
              <a:defRPr sz="1800"/>
            </a:lvl1pPr>
            <a:lvl2pPr>
              <a:defRPr sz="1800"/>
            </a:lvl2pPr>
            <a:lvl3pPr>
              <a:defRPr sz="1800"/>
            </a:lvl3pPr>
            <a:lvl4pPr>
              <a:defRPr sz="1800"/>
            </a:lvl4pPr>
            <a:lvl5pPr marL="1828800" indent="0">
              <a:buNone/>
              <a:defRPr sz="1800"/>
            </a:lvl5pPr>
          </a:lstStyle>
          <a:p>
            <a:pPr lvl="4"/>
            <a:endParaRPr lang="en-IN" dirty="0"/>
          </a:p>
        </p:txBody>
      </p:sp>
    </p:spTree>
    <p:extLst>
      <p:ext uri="{BB962C8B-B14F-4D97-AF65-F5344CB8AC3E}">
        <p14:creationId xmlns:p14="http://schemas.microsoft.com/office/powerpoint/2010/main" val="1336287708"/>
      </p:ext>
    </p:extLst>
  </p:cSld>
  <p:clrMapOvr>
    <a:masterClrMapping/>
  </p:clrMapOvr>
  <p:transition>
    <p:fade/>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69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457200" y="1600201"/>
            <a:ext cx="8229600" cy="12953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fontAlgn="base">
              <a:spcBef>
                <a:spcPct val="0"/>
              </a:spcBef>
              <a:spcAft>
                <a:spcPct val="0"/>
              </a:spcAft>
              <a:defRPr>
                <a:latin typeface="Arial" charset="0"/>
                <a:cs typeface="Arial" charset="0"/>
              </a:defRPr>
            </a:lvl1pPr>
          </a:lstStyle>
          <a:p>
            <a:pPr>
              <a:defRPr/>
            </a:pPr>
            <a:fld id="{FB392A70-6312-4295-B045-8A3A0643FC4B}" type="datetime1">
              <a:rPr lang="en-US"/>
              <a:pPr>
                <a:defRPr/>
              </a:pPr>
              <a:t>2/7/2026</a:t>
            </a:fld>
            <a:endParaRPr lang="en-US" dirty="0"/>
          </a:p>
        </p:txBody>
      </p:sp>
      <p:sp>
        <p:nvSpPr>
          <p:cNvPr id="5" name="Footer Placeholder 4"/>
          <p:cNvSpPr>
            <a:spLocks noGrp="1"/>
          </p:cNvSpPr>
          <p:nvPr>
            <p:ph type="ftr" sz="quarter" idx="11"/>
          </p:nvPr>
        </p:nvSpPr>
        <p:spPr/>
        <p:txBody>
          <a:bodyPr/>
          <a:lstStyle>
            <a:lvl1pPr fontAlgn="base">
              <a:spcBef>
                <a:spcPct val="0"/>
              </a:spcBef>
              <a:spcAft>
                <a:spcPct val="0"/>
              </a:spcAft>
              <a:defRPr>
                <a:latin typeface="Arial" charset="0"/>
                <a:cs typeface="Arial" charset="0"/>
              </a:defRPr>
            </a:lvl1pPr>
          </a:lstStyle>
          <a:p>
            <a:pPr>
              <a:defRPr/>
            </a:pPr>
            <a:r>
              <a:rPr lang="en-US" dirty="0"/>
              <a:t>Copyright @ 2015 McGraw Hill Education</a:t>
            </a:r>
          </a:p>
        </p:txBody>
      </p:sp>
      <p:sp>
        <p:nvSpPr>
          <p:cNvPr id="6" name="Slide Number Placeholder 5"/>
          <p:cNvSpPr>
            <a:spLocks noGrp="1"/>
          </p:cNvSpPr>
          <p:nvPr>
            <p:ph type="sldNum" sz="quarter" idx="12"/>
          </p:nvPr>
        </p:nvSpPr>
        <p:spPr/>
        <p:txBody>
          <a:bodyPr/>
          <a:lstStyle>
            <a:lvl1pPr fontAlgn="base">
              <a:spcBef>
                <a:spcPct val="0"/>
              </a:spcBef>
              <a:spcAft>
                <a:spcPct val="0"/>
              </a:spcAft>
              <a:defRPr>
                <a:latin typeface="Arial" charset="0"/>
                <a:cs typeface="Arial" charset="0"/>
              </a:defRPr>
            </a:lvl1pPr>
          </a:lstStyle>
          <a:p>
            <a:pPr>
              <a:defRPr/>
            </a:pPr>
            <a:fld id="{7A12E07D-6177-4BA4-8EF4-EE0B0B1559AA}" type="slidenum">
              <a:rPr lang="en-US"/>
              <a:pPr>
                <a:defRPr/>
              </a:pPr>
              <a:t>‹#›</a:t>
            </a:fld>
            <a:endParaRPr lang="en-US" dirty="0"/>
          </a:p>
        </p:txBody>
      </p:sp>
      <p:sp>
        <p:nvSpPr>
          <p:cNvPr id="8" name="Content Placeholder 2"/>
          <p:cNvSpPr>
            <a:spLocks noGrp="1"/>
          </p:cNvSpPr>
          <p:nvPr>
            <p:ph idx="13"/>
          </p:nvPr>
        </p:nvSpPr>
        <p:spPr>
          <a:xfrm>
            <a:off x="457200" y="3276601"/>
            <a:ext cx="8229600" cy="12953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10"/>
          <p:cNvSpPr>
            <a:spLocks noGrp="1"/>
          </p:cNvSpPr>
          <p:nvPr>
            <p:ph sz="quarter" idx="14"/>
          </p:nvPr>
        </p:nvSpPr>
        <p:spPr>
          <a:xfrm>
            <a:off x="381000" y="6527802"/>
            <a:ext cx="6400800" cy="228600"/>
          </a:xfrm>
        </p:spPr>
        <p:txBody>
          <a:bodyPr/>
          <a:lstStyle>
            <a:lvl1pPr marL="0" indent="0">
              <a:buNone/>
              <a:defRPr sz="1800"/>
            </a:lvl1pPr>
            <a:lvl2pPr>
              <a:defRPr sz="1800"/>
            </a:lvl2pPr>
            <a:lvl3pPr>
              <a:defRPr sz="1800"/>
            </a:lvl3pPr>
            <a:lvl4pPr>
              <a:defRPr sz="1800"/>
            </a:lvl4pPr>
            <a:lvl5pPr marL="1828800" indent="0">
              <a:buNone/>
              <a:defRPr sz="1800"/>
            </a:lvl5pPr>
          </a:lstStyle>
          <a:p>
            <a:pPr lvl="4"/>
            <a:endParaRPr lang="en-IN" dirty="0"/>
          </a:p>
        </p:txBody>
      </p:sp>
    </p:spTree>
    <p:extLst>
      <p:ext uri="{BB962C8B-B14F-4D97-AF65-F5344CB8AC3E}">
        <p14:creationId xmlns:p14="http://schemas.microsoft.com/office/powerpoint/2010/main" val="3889262751"/>
      </p:ext>
    </p:extLst>
  </p:cSld>
  <p:clrMapOvr>
    <a:masterClrMapping/>
  </p:clrMapOvr>
  <p:transition>
    <p:fade/>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70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457200" y="1600201"/>
            <a:ext cx="8229600" cy="12953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fontAlgn="base">
              <a:spcBef>
                <a:spcPct val="0"/>
              </a:spcBef>
              <a:spcAft>
                <a:spcPct val="0"/>
              </a:spcAft>
              <a:defRPr>
                <a:latin typeface="Arial" charset="0"/>
                <a:cs typeface="Arial" charset="0"/>
              </a:defRPr>
            </a:lvl1pPr>
          </a:lstStyle>
          <a:p>
            <a:pPr>
              <a:defRPr/>
            </a:pPr>
            <a:fld id="{FB392A70-6312-4295-B045-8A3A0643FC4B}" type="datetime1">
              <a:rPr lang="en-US"/>
              <a:pPr>
                <a:defRPr/>
              </a:pPr>
              <a:t>2/7/2026</a:t>
            </a:fld>
            <a:endParaRPr lang="en-US" dirty="0"/>
          </a:p>
        </p:txBody>
      </p:sp>
      <p:sp>
        <p:nvSpPr>
          <p:cNvPr id="5" name="Footer Placeholder 4"/>
          <p:cNvSpPr>
            <a:spLocks noGrp="1"/>
          </p:cNvSpPr>
          <p:nvPr>
            <p:ph type="ftr" sz="quarter" idx="11"/>
          </p:nvPr>
        </p:nvSpPr>
        <p:spPr/>
        <p:txBody>
          <a:bodyPr/>
          <a:lstStyle>
            <a:lvl1pPr fontAlgn="base">
              <a:spcBef>
                <a:spcPct val="0"/>
              </a:spcBef>
              <a:spcAft>
                <a:spcPct val="0"/>
              </a:spcAft>
              <a:defRPr>
                <a:latin typeface="Arial" charset="0"/>
                <a:cs typeface="Arial" charset="0"/>
              </a:defRPr>
            </a:lvl1pPr>
          </a:lstStyle>
          <a:p>
            <a:pPr>
              <a:defRPr/>
            </a:pPr>
            <a:r>
              <a:rPr lang="en-US" dirty="0"/>
              <a:t>Copyright @ 2015 McGraw Hill Education</a:t>
            </a:r>
          </a:p>
        </p:txBody>
      </p:sp>
      <p:sp>
        <p:nvSpPr>
          <p:cNvPr id="6" name="Slide Number Placeholder 5"/>
          <p:cNvSpPr>
            <a:spLocks noGrp="1"/>
          </p:cNvSpPr>
          <p:nvPr>
            <p:ph type="sldNum" sz="quarter" idx="12"/>
          </p:nvPr>
        </p:nvSpPr>
        <p:spPr/>
        <p:txBody>
          <a:bodyPr/>
          <a:lstStyle>
            <a:lvl1pPr fontAlgn="base">
              <a:spcBef>
                <a:spcPct val="0"/>
              </a:spcBef>
              <a:spcAft>
                <a:spcPct val="0"/>
              </a:spcAft>
              <a:defRPr>
                <a:latin typeface="Arial" charset="0"/>
                <a:cs typeface="Arial" charset="0"/>
              </a:defRPr>
            </a:lvl1pPr>
          </a:lstStyle>
          <a:p>
            <a:pPr>
              <a:defRPr/>
            </a:pPr>
            <a:fld id="{7A12E07D-6177-4BA4-8EF4-EE0B0B1559AA}" type="slidenum">
              <a:rPr lang="en-US"/>
              <a:pPr>
                <a:defRPr/>
              </a:pPr>
              <a:t>‹#›</a:t>
            </a:fld>
            <a:endParaRPr lang="en-US" dirty="0"/>
          </a:p>
        </p:txBody>
      </p:sp>
      <p:sp>
        <p:nvSpPr>
          <p:cNvPr id="8" name="Content Placeholder 2"/>
          <p:cNvSpPr>
            <a:spLocks noGrp="1"/>
          </p:cNvSpPr>
          <p:nvPr>
            <p:ph idx="13"/>
          </p:nvPr>
        </p:nvSpPr>
        <p:spPr>
          <a:xfrm>
            <a:off x="457200" y="3276601"/>
            <a:ext cx="8229600" cy="12953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10"/>
          <p:cNvSpPr>
            <a:spLocks noGrp="1"/>
          </p:cNvSpPr>
          <p:nvPr>
            <p:ph sz="quarter" idx="14"/>
          </p:nvPr>
        </p:nvSpPr>
        <p:spPr>
          <a:xfrm>
            <a:off x="381000" y="6527802"/>
            <a:ext cx="6400800" cy="228600"/>
          </a:xfrm>
        </p:spPr>
        <p:txBody>
          <a:bodyPr/>
          <a:lstStyle>
            <a:lvl1pPr marL="0" indent="0">
              <a:buNone/>
              <a:defRPr sz="1800"/>
            </a:lvl1pPr>
            <a:lvl2pPr>
              <a:defRPr sz="1800"/>
            </a:lvl2pPr>
            <a:lvl3pPr>
              <a:defRPr sz="1800"/>
            </a:lvl3pPr>
            <a:lvl4pPr>
              <a:defRPr sz="1800"/>
            </a:lvl4pPr>
            <a:lvl5pPr marL="1828800" indent="0">
              <a:buNone/>
              <a:defRPr sz="1800"/>
            </a:lvl5pPr>
          </a:lstStyle>
          <a:p>
            <a:pPr lvl="4"/>
            <a:endParaRPr lang="en-IN" dirty="0"/>
          </a:p>
        </p:txBody>
      </p:sp>
    </p:spTree>
    <p:extLst>
      <p:ext uri="{BB962C8B-B14F-4D97-AF65-F5344CB8AC3E}">
        <p14:creationId xmlns:p14="http://schemas.microsoft.com/office/powerpoint/2010/main" val="1714033753"/>
      </p:ext>
    </p:extLst>
  </p:cSld>
  <p:clrMapOvr>
    <a:masterClrMapping/>
  </p:clrMapOvr>
  <p:transition>
    <p:fade/>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7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457200" y="1600202"/>
            <a:ext cx="8229600" cy="792162"/>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lvl1pPr fontAlgn="base">
              <a:spcBef>
                <a:spcPct val="0"/>
              </a:spcBef>
              <a:spcAft>
                <a:spcPct val="0"/>
              </a:spcAft>
              <a:defRPr>
                <a:latin typeface="Arial" charset="0"/>
                <a:cs typeface="Arial" charset="0"/>
              </a:defRPr>
            </a:lvl1pPr>
          </a:lstStyle>
          <a:p>
            <a:pPr>
              <a:defRPr/>
            </a:pPr>
            <a:fld id="{FB392A70-6312-4295-B045-8A3A0643FC4B}" type="datetime1">
              <a:rPr lang="en-US"/>
              <a:pPr>
                <a:defRPr/>
              </a:pPr>
              <a:t>2/7/2026</a:t>
            </a:fld>
            <a:endParaRPr lang="en-US" dirty="0"/>
          </a:p>
        </p:txBody>
      </p:sp>
      <p:sp>
        <p:nvSpPr>
          <p:cNvPr id="5" name="Footer Placeholder 4"/>
          <p:cNvSpPr>
            <a:spLocks noGrp="1"/>
          </p:cNvSpPr>
          <p:nvPr>
            <p:ph type="ftr" sz="quarter" idx="11"/>
          </p:nvPr>
        </p:nvSpPr>
        <p:spPr/>
        <p:txBody>
          <a:bodyPr/>
          <a:lstStyle>
            <a:lvl1pPr fontAlgn="base">
              <a:spcBef>
                <a:spcPct val="0"/>
              </a:spcBef>
              <a:spcAft>
                <a:spcPct val="0"/>
              </a:spcAft>
              <a:defRPr>
                <a:latin typeface="Arial" charset="0"/>
                <a:cs typeface="Arial" charset="0"/>
              </a:defRPr>
            </a:lvl1pPr>
          </a:lstStyle>
          <a:p>
            <a:pPr>
              <a:defRPr/>
            </a:pPr>
            <a:r>
              <a:rPr lang="en-US" dirty="0"/>
              <a:t>Copyright @ 2015 McGraw Hill Education</a:t>
            </a:r>
          </a:p>
        </p:txBody>
      </p:sp>
      <p:sp>
        <p:nvSpPr>
          <p:cNvPr id="6" name="Slide Number Placeholder 5"/>
          <p:cNvSpPr>
            <a:spLocks noGrp="1"/>
          </p:cNvSpPr>
          <p:nvPr>
            <p:ph type="sldNum" sz="quarter" idx="12"/>
          </p:nvPr>
        </p:nvSpPr>
        <p:spPr/>
        <p:txBody>
          <a:bodyPr/>
          <a:lstStyle>
            <a:lvl1pPr fontAlgn="base">
              <a:spcBef>
                <a:spcPct val="0"/>
              </a:spcBef>
              <a:spcAft>
                <a:spcPct val="0"/>
              </a:spcAft>
              <a:defRPr>
                <a:latin typeface="Arial" charset="0"/>
                <a:cs typeface="Arial" charset="0"/>
              </a:defRPr>
            </a:lvl1pPr>
          </a:lstStyle>
          <a:p>
            <a:pPr>
              <a:defRPr/>
            </a:pPr>
            <a:fld id="{7A12E07D-6177-4BA4-8EF4-EE0B0B1559AA}" type="slidenum">
              <a:rPr lang="en-US"/>
              <a:pPr>
                <a:defRPr/>
              </a:pPr>
              <a:t>‹#›</a:t>
            </a:fld>
            <a:endParaRPr lang="en-US" dirty="0"/>
          </a:p>
        </p:txBody>
      </p:sp>
      <p:sp>
        <p:nvSpPr>
          <p:cNvPr id="8" name="Content Placeholder 2"/>
          <p:cNvSpPr>
            <a:spLocks noGrp="1"/>
          </p:cNvSpPr>
          <p:nvPr>
            <p:ph idx="13"/>
          </p:nvPr>
        </p:nvSpPr>
        <p:spPr>
          <a:xfrm>
            <a:off x="457200" y="2728915"/>
            <a:ext cx="8229600" cy="102076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Content Placeholder 2"/>
          <p:cNvSpPr>
            <a:spLocks noGrp="1"/>
          </p:cNvSpPr>
          <p:nvPr>
            <p:ph idx="14"/>
          </p:nvPr>
        </p:nvSpPr>
        <p:spPr>
          <a:xfrm>
            <a:off x="457200" y="4024313"/>
            <a:ext cx="8229600" cy="130968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10"/>
          <p:cNvSpPr>
            <a:spLocks noGrp="1"/>
          </p:cNvSpPr>
          <p:nvPr>
            <p:ph sz="quarter" idx="15"/>
          </p:nvPr>
        </p:nvSpPr>
        <p:spPr>
          <a:xfrm>
            <a:off x="381000" y="6527802"/>
            <a:ext cx="6400800" cy="228600"/>
          </a:xfrm>
        </p:spPr>
        <p:txBody>
          <a:bodyPr/>
          <a:lstStyle>
            <a:lvl1pPr marL="0" indent="0">
              <a:buNone/>
              <a:defRPr sz="1800"/>
            </a:lvl1pPr>
            <a:lvl2pPr>
              <a:defRPr sz="1800"/>
            </a:lvl2pPr>
            <a:lvl3pPr>
              <a:defRPr sz="1800"/>
            </a:lvl3pPr>
            <a:lvl4pPr>
              <a:defRPr sz="1800"/>
            </a:lvl4pPr>
            <a:lvl5pPr marL="1828800" indent="0">
              <a:buNone/>
              <a:defRPr sz="1800"/>
            </a:lvl5pPr>
          </a:lstStyle>
          <a:p>
            <a:pPr lvl="4"/>
            <a:endParaRPr lang="en-IN" dirty="0"/>
          </a:p>
        </p:txBody>
      </p:sp>
    </p:spTree>
    <p:extLst>
      <p:ext uri="{BB962C8B-B14F-4D97-AF65-F5344CB8AC3E}">
        <p14:creationId xmlns:p14="http://schemas.microsoft.com/office/powerpoint/2010/main" val="2298056977"/>
      </p:ext>
    </p:extLst>
  </p:cSld>
  <p:clrMapOvr>
    <a:masterClrMapping/>
  </p:clrMapOvr>
  <p:transition>
    <p:fade/>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72_Title and Content">
    <p:spTree>
      <p:nvGrpSpPr>
        <p:cNvPr id="1" name=""/>
        <p:cNvGrpSpPr/>
        <p:nvPr/>
      </p:nvGrpSpPr>
      <p:grpSpPr>
        <a:xfrm>
          <a:off x="0" y="0"/>
          <a:ext cx="0" cy="0"/>
          <a:chOff x="0" y="0"/>
          <a:chExt cx="0" cy="0"/>
        </a:xfrm>
      </p:grpSpPr>
      <p:sp>
        <p:nvSpPr>
          <p:cNvPr id="13" name="Round Single Corner Rectangle 12"/>
          <p:cNvSpPr/>
          <p:nvPr userDrawn="1"/>
        </p:nvSpPr>
        <p:spPr>
          <a:xfrm>
            <a:off x="451819" y="172017"/>
            <a:ext cx="8477291" cy="956819"/>
          </a:xfrm>
          <a:prstGeom prst="round1Rect">
            <a:avLst/>
          </a:prstGeom>
          <a:solidFill>
            <a:srgbClr val="39649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srgbClr val="396497"/>
              </a:solidFill>
              <a:effectLst/>
              <a:uLnTx/>
              <a:uFillTx/>
              <a:latin typeface="Calibri"/>
              <a:ea typeface="+mn-ea"/>
              <a:cs typeface="+mn-cs"/>
            </a:endParaRPr>
          </a:p>
        </p:txBody>
      </p:sp>
      <p:grpSp>
        <p:nvGrpSpPr>
          <p:cNvPr id="9" name="Group 8"/>
          <p:cNvGrpSpPr/>
          <p:nvPr userDrawn="1"/>
        </p:nvGrpSpPr>
        <p:grpSpPr>
          <a:xfrm>
            <a:off x="268940" y="0"/>
            <a:ext cx="8660170" cy="6541846"/>
            <a:chOff x="268940" y="0"/>
            <a:chExt cx="8660170" cy="6541846"/>
          </a:xfrm>
        </p:grpSpPr>
        <p:sp>
          <p:nvSpPr>
            <p:cNvPr id="10" name="Rectangle 9"/>
            <p:cNvSpPr/>
            <p:nvPr userDrawn="1"/>
          </p:nvSpPr>
          <p:spPr>
            <a:xfrm>
              <a:off x="268940" y="0"/>
              <a:ext cx="182880" cy="4155141"/>
            </a:xfrm>
            <a:prstGeom prst="rect">
              <a:avLst/>
            </a:prstGeom>
            <a:solidFill>
              <a:srgbClr val="FAD3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1" name="Rectangle 10"/>
            <p:cNvSpPr/>
            <p:nvPr userDrawn="1"/>
          </p:nvSpPr>
          <p:spPr>
            <a:xfrm>
              <a:off x="585490" y="1302390"/>
              <a:ext cx="8343620" cy="5239456"/>
            </a:xfrm>
            <a:prstGeom prst="rect">
              <a:avLst/>
            </a:prstGeom>
            <a:solidFill>
              <a:srgbClr val="E0DD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12" name="Rectangle 11"/>
            <p:cNvSpPr/>
            <p:nvPr userDrawn="1"/>
          </p:nvSpPr>
          <p:spPr>
            <a:xfrm>
              <a:off x="8745190" y="1302390"/>
              <a:ext cx="183920" cy="5239456"/>
            </a:xfrm>
            <a:prstGeom prst="rect">
              <a:avLst/>
            </a:prstGeom>
            <a:solidFill>
              <a:srgbClr val="83B4A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grpSp>
      <p:sp>
        <p:nvSpPr>
          <p:cNvPr id="2" name="Title 1"/>
          <p:cNvSpPr>
            <a:spLocks noGrp="1"/>
          </p:cNvSpPr>
          <p:nvPr>
            <p:ph type="title"/>
          </p:nvPr>
        </p:nvSpPr>
        <p:spPr>
          <a:xfrm>
            <a:off x="596900" y="185738"/>
            <a:ext cx="8229600" cy="914400"/>
          </a:xfrm>
          <a:prstGeom prst="rect">
            <a:avLst/>
          </a:prstGeom>
        </p:spPr>
        <p:txBody>
          <a:bodyPr/>
          <a:lstStyle>
            <a:lvl1pPr algn="l">
              <a:defRPr sz="3200">
                <a:solidFill>
                  <a:schemeClr val="bg1"/>
                </a:solidFill>
              </a:defRPr>
            </a:lvl1pPr>
          </a:lstStyle>
          <a:p>
            <a:r>
              <a:rPr lang="en-US" dirty="0"/>
              <a:t>Click to edit Master title style</a:t>
            </a:r>
          </a:p>
        </p:txBody>
      </p:sp>
      <p:sp>
        <p:nvSpPr>
          <p:cNvPr id="3" name="Content Placeholder 2"/>
          <p:cNvSpPr>
            <a:spLocks noGrp="1"/>
          </p:cNvSpPr>
          <p:nvPr>
            <p:ph idx="1"/>
          </p:nvPr>
        </p:nvSpPr>
        <p:spPr>
          <a:xfrm>
            <a:off x="596900" y="1346199"/>
            <a:ext cx="8046720" cy="5120640"/>
          </a:xfrm>
          <a:prstGeom prst="rect">
            <a:avLst/>
          </a:prstGeo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extBox 6"/>
          <p:cNvSpPr txBox="1"/>
          <p:nvPr userDrawn="1"/>
        </p:nvSpPr>
        <p:spPr>
          <a:xfrm>
            <a:off x="0" y="6565900"/>
            <a:ext cx="1828800" cy="228600"/>
          </a:xfrm>
          <a:prstGeom prst="rect">
            <a:avLst/>
          </a:prstGeom>
          <a:noFill/>
        </p:spPr>
        <p:txBody>
          <a:bodyPr wrap="square" rtlCol="0">
            <a:no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Arial" charset="0"/>
                <a:ea typeface="+mn-ea"/>
                <a:cs typeface="Arial" charset="0"/>
              </a:rPr>
              <a:t>©2020 McGraw-Hill Education.</a:t>
            </a:r>
          </a:p>
        </p:txBody>
      </p:sp>
      <p:sp>
        <p:nvSpPr>
          <p:cNvPr id="14" name="Text Placeholder 4"/>
          <p:cNvSpPr>
            <a:spLocks noGrp="1"/>
          </p:cNvSpPr>
          <p:nvPr>
            <p:ph type="body" sz="quarter" idx="10" hasCustomPrompt="1"/>
          </p:nvPr>
        </p:nvSpPr>
        <p:spPr>
          <a:xfrm>
            <a:off x="3063240" y="6527800"/>
            <a:ext cx="3017520" cy="228600"/>
          </a:xfrm>
          <a:prstGeom prst="rect">
            <a:avLst/>
          </a:prstGeom>
        </p:spPr>
        <p:txBody>
          <a:bodyPr/>
          <a:lstStyle>
            <a:lvl1pPr marL="0" indent="0" algn="ctr">
              <a:buNone/>
              <a:defRPr sz="1000"/>
            </a:lvl1pPr>
          </a:lstStyle>
          <a:p>
            <a:pPr lvl="0"/>
            <a:r>
              <a:rPr lang="en-US" dirty="0"/>
              <a:t>Add “Access the text alternative for slide images.”</a:t>
            </a:r>
          </a:p>
        </p:txBody>
      </p:sp>
    </p:spTree>
    <p:extLst>
      <p:ext uri="{BB962C8B-B14F-4D97-AF65-F5344CB8AC3E}">
        <p14:creationId xmlns:p14="http://schemas.microsoft.com/office/powerpoint/2010/main" val="543757963"/>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userDrawn="1">
  <p:cSld name="3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33400" y="147638"/>
            <a:ext cx="7498080" cy="822960"/>
          </a:xfrm>
          <a:prstGeom prst="rect">
            <a:avLst/>
          </a:prstGeom>
        </p:spPr>
        <p:txBody>
          <a:bodyPr anchor="ctr"/>
          <a:lstStyle>
            <a:lvl1pPr algn="l">
              <a:defRPr sz="2800" b="1">
                <a:solidFill>
                  <a:srgbClr val="396497"/>
                </a:solidFill>
              </a:defRPr>
            </a:lvl1pPr>
          </a:lstStyle>
          <a:p>
            <a:r>
              <a:rPr lang="en-US" dirty="0"/>
              <a:t>Click to edit Master title style</a:t>
            </a:r>
          </a:p>
        </p:txBody>
      </p:sp>
      <p:sp>
        <p:nvSpPr>
          <p:cNvPr id="3" name="Content Placeholder 2"/>
          <p:cNvSpPr>
            <a:spLocks noGrp="1"/>
          </p:cNvSpPr>
          <p:nvPr>
            <p:ph idx="1"/>
          </p:nvPr>
        </p:nvSpPr>
        <p:spPr>
          <a:xfrm>
            <a:off x="533400" y="1155699"/>
            <a:ext cx="7498080" cy="4305301"/>
          </a:xfrm>
          <a:prstGeom prst="rect">
            <a:avLst/>
          </a:prstGeom>
        </p:spPr>
        <p:txBody>
          <a:bodyPr/>
          <a:lstStyle>
            <a:lvl1pPr marL="0" indent="0">
              <a:spcBef>
                <a:spcPts val="600"/>
              </a:spcBef>
              <a:spcAft>
                <a:spcPts val="600"/>
              </a:spcAft>
              <a:buFont typeface="Arial" panose="020B0604020202020204" pitchFamily="34" charset="0"/>
              <a:buNone/>
              <a:defRPr sz="2800"/>
            </a:lvl1pPr>
            <a:lvl2pPr marL="365760" indent="-274320">
              <a:spcBef>
                <a:spcPts val="600"/>
              </a:spcBef>
              <a:spcAft>
                <a:spcPts val="600"/>
              </a:spcAft>
              <a:buFont typeface="Arial" panose="020B0604020202020204" pitchFamily="34" charset="0"/>
              <a:buChar char="•"/>
              <a:defRPr sz="2400"/>
            </a:lvl2pPr>
            <a:lvl3pPr marL="731520" indent="-274320">
              <a:spcBef>
                <a:spcPts val="600"/>
              </a:spcBef>
              <a:spcAft>
                <a:spcPts val="600"/>
              </a:spcAft>
              <a:buFont typeface="Arial" panose="020B0604020202020204" pitchFamily="34" charset="0"/>
              <a:buChar char="•"/>
              <a:defRPr sz="2000"/>
            </a:lvl3pPr>
            <a:lvl4pPr marL="1097280" indent="-228600">
              <a:spcBef>
                <a:spcPts val="600"/>
              </a:spcBef>
              <a:spcAft>
                <a:spcPts val="600"/>
              </a:spcAft>
              <a:buFont typeface="Arial" panose="020B0604020202020204" pitchFamily="34" charset="0"/>
              <a:buChar char="•"/>
              <a:defRPr sz="1800"/>
            </a:lvl4pPr>
            <a:lvl5pPr marL="1371600" indent="-228600">
              <a:spcBef>
                <a:spcPts val="600"/>
              </a:spcBef>
              <a:spcAft>
                <a:spcPts val="600"/>
              </a:spcAft>
              <a:buFont typeface="Arial" panose="020B0604020202020204" pitchFamily="34" charset="0"/>
              <a:buChar char="•"/>
              <a:defRPr sz="18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extBox 6"/>
          <p:cNvSpPr txBox="1"/>
          <p:nvPr userDrawn="1"/>
        </p:nvSpPr>
        <p:spPr>
          <a:xfrm>
            <a:off x="0" y="6565900"/>
            <a:ext cx="1828800" cy="228600"/>
          </a:xfrm>
          <a:prstGeom prst="rect">
            <a:avLst/>
          </a:prstGeom>
          <a:noFill/>
        </p:spPr>
        <p:txBody>
          <a:bodyPr wrap="square" rtlCol="0">
            <a:noAutofit/>
          </a:bodyPr>
          <a:lstStyle/>
          <a:p>
            <a:r>
              <a:rPr lang="en-US" sz="800" dirty="0"/>
              <a:t>©2020 McGraw-Hill Education.</a:t>
            </a:r>
          </a:p>
        </p:txBody>
      </p:sp>
      <p:sp>
        <p:nvSpPr>
          <p:cNvPr id="6" name="Rectangle 5"/>
          <p:cNvSpPr/>
          <p:nvPr userDrawn="1"/>
        </p:nvSpPr>
        <p:spPr>
          <a:xfrm>
            <a:off x="268940" y="0"/>
            <a:ext cx="182880" cy="4155141"/>
          </a:xfrm>
          <a:prstGeom prst="rect">
            <a:avLst/>
          </a:prstGeom>
          <a:solidFill>
            <a:srgbClr val="FAD3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ectangle 8"/>
          <p:cNvSpPr/>
          <p:nvPr userDrawn="1"/>
        </p:nvSpPr>
        <p:spPr>
          <a:xfrm>
            <a:off x="8108043" y="0"/>
            <a:ext cx="732512" cy="6439497"/>
          </a:xfrm>
          <a:prstGeom prst="rect">
            <a:avLst/>
          </a:prstGeom>
          <a:solidFill>
            <a:srgbClr val="6222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Content Placeholder 2"/>
          <p:cNvSpPr>
            <a:spLocks noGrp="1"/>
          </p:cNvSpPr>
          <p:nvPr>
            <p:ph idx="10"/>
          </p:nvPr>
        </p:nvSpPr>
        <p:spPr>
          <a:xfrm>
            <a:off x="533400" y="5588000"/>
            <a:ext cx="7498080" cy="647700"/>
          </a:xfrm>
          <a:prstGeom prst="rect">
            <a:avLst/>
          </a:prstGeom>
        </p:spPr>
        <p:txBody>
          <a:bodyPr/>
          <a:lstStyle>
            <a:lvl1pPr marL="0" indent="0">
              <a:spcBef>
                <a:spcPts val="600"/>
              </a:spcBef>
              <a:spcAft>
                <a:spcPts val="600"/>
              </a:spcAft>
              <a:buFont typeface="Arial" panose="020B0604020202020204" pitchFamily="34" charset="0"/>
              <a:buNone/>
              <a:defRPr sz="2800"/>
            </a:lvl1pPr>
            <a:lvl2pPr marL="365760" indent="-274320">
              <a:spcBef>
                <a:spcPts val="600"/>
              </a:spcBef>
              <a:spcAft>
                <a:spcPts val="600"/>
              </a:spcAft>
              <a:buFont typeface="Arial" panose="020B0604020202020204" pitchFamily="34" charset="0"/>
              <a:buChar char="•"/>
              <a:defRPr sz="2400"/>
            </a:lvl2pPr>
            <a:lvl3pPr marL="731520" indent="-274320">
              <a:spcBef>
                <a:spcPts val="600"/>
              </a:spcBef>
              <a:spcAft>
                <a:spcPts val="600"/>
              </a:spcAft>
              <a:buFont typeface="Arial" panose="020B0604020202020204" pitchFamily="34" charset="0"/>
              <a:buChar char="•"/>
              <a:defRPr sz="2000"/>
            </a:lvl3pPr>
            <a:lvl4pPr marL="1097280" indent="-228600">
              <a:spcBef>
                <a:spcPts val="600"/>
              </a:spcBef>
              <a:spcAft>
                <a:spcPts val="600"/>
              </a:spcAft>
              <a:buFont typeface="Arial" panose="020B0604020202020204" pitchFamily="34" charset="0"/>
              <a:buChar char="•"/>
              <a:defRPr sz="1800"/>
            </a:lvl4pPr>
            <a:lvl5pPr marL="1371600" indent="-228600">
              <a:spcBef>
                <a:spcPts val="600"/>
              </a:spcBef>
              <a:spcAft>
                <a:spcPts val="600"/>
              </a:spcAft>
              <a:buFont typeface="Arial" panose="020B0604020202020204" pitchFamily="34" charset="0"/>
              <a:buChar char="•"/>
              <a:defRPr sz="18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Text Placeholder 4"/>
          <p:cNvSpPr>
            <a:spLocks noGrp="1"/>
          </p:cNvSpPr>
          <p:nvPr>
            <p:ph type="body" sz="quarter" idx="11" hasCustomPrompt="1"/>
          </p:nvPr>
        </p:nvSpPr>
        <p:spPr>
          <a:xfrm>
            <a:off x="3063240" y="6438900"/>
            <a:ext cx="3017520" cy="228600"/>
          </a:xfrm>
          <a:prstGeom prst="rect">
            <a:avLst/>
          </a:prstGeom>
        </p:spPr>
        <p:txBody>
          <a:bodyPr/>
          <a:lstStyle>
            <a:lvl1pPr marL="0" indent="0" algn="ctr">
              <a:buNone/>
              <a:defRPr sz="1000"/>
            </a:lvl1pPr>
          </a:lstStyle>
          <a:p>
            <a:pPr lvl="0"/>
            <a:r>
              <a:rPr lang="en-US" dirty="0"/>
              <a:t>Add “Access the text alternative for slide images.”</a:t>
            </a:r>
          </a:p>
        </p:txBody>
      </p:sp>
    </p:spTree>
    <p:extLst>
      <p:ext uri="{BB962C8B-B14F-4D97-AF65-F5344CB8AC3E}">
        <p14:creationId xmlns:p14="http://schemas.microsoft.com/office/powerpoint/2010/main" val="1884277595"/>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 Id="rId3"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A71A815-86EA-482F-BFC1-2316DFAA4A87}" type="datetimeFigureOut">
              <a:rPr lang="en-US" smtClean="0"/>
              <a:t>2/7/2026</a:t>
            </a:fld>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607F632-3F85-4F98-B182-BC32E868C800}" type="slidenum">
              <a:rPr lang="en-US" smtClean="0"/>
              <a:t>‹#›</a:t>
            </a:fld>
            <a:endParaRPr lang="en-US" dirty="0"/>
          </a:p>
        </p:txBody>
      </p:sp>
    </p:spTree>
    <p:extLst>
      <p:ext uri="{BB962C8B-B14F-4D97-AF65-F5344CB8AC3E}">
        <p14:creationId xmlns:p14="http://schemas.microsoft.com/office/powerpoint/2010/main" val="308348805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761" r:id="rId12"/>
    <p:sldLayoutId id="2147483779" r:id="rId13"/>
    <p:sldLayoutId id="2147483780" r:id="rId14"/>
    <p:sldLayoutId id="2147483785" r:id="rId15"/>
    <p:sldLayoutId id="2147483786" r:id="rId16"/>
    <p:sldLayoutId id="2147483787" r:id="rId17"/>
    <p:sldLayoutId id="2147483788" r:id="rId18"/>
    <p:sldLayoutId id="2147483789" r:id="rId19"/>
    <p:sldLayoutId id="2147483790" r:id="rId20"/>
    <p:sldLayoutId id="2147483791" r:id="rId21"/>
    <p:sldLayoutId id="2147483792" r:id="rId22"/>
    <p:sldLayoutId id="2147483793" r:id="rId23"/>
    <p:sldLayoutId id="2147483794" r:id="rId24"/>
    <p:sldLayoutId id="2147483795" r:id="rId25"/>
    <p:sldLayoutId id="2147483796" r:id="rId26"/>
    <p:sldLayoutId id="2147483797" r:id="rId27"/>
    <p:sldLayoutId id="2147483798" r:id="rId28"/>
    <p:sldLayoutId id="2147483799" r:id="rId29"/>
    <p:sldLayoutId id="2147483800" r:id="rId30"/>
    <p:sldLayoutId id="2147483801" r:id="rId31"/>
    <p:sldLayoutId id="2147483802" r:id="rId32"/>
    <p:sldLayoutId id="2147483803" r:id="rId33"/>
    <p:sldLayoutId id="2147483804" r:id="rId34"/>
    <p:sldLayoutId id="2147483805" r:id="rId35"/>
    <p:sldLayoutId id="2147483806" r:id="rId36"/>
    <p:sldLayoutId id="2147483807" r:id="rId37"/>
    <p:sldLayoutId id="2147483808" r:id="rId38"/>
    <p:sldLayoutId id="2147483825" r:id="rId39"/>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9.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6.xml"/></Relationships>
</file>

<file path=ppt/slides/_rels/slide17.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14.xml"/><Relationship Id="rId1" Type="http://schemas.openxmlformats.org/officeDocument/2006/relationships/slideLayout" Target="../slideLayouts/slideLayout1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8.xml"/></Relationships>
</file>

<file path=ppt/slides/_rels/slide19.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16.xml"/><Relationship Id="rId1" Type="http://schemas.openxmlformats.org/officeDocument/2006/relationships/slideLayout" Target="../slideLayouts/slideLayout19.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0.xml"/></Relationships>
</file>

<file path=ppt/slides/_rels/slide21.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18.xml"/><Relationship Id="rId1" Type="http://schemas.openxmlformats.org/officeDocument/2006/relationships/slideLayout" Target="../slideLayouts/slideLayout2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2.xml"/></Relationships>
</file>

<file path=ppt/slides/_rels/slide23.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20.xml"/><Relationship Id="rId1" Type="http://schemas.openxmlformats.org/officeDocument/2006/relationships/slideLayout" Target="../slideLayouts/slideLayout23.xml"/><Relationship Id="rId4" Type="http://schemas.openxmlformats.org/officeDocument/2006/relationships/slide" Target="slide21.xml"/></Relationships>
</file>

<file path=ppt/slides/_rels/slide24.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21.xml"/><Relationship Id="rId1" Type="http://schemas.openxmlformats.org/officeDocument/2006/relationships/slideLayout" Target="../slideLayouts/slideLayout2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5.xml"/></Relationships>
</file>

<file path=ppt/slides/_rels/slide26.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23.xml"/><Relationship Id="rId1" Type="http://schemas.openxmlformats.org/officeDocument/2006/relationships/slideLayout" Target="../slideLayouts/slideLayout26.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7.xml"/></Relationships>
</file>

<file path=ppt/slides/_rels/slide28.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notesSlide" Target="../notesSlides/notesSlide25.xml"/><Relationship Id="rId1" Type="http://schemas.openxmlformats.org/officeDocument/2006/relationships/slideLayout" Target="../slideLayouts/slideLayout28.xml"/><Relationship Id="rId4" Type="http://schemas.openxmlformats.org/officeDocument/2006/relationships/slide" Target="slide27.xml"/></Relationships>
</file>

<file path=ppt/slides/_rels/slide29.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26.xml"/><Relationship Id="rId1" Type="http://schemas.openxmlformats.org/officeDocument/2006/relationships/slideLayout" Target="../slideLayouts/slideLayout29.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0.xml"/></Relationships>
</file>

<file path=ppt/slides/_rels/slide31.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notesSlide" Target="../notesSlides/notesSlide28.xml"/><Relationship Id="rId1" Type="http://schemas.openxmlformats.org/officeDocument/2006/relationships/slideLayout" Target="../slideLayouts/slideLayout3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2.xml"/></Relationships>
</file>

<file path=ppt/slides/_rels/slide33.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notesSlide" Target="../notesSlides/notesSlide30.xml"/><Relationship Id="rId1" Type="http://schemas.openxmlformats.org/officeDocument/2006/relationships/slideLayout" Target="../slideLayouts/slideLayout3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4.xml"/></Relationships>
</file>

<file path=ppt/slides/_rels/slide35.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notesSlide" Target="../notesSlides/notesSlide32.xml"/><Relationship Id="rId1" Type="http://schemas.openxmlformats.org/officeDocument/2006/relationships/slideLayout" Target="../slideLayouts/slideLayout35.xml"/></Relationships>
</file>

<file path=ppt/slides/_rels/slide36.xml.rels><?xml version="1.0" encoding="UTF-8" standalone="yes"?>
<Relationships xmlns="http://schemas.openxmlformats.org/package/2006/relationships"><Relationship Id="rId3" Type="http://schemas.openxmlformats.org/officeDocument/2006/relationships/image" Target="../media/image24.jpg"/><Relationship Id="rId2" Type="http://schemas.openxmlformats.org/officeDocument/2006/relationships/notesSlide" Target="../notesSlides/notesSlide33.xml"/><Relationship Id="rId1" Type="http://schemas.openxmlformats.org/officeDocument/2006/relationships/slideLayout" Target="../slideLayouts/slideLayout36.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36.xml"/><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3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Title 3"/>
          <p:cNvSpPr>
            <a:spLocks noGrp="1"/>
          </p:cNvSpPr>
          <p:nvPr>
            <p:ph type="ctrTitle"/>
          </p:nvPr>
        </p:nvSpPr>
        <p:spPr>
          <a:xfrm>
            <a:off x="685800" y="838201"/>
            <a:ext cx="7772400" cy="1755774"/>
          </a:xfrm>
        </p:spPr>
        <p:txBody>
          <a:bodyPr>
            <a:normAutofit fontScale="90000"/>
          </a:bodyPr>
          <a:lstStyle/>
          <a:p>
            <a:pPr eaLnBrk="1" hangingPunct="1"/>
            <a:br>
              <a:rPr lang="en-US" altLang="en-US" b="1" dirty="0">
                <a:solidFill>
                  <a:srgbClr val="0000CC"/>
                </a:solidFill>
              </a:rPr>
            </a:br>
            <a:r>
              <a:rPr lang="en-US" altLang="en-US" sz="4900" b="1" dirty="0">
                <a:solidFill>
                  <a:srgbClr val="0000CC"/>
                </a:solidFill>
              </a:rPr>
              <a:t> Accounting for Managers </a:t>
            </a:r>
            <a:br>
              <a:rPr lang="en-US" altLang="en-US" sz="4900" b="1" dirty="0">
                <a:solidFill>
                  <a:srgbClr val="0000CC"/>
                </a:solidFill>
              </a:rPr>
            </a:br>
            <a:r>
              <a:rPr lang="en-US" altLang="en-US" sz="4900" b="1" dirty="0">
                <a:solidFill>
                  <a:srgbClr val="0000CC"/>
                </a:solidFill>
              </a:rPr>
              <a:t>(PART ONE)</a:t>
            </a:r>
            <a:br>
              <a:rPr lang="en-US" altLang="en-US" sz="4900" b="1" dirty="0"/>
            </a:br>
            <a:endParaRPr lang="en-US" altLang="en-US" sz="4900" b="1" dirty="0"/>
          </a:p>
        </p:txBody>
      </p:sp>
      <p:sp>
        <p:nvSpPr>
          <p:cNvPr id="2" name="Content Placeholder 1"/>
          <p:cNvSpPr>
            <a:spLocks noGrp="1"/>
          </p:cNvSpPr>
          <p:nvPr>
            <p:ph sz="quarter" idx="13"/>
          </p:nvPr>
        </p:nvSpPr>
        <p:spPr>
          <a:xfrm>
            <a:off x="4211960" y="4351335"/>
            <a:ext cx="7467600" cy="1825625"/>
          </a:xfrm>
        </p:spPr>
        <p:txBody>
          <a:bodyPr>
            <a:normAutofit fontScale="55000" lnSpcReduction="20000"/>
          </a:bodyPr>
          <a:lstStyle/>
          <a:p>
            <a:pPr marL="0" indent="0">
              <a:buNone/>
              <a:defRPr/>
            </a:pPr>
            <a:r>
              <a:rPr lang="en-US" altLang="en-US" b="1" dirty="0"/>
              <a:t>Compiled By: </a:t>
            </a:r>
            <a:br>
              <a:rPr lang="en-US" altLang="en-US" b="1" dirty="0"/>
            </a:br>
            <a:r>
              <a:rPr lang="en-US" altLang="en-US" b="1" i="1" dirty="0"/>
              <a:t>Dr Maha Ramadan</a:t>
            </a:r>
            <a:br>
              <a:rPr lang="en-US" altLang="en-US" b="1" i="1" dirty="0"/>
            </a:br>
            <a:r>
              <a:rPr lang="en-US" altLang="en-US" b="1" i="1" dirty="0"/>
              <a:t>Associate Professor of Accounting and Auditing</a:t>
            </a:r>
            <a:br>
              <a:rPr lang="en-US" altLang="en-US" b="1" i="1" dirty="0"/>
            </a:br>
            <a:r>
              <a:rPr lang="en-US" altLang="en-US" b="1" i="1" dirty="0" err="1"/>
              <a:t>Eslsca</a:t>
            </a:r>
            <a:r>
              <a:rPr lang="en-US" altLang="en-US" b="1" i="1" dirty="0"/>
              <a:t> University- Egypt</a:t>
            </a:r>
            <a:br>
              <a:rPr lang="en-US" altLang="en-US" b="1" i="1" dirty="0"/>
            </a:br>
            <a:r>
              <a:rPr lang="en-US" altLang="en-US" b="1" i="1" dirty="0"/>
              <a:t>Mob. 01001047652</a:t>
            </a:r>
          </a:p>
          <a:p>
            <a:pPr marL="0" indent="0">
              <a:buNone/>
              <a:defRPr/>
            </a:pPr>
            <a:r>
              <a:rPr lang="en-US" altLang="en-US" b="1" i="1" dirty="0"/>
              <a:t>Email: maha.ramdan@eslsca.edu.eg</a:t>
            </a:r>
            <a:br>
              <a:rPr lang="en-US" altLang="en-US" b="1" dirty="0"/>
            </a:br>
            <a:endParaRPr lang="en-US" b="1" dirty="0">
              <a:solidFill>
                <a:srgbClr val="002060"/>
              </a:solidFill>
              <a:latin typeface="Calibri" panose="020F0502020204030204" pitchFamily="34" charset="0"/>
              <a:ea typeface="ＭＳ Ｐゴシック" pitchFamily="34" charset="-128"/>
            </a:endParaRPr>
          </a:p>
          <a:p>
            <a:pPr marL="0" indent="0" eaLnBrk="1" hangingPunct="1">
              <a:buNone/>
              <a:defRPr/>
            </a:pPr>
            <a:endParaRPr lang="en-US" b="1" dirty="0">
              <a:solidFill>
                <a:srgbClr val="002060"/>
              </a:solidFill>
              <a:latin typeface="Calibri" panose="020F0502020204030204" pitchFamily="34" charset="0"/>
              <a:ea typeface="ＭＳ Ｐゴシック" pitchFamily="34" charset="-128"/>
            </a:endParaRPr>
          </a:p>
        </p:txBody>
      </p:sp>
      <p:sp>
        <p:nvSpPr>
          <p:cNvPr id="3" name="Content Placeholder 2"/>
          <p:cNvSpPr>
            <a:spLocks noGrp="1"/>
          </p:cNvSpPr>
          <p:nvPr>
            <p:ph sz="quarter" idx="4294967295"/>
          </p:nvPr>
        </p:nvSpPr>
        <p:spPr>
          <a:xfrm>
            <a:off x="152400" y="6400800"/>
            <a:ext cx="8534400" cy="381000"/>
          </a:xfrm>
        </p:spPr>
        <p:txBody>
          <a:bodyPr/>
          <a:lstStyle/>
          <a:p>
            <a:pPr marL="0" indent="0">
              <a:buNone/>
            </a:pPr>
            <a:endParaRPr lang="en-US" sz="900" i="1" dirty="0"/>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Title 1"/>
          <p:cNvSpPr>
            <a:spLocks noGrp="1" noChangeArrowheads="1"/>
          </p:cNvSpPr>
          <p:nvPr>
            <p:ph type="title"/>
          </p:nvPr>
        </p:nvSpPr>
        <p:spPr>
          <a:xfrm>
            <a:off x="457200" y="563562"/>
            <a:ext cx="8229600" cy="808038"/>
          </a:xfrm>
        </p:spPr>
        <p:txBody>
          <a:bodyPr/>
          <a:lstStyle/>
          <a:p>
            <a:pPr eaLnBrk="1" hangingPunct="1"/>
            <a:r>
              <a:rPr lang="en-US" altLang="en-US" b="1" dirty="0"/>
              <a:t>Importance of Accounting</a:t>
            </a:r>
          </a:p>
        </p:txBody>
      </p:sp>
      <p:pic>
        <p:nvPicPr>
          <p:cNvPr id="6" name="Picture 5" descr="A summary of accounting activities."/>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6077" y="2188690"/>
            <a:ext cx="7011846" cy="2986208"/>
          </a:xfrm>
          <a:prstGeom prst="rect">
            <a:avLst/>
          </a:prstGeom>
        </p:spPr>
      </p:pic>
      <p:sp>
        <p:nvSpPr>
          <p:cNvPr id="5" name="Content Placeholder 4"/>
          <p:cNvSpPr>
            <a:spLocks noGrp="1"/>
          </p:cNvSpPr>
          <p:nvPr>
            <p:ph sz="quarter" idx="15"/>
          </p:nvPr>
        </p:nvSpPr>
        <p:spPr>
          <a:xfrm>
            <a:off x="457200" y="5410200"/>
            <a:ext cx="8229600" cy="695893"/>
          </a:xfrm>
        </p:spPr>
        <p:txBody>
          <a:bodyPr>
            <a:normAutofit lnSpcReduction="10000"/>
          </a:bodyPr>
          <a:lstStyle/>
          <a:p>
            <a:r>
              <a:rPr lang="en-US" altLang="en-US" sz="2000" dirty="0"/>
              <a:t>Accounting</a:t>
            </a:r>
            <a:r>
              <a:rPr lang="en-US" altLang="en-US" sz="2000" b="1" dirty="0"/>
              <a:t> </a:t>
            </a:r>
            <a:r>
              <a:rPr lang="en-US" altLang="en-US" sz="2000" dirty="0"/>
              <a:t>is an information and measurement system that identifies, records, and communicates an organization’s business activities.</a:t>
            </a:r>
            <a:endParaRPr lang="en-US" sz="2000" dirty="0"/>
          </a:p>
        </p:txBody>
      </p:sp>
      <p:sp>
        <p:nvSpPr>
          <p:cNvPr id="4" name="Content Placeholder 3"/>
          <p:cNvSpPr>
            <a:spLocks noGrp="1"/>
          </p:cNvSpPr>
          <p:nvPr>
            <p:ph idx="14"/>
          </p:nvPr>
        </p:nvSpPr>
        <p:spPr>
          <a:xfrm>
            <a:off x="3581400" y="6237265"/>
            <a:ext cx="2667000" cy="239735"/>
          </a:xfrm>
        </p:spPr>
        <p:txBody>
          <a:bodyPr/>
          <a:lstStyle/>
          <a:p>
            <a:pPr marL="0" indent="0" algn="ctr">
              <a:buNone/>
            </a:pPr>
            <a:r>
              <a:rPr lang="en-US" sz="900" dirty="0">
                <a:hlinkClick r:id="" action="ppaction://noaction"/>
              </a:rPr>
              <a:t>Access the text alternative for slide images.</a:t>
            </a:r>
            <a:endParaRPr lang="en-IN" sz="900" dirty="0"/>
          </a:p>
        </p:txBody>
      </p:sp>
      <p:sp>
        <p:nvSpPr>
          <p:cNvPr id="3" name="Content Placeholder 2"/>
          <p:cNvSpPr>
            <a:spLocks noGrp="1"/>
          </p:cNvSpPr>
          <p:nvPr>
            <p:ph idx="13"/>
          </p:nvPr>
        </p:nvSpPr>
        <p:spPr>
          <a:xfrm>
            <a:off x="457200" y="6553200"/>
            <a:ext cx="4618973" cy="228600"/>
          </a:xfrm>
        </p:spPr>
        <p:txBody>
          <a:bodyPr>
            <a:normAutofit fontScale="92500" lnSpcReduction="10000"/>
          </a:bodyPr>
          <a:lstStyle/>
          <a:p>
            <a:pPr marL="0" lvl="0" indent="0">
              <a:buNone/>
            </a:pPr>
            <a:r>
              <a:rPr lang="en-US" altLang="en-US" sz="1100" b="1" kern="0" dirty="0">
                <a:solidFill>
                  <a:prstClr val="black"/>
                </a:solidFill>
              </a:rPr>
              <a:t>Learning Objective C1: </a:t>
            </a:r>
            <a:r>
              <a:rPr lang="en-US" altLang="en-US" sz="1100" dirty="0"/>
              <a:t>Explain the purpose and importance of accounting.</a:t>
            </a:r>
            <a:endParaRPr lang="en-US" sz="1100" b="1" kern="0" dirty="0">
              <a:solidFill>
                <a:prstClr val="black"/>
              </a:solidFill>
            </a:endParaRPr>
          </a:p>
        </p:txBody>
      </p:sp>
      <p:sp>
        <p:nvSpPr>
          <p:cNvPr id="13" name="Slide Number Placeholder 7">
            <a:extLst>
              <a:ext uri="{FF2B5EF4-FFF2-40B4-BE49-F238E27FC236}">
                <a16:creationId xmlns:a16="http://schemas.microsoft.com/office/drawing/2014/main" id="{24FBA6AD-8718-D643-B334-D4FF7FC1F3C9}"/>
              </a:ext>
            </a:extLst>
          </p:cNvPr>
          <p:cNvSpPr txBox="1">
            <a:spLocks/>
          </p:cNvSpPr>
          <p:nvPr/>
        </p:nvSpPr>
        <p:spPr>
          <a:xfrm>
            <a:off x="8238146" y="6392868"/>
            <a:ext cx="425570" cy="365125"/>
          </a:xfrm>
          <a:prstGeom prst="rect">
            <a:avLst/>
          </a:prstGeom>
        </p:spPr>
        <p:txBody>
          <a:bodyPr/>
          <a:lstStyle>
            <a:defPPr>
              <a:defRPr lang="en-US"/>
            </a:defPPr>
            <a:lvl1pPr algn="r" rtl="0" fontAlgn="base">
              <a:spcBef>
                <a:spcPct val="0"/>
              </a:spcBef>
              <a:spcAft>
                <a:spcPct val="0"/>
              </a:spcAft>
              <a:defRPr sz="1200"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a:lstStyle>
          <a:p>
            <a:pPr>
              <a:defRPr/>
            </a:pPr>
            <a:fld id="{389021C6-BF4E-47D5-A0FD-A156D54A87E1}" type="slidenum">
              <a:rPr lang="en-US" smtClean="0"/>
              <a:pPr>
                <a:defRPr/>
              </a:pPr>
              <a:t>2</a:t>
            </a:fld>
            <a:endParaRPr lang="en-US" dirty="0"/>
          </a:p>
        </p:txBody>
      </p:sp>
    </p:spTree>
    <p:extLst>
      <p:ext uri="{BB962C8B-B14F-4D97-AF65-F5344CB8AC3E}">
        <p14:creationId xmlns:p14="http://schemas.microsoft.com/office/powerpoint/2010/main" val="79985195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16"/>
          <p:cNvSpPr>
            <a:spLocks noGrp="1" noChangeArrowheads="1"/>
          </p:cNvSpPr>
          <p:nvPr>
            <p:ph type="title"/>
          </p:nvPr>
        </p:nvSpPr>
        <p:spPr/>
        <p:txBody>
          <a:bodyPr/>
          <a:lstStyle/>
          <a:p>
            <a:pPr fontAlgn="auto">
              <a:spcAft>
                <a:spcPts val="0"/>
              </a:spcAft>
              <a:defRPr/>
            </a:pPr>
            <a:r>
              <a:rPr lang="en-US" dirty="0"/>
              <a:t> The Accounting System</a:t>
            </a:r>
          </a:p>
        </p:txBody>
      </p:sp>
      <p:pic>
        <p:nvPicPr>
          <p:cNvPr id="6146" name="Picture 2"/>
          <p:cNvPicPr>
            <a:picLocks noChangeAspect="1" noChangeArrowheads="1"/>
          </p:cNvPicPr>
          <p:nvPr/>
        </p:nvPicPr>
        <p:blipFill>
          <a:blip r:embed="rId3"/>
          <a:srcRect/>
          <a:stretch>
            <a:fillRect/>
          </a:stretch>
        </p:blipFill>
        <p:spPr bwMode="auto">
          <a:xfrm>
            <a:off x="990600" y="1600200"/>
            <a:ext cx="7086600" cy="5092700"/>
          </a:xfrm>
          <a:prstGeom prst="rect">
            <a:avLst/>
          </a:prstGeom>
          <a:noFill/>
          <a:ln w="9525">
            <a:noFill/>
            <a:miter lim="800000"/>
            <a:headEnd/>
            <a:tailEnd/>
          </a:ln>
        </p:spPr>
      </p:pic>
    </p:spTree>
    <p:extLst>
      <p:ext uri="{BB962C8B-B14F-4D97-AF65-F5344CB8AC3E}">
        <p14:creationId xmlns:p14="http://schemas.microsoft.com/office/powerpoint/2010/main" val="1441962620"/>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withEffect">
                                  <p:stCondLst>
                                    <p:cond delay="0"/>
                                  </p:stCondLst>
                                  <p:childTnLst>
                                    <p:set>
                                      <p:cBhvr>
                                        <p:cTn id="6" dur="1" fill="hold">
                                          <p:stCondLst>
                                            <p:cond delay="0"/>
                                          </p:stCondLst>
                                        </p:cTn>
                                        <p:tgtEl>
                                          <p:spTgt spid="6146"/>
                                        </p:tgtEl>
                                        <p:attrNameLst>
                                          <p:attrName>style.visibility</p:attrName>
                                        </p:attrNameLst>
                                      </p:cBhvr>
                                      <p:to>
                                        <p:strVal val="visible"/>
                                      </p:to>
                                    </p:set>
                                    <p:animEffect transition="in" filter="wipe(up)">
                                      <p:cBhvr>
                                        <p:cTn id="7" dur="2000"/>
                                        <p:tgtEl>
                                          <p:spTgt spid="61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E4D9B-C893-E39F-67BA-95D719B09EAF}"/>
              </a:ext>
            </a:extLst>
          </p:cNvPr>
          <p:cNvSpPr>
            <a:spLocks noGrp="1"/>
          </p:cNvSpPr>
          <p:nvPr>
            <p:ph type="title"/>
          </p:nvPr>
        </p:nvSpPr>
        <p:spPr>
          <a:xfrm>
            <a:off x="-152400" y="682614"/>
            <a:ext cx="8229600" cy="884238"/>
          </a:xfrm>
        </p:spPr>
        <p:txBody>
          <a:bodyPr/>
          <a:lstStyle/>
          <a:p>
            <a:r>
              <a:rPr lang="en-US" dirty="0"/>
              <a:t>Financial Statements</a:t>
            </a:r>
          </a:p>
        </p:txBody>
      </p:sp>
      <p:sp>
        <p:nvSpPr>
          <p:cNvPr id="3" name="Content Placeholder 2">
            <a:extLst>
              <a:ext uri="{FF2B5EF4-FFF2-40B4-BE49-F238E27FC236}">
                <a16:creationId xmlns:a16="http://schemas.microsoft.com/office/drawing/2014/main" id="{C91EB3CC-6460-8BDA-EA05-3291C158367F}"/>
              </a:ext>
            </a:extLst>
          </p:cNvPr>
          <p:cNvSpPr>
            <a:spLocks noGrp="1"/>
          </p:cNvSpPr>
          <p:nvPr>
            <p:ph idx="1"/>
          </p:nvPr>
        </p:nvSpPr>
        <p:spPr/>
        <p:txBody>
          <a:bodyPr/>
          <a:lstStyle/>
          <a:p>
            <a:endParaRPr lang="en-US"/>
          </a:p>
        </p:txBody>
      </p:sp>
      <p:pic>
        <p:nvPicPr>
          <p:cNvPr id="4" name="Picture 3" descr="Chart provides summary of financial statements' layout and purpose.">
            <a:extLst>
              <a:ext uri="{FF2B5EF4-FFF2-40B4-BE49-F238E27FC236}">
                <a16:creationId xmlns:a16="http://schemas.microsoft.com/office/drawing/2014/main" id="{3620AABC-E2FF-A8EC-D4BD-10C983C7E6DE}"/>
              </a:ext>
            </a:extLst>
          </p:cNvPr>
          <p:cNvPicPr>
            <a:picLocks noChangeAspect="1"/>
          </p:cNvPicPr>
          <p:nvPr/>
        </p:nvPicPr>
        <p:blipFill>
          <a:blip r:embed="rId2"/>
          <a:stretch>
            <a:fillRect/>
          </a:stretch>
        </p:blipFill>
        <p:spPr>
          <a:xfrm>
            <a:off x="457200" y="1566852"/>
            <a:ext cx="8397815" cy="4114800"/>
          </a:xfrm>
          <a:prstGeom prst="rect">
            <a:avLst/>
          </a:prstGeom>
        </p:spPr>
      </p:pic>
    </p:spTree>
    <p:extLst>
      <p:ext uri="{BB962C8B-B14F-4D97-AF65-F5344CB8AC3E}">
        <p14:creationId xmlns:p14="http://schemas.microsoft.com/office/powerpoint/2010/main" val="23210714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accent1">
                    <a:lumMod val="75000"/>
                  </a:schemeClr>
                </a:solidFill>
              </a:rPr>
              <a:t>The Income Statement Equation</a:t>
            </a:r>
            <a:endParaRPr lang="en-US" sz="1200" dirty="0"/>
          </a:p>
        </p:txBody>
      </p:sp>
      <p:pic>
        <p:nvPicPr>
          <p:cNvPr id="5" name="Picture 2" descr="A graphic depicting the income statement equation.">
            <a:extLst>
              <a:ext uri="{FF2B5EF4-FFF2-40B4-BE49-F238E27FC236}">
                <a16:creationId xmlns:a16="http://schemas.microsoft.com/office/drawing/2014/main" id="{0993C608-ECD3-46A5-B5F8-1085D658152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52052" y="1200061"/>
            <a:ext cx="6858000" cy="4239587"/>
          </a:xfrm>
          <a:prstGeom prst="rect">
            <a:avLst/>
          </a:prstGeom>
        </p:spPr>
      </p:pic>
      <p:sp>
        <p:nvSpPr>
          <p:cNvPr id="4" name="Content Placeholder 3"/>
          <p:cNvSpPr>
            <a:spLocks noGrp="1"/>
          </p:cNvSpPr>
          <p:nvPr>
            <p:ph idx="10"/>
          </p:nvPr>
        </p:nvSpPr>
        <p:spPr>
          <a:xfrm>
            <a:off x="1219200" y="5689315"/>
            <a:ext cx="6217920" cy="389369"/>
          </a:xfrm>
        </p:spPr>
        <p:txBody>
          <a:bodyPr/>
          <a:lstStyle/>
          <a:p>
            <a:pPr algn="ctr"/>
            <a:r>
              <a:rPr lang="en-US" sz="1800" i="1" dirty="0"/>
              <a:t>If total expenses exceed total revenues, a net loss is reported.</a:t>
            </a:r>
          </a:p>
        </p:txBody>
      </p:sp>
      <p:sp>
        <p:nvSpPr>
          <p:cNvPr id="6" name="Text Placeholder 4"/>
          <p:cNvSpPr>
            <a:spLocks noGrp="1"/>
          </p:cNvSpPr>
          <p:nvPr>
            <p:ph type="body" sz="quarter" idx="11"/>
          </p:nvPr>
        </p:nvSpPr>
        <p:spPr>
          <a:xfrm>
            <a:off x="3063240" y="6438900"/>
            <a:ext cx="3017520" cy="228600"/>
          </a:xfrm>
        </p:spPr>
        <p:txBody>
          <a:bodyPr>
            <a:normAutofit lnSpcReduction="10000"/>
          </a:bodyPr>
          <a:lstStyle/>
          <a:p>
            <a:r>
              <a:rPr lang="en-US" dirty="0">
                <a:hlinkClick r:id="" action="ppaction://noaction"/>
              </a:rPr>
              <a:t>Access the text alternative for these images</a:t>
            </a:r>
            <a:endParaRPr lang="en-US" dirty="0"/>
          </a:p>
        </p:txBody>
      </p:sp>
    </p:spTree>
    <p:extLst>
      <p:ext uri="{BB962C8B-B14F-4D97-AF65-F5344CB8AC3E}">
        <p14:creationId xmlns:p14="http://schemas.microsoft.com/office/powerpoint/2010/main" val="10249017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68940" y="0"/>
            <a:ext cx="182880" cy="4155141"/>
          </a:xfrm>
          <a:prstGeom prst="rect">
            <a:avLst/>
          </a:prstGeom>
          <a:solidFill>
            <a:srgbClr val="FAD3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5" name="Rectangle 4"/>
          <p:cNvSpPr/>
          <p:nvPr/>
        </p:nvSpPr>
        <p:spPr>
          <a:xfrm>
            <a:off x="8108043" y="0"/>
            <a:ext cx="732512" cy="6439497"/>
          </a:xfrm>
          <a:prstGeom prst="rect">
            <a:avLst/>
          </a:prstGeom>
          <a:solidFill>
            <a:srgbClr val="6222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Title 1"/>
          <p:cNvSpPr>
            <a:spLocks noGrp="1"/>
          </p:cNvSpPr>
          <p:nvPr>
            <p:ph type="title"/>
          </p:nvPr>
        </p:nvSpPr>
        <p:spPr>
          <a:xfrm>
            <a:off x="585216" y="210312"/>
            <a:ext cx="7308111" cy="877824"/>
          </a:xfrm>
        </p:spPr>
        <p:txBody>
          <a:bodyPr anchor="ctr">
            <a:noAutofit/>
          </a:bodyPr>
          <a:lstStyle/>
          <a:p>
            <a:pPr algn="l">
              <a:lnSpc>
                <a:spcPct val="90000"/>
              </a:lnSpc>
            </a:pPr>
            <a:r>
              <a:rPr lang="en-US" sz="3200" b="1" dirty="0">
                <a:solidFill>
                  <a:schemeClr val="accent1">
                    <a:lumMod val="75000"/>
                  </a:schemeClr>
                </a:solidFill>
              </a:rPr>
              <a:t>How Are Operating Activities Recognized and Measured? </a:t>
            </a:r>
          </a:p>
        </p:txBody>
      </p:sp>
      <p:sp>
        <p:nvSpPr>
          <p:cNvPr id="7" name="TextBox 6"/>
          <p:cNvSpPr txBox="1">
            <a:spLocks noChangeArrowheads="1"/>
          </p:cNvSpPr>
          <p:nvPr/>
        </p:nvSpPr>
        <p:spPr bwMode="auto">
          <a:xfrm>
            <a:off x="585216" y="990029"/>
            <a:ext cx="5432520" cy="461665"/>
          </a:xfrm>
          <a:prstGeom prst="rect">
            <a:avLst/>
          </a:prstGeom>
          <a:noFill/>
          <a:ln w="9525">
            <a:noFill/>
            <a:miter lim="800000"/>
            <a:headEnd/>
            <a:tailEnd/>
          </a:ln>
        </p:spPr>
        <p:txBody>
          <a:bodyPr wrap="square">
            <a:spAutoFit/>
          </a:bodyPr>
          <a:lstStyle/>
          <a:p>
            <a:r>
              <a:rPr lang="en-US" sz="2400" u="sng" dirty="0">
                <a:solidFill>
                  <a:srgbClr val="C00000"/>
                </a:solidFill>
                <a:cs typeface="Arial" charset="0"/>
              </a:rPr>
              <a:t>Accrual Basis Accounting</a:t>
            </a:r>
          </a:p>
        </p:txBody>
      </p:sp>
      <p:sp>
        <p:nvSpPr>
          <p:cNvPr id="11" name="TextBox 8">
            <a:extLst>
              <a:ext uri="{FF2B5EF4-FFF2-40B4-BE49-F238E27FC236}">
                <a16:creationId xmlns:a16="http://schemas.microsoft.com/office/drawing/2014/main" id="{969D829B-B421-469F-B92F-45DC4F31F6BC}"/>
              </a:ext>
            </a:extLst>
          </p:cNvPr>
          <p:cNvSpPr txBox="1">
            <a:spLocks noChangeArrowheads="1"/>
          </p:cNvSpPr>
          <p:nvPr/>
        </p:nvSpPr>
        <p:spPr bwMode="auto">
          <a:xfrm>
            <a:off x="585216" y="1540973"/>
            <a:ext cx="7543800" cy="3785652"/>
          </a:xfrm>
          <a:prstGeom prst="rect">
            <a:avLst/>
          </a:prstGeom>
          <a:noFill/>
          <a:ln w="9525">
            <a:noFill/>
            <a:miter lim="800000"/>
            <a:headEnd/>
            <a:tailEnd/>
          </a:ln>
        </p:spPr>
        <p:txBody>
          <a:bodyPr>
            <a:spAutoFit/>
          </a:bodyPr>
          <a:lstStyle/>
          <a:p>
            <a:pPr marL="342900" indent="-342900">
              <a:buFont typeface="Wingdings" panose="05000000000000000000" pitchFamily="2" charset="2"/>
              <a:buChar char="§"/>
            </a:pPr>
            <a:r>
              <a:rPr lang="en-US" sz="2000" b="1" i="0" u="none" strike="noStrike" baseline="0" dirty="0">
                <a:solidFill>
                  <a:srgbClr val="211D1E"/>
                </a:solidFill>
              </a:rPr>
              <a:t>Accrual basis accounting </a:t>
            </a:r>
            <a:r>
              <a:rPr lang="en-US" sz="2000" b="0" i="0" u="none" strike="noStrike" baseline="0" dirty="0">
                <a:solidFill>
                  <a:srgbClr val="211D1E"/>
                </a:solidFill>
              </a:rPr>
              <a:t>is required by accounting standards and used to report to external decision makers.</a:t>
            </a:r>
          </a:p>
          <a:p>
            <a:pPr marL="342900" indent="-342900">
              <a:buFont typeface="Wingdings" panose="05000000000000000000" pitchFamily="2" charset="2"/>
              <a:buChar char="§"/>
            </a:pPr>
            <a:r>
              <a:rPr lang="en-US" sz="2000" b="0" i="0" u="none" strike="noStrike" baseline="0" dirty="0">
                <a:solidFill>
                  <a:srgbClr val="211D1E"/>
                </a:solidFill>
              </a:rPr>
              <a:t>The accounting principles that determine when revenues and expenses are recorded are the </a:t>
            </a:r>
            <a:r>
              <a:rPr lang="en-US" sz="2000" b="1" i="0" u="none" strike="noStrike" baseline="0" dirty="0">
                <a:solidFill>
                  <a:srgbClr val="211D1E"/>
                </a:solidFill>
              </a:rPr>
              <a:t>revenue recognition principle </a:t>
            </a:r>
            <a:r>
              <a:rPr lang="en-US" sz="2000" b="0" i="0" u="none" strike="noStrike" baseline="0" dirty="0">
                <a:solidFill>
                  <a:srgbClr val="211D1E"/>
                </a:solidFill>
              </a:rPr>
              <a:t>and the </a:t>
            </a:r>
            <a:r>
              <a:rPr lang="en-US" sz="2000" b="1" i="0" u="none" strike="noStrike" baseline="0" dirty="0">
                <a:solidFill>
                  <a:srgbClr val="211D1E"/>
                </a:solidFill>
              </a:rPr>
              <a:t>expense recognition principle </a:t>
            </a:r>
            <a:r>
              <a:rPr lang="en-US" sz="2000" b="0" i="0" u="none" strike="noStrike" baseline="0" dirty="0">
                <a:solidFill>
                  <a:srgbClr val="211D1E"/>
                </a:solidFill>
              </a:rPr>
              <a:t>(also called the </a:t>
            </a:r>
            <a:r>
              <a:rPr lang="en-US" sz="2000" b="1" i="0" u="none" strike="noStrike" baseline="0" dirty="0">
                <a:solidFill>
                  <a:srgbClr val="211D1E"/>
                </a:solidFill>
              </a:rPr>
              <a:t>matching principle</a:t>
            </a:r>
            <a:r>
              <a:rPr lang="en-US" sz="2000" b="0" i="0" u="none" strike="noStrike" baseline="0" dirty="0">
                <a:solidFill>
                  <a:srgbClr val="211D1E"/>
                </a:solidFill>
              </a:rPr>
              <a:t>). </a:t>
            </a:r>
          </a:p>
          <a:p>
            <a:pPr marL="800100" lvl="1" indent="-342900">
              <a:buFont typeface="Wingdings" panose="05000000000000000000" pitchFamily="2" charset="2"/>
              <a:buChar char="§"/>
            </a:pPr>
            <a:r>
              <a:rPr lang="en-US" sz="2000" b="1" i="0" u="none" strike="noStrike" baseline="0" dirty="0">
                <a:solidFill>
                  <a:srgbClr val="211D1E"/>
                </a:solidFill>
              </a:rPr>
              <a:t>Revenues are recognized when goods and services are provided to customers </a:t>
            </a:r>
            <a:r>
              <a:rPr lang="en-US" sz="2000" b="0" i="0" u="none" strike="noStrike" baseline="0" dirty="0">
                <a:solidFill>
                  <a:srgbClr val="211D1E"/>
                </a:solidFill>
              </a:rPr>
              <a:t>(they are earned)</a:t>
            </a:r>
            <a:endParaRPr lang="en-US" sz="2000" b="1" dirty="0">
              <a:solidFill>
                <a:srgbClr val="211D1E"/>
              </a:solidFill>
            </a:endParaRPr>
          </a:p>
          <a:p>
            <a:pPr marL="800100" lvl="1" indent="-342900">
              <a:buFont typeface="Wingdings" panose="05000000000000000000" pitchFamily="2" charset="2"/>
              <a:buChar char="§"/>
            </a:pPr>
            <a:r>
              <a:rPr lang="en-US" sz="2000" b="1" i="0" u="none" strike="noStrike" baseline="0" dirty="0">
                <a:solidFill>
                  <a:srgbClr val="211D1E"/>
                </a:solidFill>
              </a:rPr>
              <a:t>Expenses are recognized in the same period as the revenues to which they relate </a:t>
            </a:r>
            <a:r>
              <a:rPr lang="en-US" sz="2000" b="0" i="0" u="none" strike="noStrike" baseline="0" dirty="0">
                <a:solidFill>
                  <a:srgbClr val="211D1E"/>
                </a:solidFill>
              </a:rPr>
              <a:t>(resources are used or debts are incurred to generate revenues)</a:t>
            </a:r>
            <a:r>
              <a:rPr lang="en-US" sz="2000" b="1" i="0" u="none" strike="noStrike" baseline="0" dirty="0">
                <a:solidFill>
                  <a:srgbClr val="211D1E"/>
                </a:solidFill>
              </a:rPr>
              <a:t>, </a:t>
            </a:r>
            <a:r>
              <a:rPr lang="en-US" sz="2000" b="1" i="0" u="none" strike="noStrike" baseline="0" dirty="0">
                <a:solidFill>
                  <a:srgbClr val="C00000"/>
                </a:solidFill>
              </a:rPr>
              <a:t>regardless of when cash is received or paid. </a:t>
            </a:r>
            <a:endParaRPr lang="en-US" sz="2000" dirty="0">
              <a:solidFill>
                <a:srgbClr val="C00000"/>
              </a:solidFill>
            </a:endParaRPr>
          </a:p>
        </p:txBody>
      </p:sp>
      <p:pic>
        <p:nvPicPr>
          <p:cNvPr id="3" name="Picture 2">
            <a:extLst>
              <a:ext uri="{FF2B5EF4-FFF2-40B4-BE49-F238E27FC236}">
                <a16:creationId xmlns:a16="http://schemas.microsoft.com/office/drawing/2014/main" id="{C35E4732-1A9A-4C7D-837C-A3C7810396C3}"/>
              </a:ext>
            </a:extLst>
          </p:cNvPr>
          <p:cNvPicPr>
            <a:picLocks noChangeAspect="1"/>
          </p:cNvPicPr>
          <p:nvPr/>
        </p:nvPicPr>
        <p:blipFill>
          <a:blip r:embed="rId3"/>
          <a:stretch>
            <a:fillRect/>
          </a:stretch>
        </p:blipFill>
        <p:spPr>
          <a:xfrm>
            <a:off x="3084659" y="5210746"/>
            <a:ext cx="2124075" cy="1314450"/>
          </a:xfrm>
          <a:prstGeom prst="rect">
            <a:avLst/>
          </a:prstGeom>
        </p:spPr>
      </p:pic>
    </p:spTree>
    <p:extLst>
      <p:ext uri="{BB962C8B-B14F-4D97-AF65-F5344CB8AC3E}">
        <p14:creationId xmlns:p14="http://schemas.microsoft.com/office/powerpoint/2010/main" val="9088354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p:cNvSpPr txBox="1"/>
          <p:nvPr/>
        </p:nvSpPr>
        <p:spPr>
          <a:xfrm>
            <a:off x="951363" y="4341222"/>
            <a:ext cx="7241272" cy="2031325"/>
          </a:xfrm>
          <a:prstGeom prst="rect">
            <a:avLst/>
          </a:prstGeom>
          <a:solidFill>
            <a:schemeClr val="bg1"/>
          </a:solidFill>
        </p:spPr>
        <p:txBody>
          <a:bodyPr wrap="square">
            <a:spAutoFit/>
          </a:bodyPr>
          <a:lstStyle/>
          <a:p>
            <a:pPr fontAlgn="auto">
              <a:spcBef>
                <a:spcPts val="0"/>
              </a:spcBef>
              <a:spcAft>
                <a:spcPts val="0"/>
              </a:spcAft>
              <a:defRPr/>
            </a:pPr>
            <a:r>
              <a:rPr lang="en-US" sz="1800" i="0" u="none" strike="noStrike" baseline="0" dirty="0">
                <a:solidFill>
                  <a:srgbClr val="211D1E"/>
                </a:solidFill>
                <a:latin typeface="NimbusRomDOT"/>
              </a:rPr>
              <a:t>Cash may be received at any of thes</a:t>
            </a:r>
            <a:r>
              <a:rPr lang="en-US" dirty="0">
                <a:solidFill>
                  <a:srgbClr val="211D1E"/>
                </a:solidFill>
                <a:latin typeface="NimbusRomDOT"/>
              </a:rPr>
              <a:t>e times:</a:t>
            </a:r>
            <a:r>
              <a:rPr lang="en-US" sz="1800" i="0" u="none" strike="noStrike" baseline="0" dirty="0">
                <a:solidFill>
                  <a:srgbClr val="211D1E"/>
                </a:solidFill>
                <a:latin typeface="NimbusRomDOT"/>
              </a:rPr>
              <a:t> </a:t>
            </a:r>
          </a:p>
          <a:p>
            <a:pPr marL="342900" indent="-342900" fontAlgn="auto">
              <a:spcBef>
                <a:spcPts val="0"/>
              </a:spcBef>
              <a:spcAft>
                <a:spcPts val="0"/>
              </a:spcAft>
              <a:buAutoNum type="arabicPeriod"/>
              <a:defRPr/>
            </a:pPr>
            <a:r>
              <a:rPr lang="en-US" sz="1800" i="0" u="none" strike="noStrike" baseline="0" dirty="0">
                <a:solidFill>
                  <a:srgbClr val="211D1E"/>
                </a:solidFill>
                <a:latin typeface="NimbusRomDOT"/>
              </a:rPr>
              <a:t>Before the goods or services are delivered.</a:t>
            </a:r>
          </a:p>
          <a:p>
            <a:pPr marL="342900" indent="-342900" fontAlgn="auto">
              <a:spcBef>
                <a:spcPts val="0"/>
              </a:spcBef>
              <a:spcAft>
                <a:spcPts val="0"/>
              </a:spcAft>
              <a:buAutoNum type="arabicPeriod"/>
              <a:defRPr/>
            </a:pPr>
            <a:r>
              <a:rPr lang="en-US" sz="1800" i="0" u="none" strike="noStrike" baseline="0" dirty="0">
                <a:solidFill>
                  <a:srgbClr val="211D1E"/>
                </a:solidFill>
                <a:latin typeface="NimbusRomDOT"/>
              </a:rPr>
              <a:t>In the same period as the goods or services are delivered. </a:t>
            </a:r>
            <a:endParaRPr lang="en-US" dirty="0">
              <a:solidFill>
                <a:srgbClr val="211D1E"/>
              </a:solidFill>
              <a:latin typeface="NimbusRomDOT"/>
            </a:endParaRPr>
          </a:p>
          <a:p>
            <a:pPr marL="342900" indent="-342900" fontAlgn="auto">
              <a:spcBef>
                <a:spcPts val="0"/>
              </a:spcBef>
              <a:spcAft>
                <a:spcPts val="0"/>
              </a:spcAft>
              <a:buAutoNum type="arabicPeriod"/>
              <a:defRPr/>
            </a:pPr>
            <a:r>
              <a:rPr lang="en-US" sz="1800" i="0" u="none" strike="noStrike" baseline="0" dirty="0">
                <a:solidFill>
                  <a:srgbClr val="211D1E"/>
                </a:solidFill>
                <a:latin typeface="NimbusRomDOT"/>
              </a:rPr>
              <a:t>After the goods or services are delivered.  </a:t>
            </a:r>
          </a:p>
          <a:p>
            <a:pPr fontAlgn="auto">
              <a:spcBef>
                <a:spcPts val="0"/>
              </a:spcBef>
              <a:spcAft>
                <a:spcPts val="0"/>
              </a:spcAft>
              <a:defRPr/>
            </a:pPr>
            <a:endParaRPr lang="en-US" dirty="0">
              <a:solidFill>
                <a:srgbClr val="211D1E"/>
              </a:solidFill>
              <a:latin typeface="NimbusRomDOT"/>
            </a:endParaRPr>
          </a:p>
          <a:p>
            <a:pPr fontAlgn="auto">
              <a:spcBef>
                <a:spcPts val="0"/>
              </a:spcBef>
              <a:spcAft>
                <a:spcPts val="0"/>
              </a:spcAft>
              <a:defRPr/>
            </a:pPr>
            <a:r>
              <a:rPr lang="en-US" dirty="0">
                <a:solidFill>
                  <a:srgbClr val="211D1E"/>
                </a:solidFill>
                <a:latin typeface="NimbusRomDOT"/>
              </a:rPr>
              <a:t>Revenue is always recorded </a:t>
            </a:r>
            <a:r>
              <a:rPr lang="en-US" b="1" dirty="0">
                <a:solidFill>
                  <a:srgbClr val="211D1E"/>
                </a:solidFill>
                <a:latin typeface="NimbusRomDOT"/>
              </a:rPr>
              <a:t>when the goods or services are delivered</a:t>
            </a:r>
            <a:r>
              <a:rPr lang="en-US" dirty="0">
                <a:solidFill>
                  <a:srgbClr val="211D1E"/>
                </a:solidFill>
                <a:latin typeface="NimbusRomDOT"/>
              </a:rPr>
              <a:t>, not when the cash is received from customers.  </a:t>
            </a:r>
            <a:endParaRPr lang="en-US" sz="2000" dirty="0"/>
          </a:p>
        </p:txBody>
      </p:sp>
      <p:sp>
        <p:nvSpPr>
          <p:cNvPr id="8" name="Title 1"/>
          <p:cNvSpPr txBox="1">
            <a:spLocks/>
          </p:cNvSpPr>
          <p:nvPr/>
        </p:nvSpPr>
        <p:spPr>
          <a:xfrm>
            <a:off x="585216" y="210312"/>
            <a:ext cx="6096000" cy="672957"/>
          </a:xfrm>
          <a:prstGeom prst="rect">
            <a:avLst/>
          </a:prstGeom>
        </p:spPr>
        <p:txBody>
          <a:bodyPr/>
          <a:lstStyle>
            <a:lvl1pPr algn="l" defTabSz="457200" rtl="0" eaLnBrk="1" latinLnBrk="0" hangingPunct="1">
              <a:spcBef>
                <a:spcPct val="0"/>
              </a:spcBef>
              <a:buNone/>
              <a:defRPr sz="3200" kern="1200">
                <a:solidFill>
                  <a:srgbClr val="800000"/>
                </a:solidFill>
                <a:latin typeface="+mj-lt"/>
                <a:ea typeface="+mj-ea"/>
                <a:cs typeface="+mj-cs"/>
              </a:defRPr>
            </a:lvl1pPr>
          </a:lstStyle>
          <a:p>
            <a:endParaRPr lang="en-US" dirty="0"/>
          </a:p>
        </p:txBody>
      </p:sp>
      <p:pic>
        <p:nvPicPr>
          <p:cNvPr id="5" name="Picture 4">
            <a:extLst>
              <a:ext uri="{FF2B5EF4-FFF2-40B4-BE49-F238E27FC236}">
                <a16:creationId xmlns:a16="http://schemas.microsoft.com/office/drawing/2014/main" id="{45E3A9D5-37E7-4A61-B1B0-2A6FABC81ABA}"/>
              </a:ext>
            </a:extLst>
          </p:cNvPr>
          <p:cNvPicPr>
            <a:picLocks noChangeAspect="1"/>
          </p:cNvPicPr>
          <p:nvPr/>
        </p:nvPicPr>
        <p:blipFill>
          <a:blip r:embed="rId3"/>
          <a:stretch>
            <a:fillRect/>
          </a:stretch>
        </p:blipFill>
        <p:spPr>
          <a:xfrm>
            <a:off x="833437" y="1501115"/>
            <a:ext cx="7477125" cy="2524125"/>
          </a:xfrm>
          <a:prstGeom prst="rect">
            <a:avLst/>
          </a:prstGeom>
        </p:spPr>
      </p:pic>
      <p:sp>
        <p:nvSpPr>
          <p:cNvPr id="7" name="Content Placeholder 6">
            <a:extLst>
              <a:ext uri="{FF2B5EF4-FFF2-40B4-BE49-F238E27FC236}">
                <a16:creationId xmlns:a16="http://schemas.microsoft.com/office/drawing/2014/main" id="{FCF44814-151C-85C0-BA6C-299EA7DAF9E5}"/>
              </a:ext>
            </a:extLst>
          </p:cNvPr>
          <p:cNvSpPr>
            <a:spLocks noGrp="1"/>
          </p:cNvSpPr>
          <p:nvPr>
            <p:ph idx="1"/>
          </p:nvPr>
        </p:nvSpPr>
        <p:spPr>
          <a:xfrm>
            <a:off x="457200" y="764704"/>
            <a:ext cx="8229600" cy="5361459"/>
          </a:xfrm>
        </p:spPr>
        <p:txBody>
          <a:bodyPr>
            <a:normAutofit/>
          </a:bodyPr>
          <a:lstStyle/>
          <a:p>
            <a:pPr marL="0" indent="0">
              <a:buNone/>
            </a:pPr>
            <a:r>
              <a:rPr lang="en-US" sz="3600" b="1" dirty="0"/>
              <a:t>Recording Revenues versus Cash Receipts </a:t>
            </a:r>
          </a:p>
        </p:txBody>
      </p:sp>
    </p:spTree>
    <p:extLst>
      <p:ext uri="{BB962C8B-B14F-4D97-AF65-F5344CB8AC3E}">
        <p14:creationId xmlns:p14="http://schemas.microsoft.com/office/powerpoint/2010/main" val="39969899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68940" y="0"/>
            <a:ext cx="182880" cy="4155141"/>
          </a:xfrm>
          <a:prstGeom prst="rect">
            <a:avLst/>
          </a:prstGeom>
          <a:solidFill>
            <a:srgbClr val="FAD3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5" name="Rectangle 4"/>
          <p:cNvSpPr/>
          <p:nvPr/>
        </p:nvSpPr>
        <p:spPr>
          <a:xfrm>
            <a:off x="8108043" y="0"/>
            <a:ext cx="732512" cy="6439497"/>
          </a:xfrm>
          <a:prstGeom prst="rect">
            <a:avLst/>
          </a:prstGeom>
          <a:solidFill>
            <a:srgbClr val="6222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extBox 1"/>
          <p:cNvSpPr txBox="1"/>
          <p:nvPr/>
        </p:nvSpPr>
        <p:spPr>
          <a:xfrm>
            <a:off x="585491" y="822024"/>
            <a:ext cx="7059318" cy="1015663"/>
          </a:xfrm>
          <a:prstGeom prst="rect">
            <a:avLst/>
          </a:prstGeom>
          <a:noFill/>
        </p:spPr>
        <p:txBody>
          <a:bodyPr wrap="square" rtlCol="0">
            <a:spAutoFit/>
          </a:bodyPr>
          <a:lstStyle/>
          <a:p>
            <a:r>
              <a:rPr lang="en-US" sz="2000" b="0" i="0" u="none" strike="noStrike" baseline="0" dirty="0">
                <a:solidFill>
                  <a:srgbClr val="211D1E"/>
                </a:solidFill>
              </a:rPr>
              <a:t>The </a:t>
            </a:r>
            <a:r>
              <a:rPr lang="en-US" sz="2000" b="1" i="0" u="none" strike="noStrike" baseline="0" dirty="0">
                <a:solidFill>
                  <a:srgbClr val="00AEEF"/>
                </a:solidFill>
              </a:rPr>
              <a:t>expense recognition principle </a:t>
            </a:r>
            <a:r>
              <a:rPr lang="en-US" sz="2000" b="0" i="0" u="none" strike="noStrike" baseline="0" dirty="0">
                <a:solidFill>
                  <a:srgbClr val="211D1E"/>
                </a:solidFill>
              </a:rPr>
              <a:t>(also called the </a:t>
            </a:r>
            <a:r>
              <a:rPr lang="en-US" sz="2000" b="1" i="0" u="none" strike="noStrike" baseline="0" dirty="0">
                <a:solidFill>
                  <a:srgbClr val="211D1E"/>
                </a:solidFill>
              </a:rPr>
              <a:t>matching principle</a:t>
            </a:r>
            <a:r>
              <a:rPr lang="en-US" sz="2000" b="0" i="0" u="none" strike="noStrike" baseline="0" dirty="0">
                <a:solidFill>
                  <a:srgbClr val="211D1E"/>
                </a:solidFill>
              </a:rPr>
              <a:t>) requires that costs incurred to generate revenues be recognized in the same period—a matching of costs with benefits. </a:t>
            </a:r>
            <a:endParaRPr lang="en-US" sz="2000" dirty="0"/>
          </a:p>
        </p:txBody>
      </p:sp>
      <p:sp>
        <p:nvSpPr>
          <p:cNvPr id="12" name="TextBox 11">
            <a:extLst>
              <a:ext uri="{FF2B5EF4-FFF2-40B4-BE49-F238E27FC236}">
                <a16:creationId xmlns:a16="http://schemas.microsoft.com/office/drawing/2014/main" id="{17443A20-D249-4E4D-BB52-5D410901A6D3}"/>
              </a:ext>
            </a:extLst>
          </p:cNvPr>
          <p:cNvSpPr txBox="1"/>
          <p:nvPr/>
        </p:nvSpPr>
        <p:spPr>
          <a:xfrm>
            <a:off x="599118" y="4478967"/>
            <a:ext cx="7126153" cy="369332"/>
          </a:xfrm>
          <a:prstGeom prst="rect">
            <a:avLst/>
          </a:prstGeom>
          <a:solidFill>
            <a:schemeClr val="accent3">
              <a:lumMod val="20000"/>
              <a:lumOff val="80000"/>
            </a:schemeClr>
          </a:solidFill>
          <a:ln>
            <a:solidFill>
              <a:schemeClr val="tx1"/>
            </a:solidFill>
          </a:ln>
        </p:spPr>
        <p:txBody>
          <a:bodyPr wrap="square">
            <a:spAutoFit/>
          </a:bodyPr>
          <a:lstStyle/>
          <a:p>
            <a:r>
              <a:rPr lang="en-US" sz="1800" b="0" i="0" u="none" strike="noStrike" baseline="0" dirty="0">
                <a:solidFill>
                  <a:srgbClr val="211D1E"/>
                </a:solidFill>
                <a:latin typeface="NimbusRomDOT"/>
              </a:rPr>
              <a:t>Expenses are recorded as incurred, </a:t>
            </a:r>
            <a:r>
              <a:rPr lang="en-US" sz="1800" b="1" i="0" u="none" strike="noStrike" baseline="0" dirty="0">
                <a:solidFill>
                  <a:srgbClr val="211D1E"/>
                </a:solidFill>
                <a:latin typeface="NimbusRomDOT"/>
              </a:rPr>
              <a:t>regardless of when cash is paid. </a:t>
            </a:r>
            <a:endParaRPr lang="en-US" dirty="0"/>
          </a:p>
        </p:txBody>
      </p:sp>
      <p:sp>
        <p:nvSpPr>
          <p:cNvPr id="9" name="TextBox 8">
            <a:extLst>
              <a:ext uri="{FF2B5EF4-FFF2-40B4-BE49-F238E27FC236}">
                <a16:creationId xmlns:a16="http://schemas.microsoft.com/office/drawing/2014/main" id="{AF273E78-123B-4A98-AF50-E4649235A671}"/>
              </a:ext>
            </a:extLst>
          </p:cNvPr>
          <p:cNvSpPr txBox="1"/>
          <p:nvPr/>
        </p:nvSpPr>
        <p:spPr>
          <a:xfrm>
            <a:off x="599118" y="2065047"/>
            <a:ext cx="7361627" cy="1938992"/>
          </a:xfrm>
          <a:prstGeom prst="rect">
            <a:avLst/>
          </a:prstGeom>
          <a:noFill/>
        </p:spPr>
        <p:txBody>
          <a:bodyPr wrap="square">
            <a:spAutoFit/>
          </a:bodyPr>
          <a:lstStyle/>
          <a:p>
            <a:r>
              <a:rPr lang="en-US" sz="2000" dirty="0">
                <a:solidFill>
                  <a:srgbClr val="211D1E"/>
                </a:solidFill>
              </a:rPr>
              <a:t>The costs of generating revenue include expenses incurred such as:</a:t>
            </a:r>
          </a:p>
          <a:p>
            <a:pPr marL="285750" indent="-285750">
              <a:buFont typeface="Arial" panose="020B0604020202020204" pitchFamily="34" charset="0"/>
              <a:buChar char="•"/>
            </a:pPr>
            <a:r>
              <a:rPr lang="en-US" sz="2000" dirty="0">
                <a:solidFill>
                  <a:srgbClr val="211D1E"/>
                </a:solidFill>
              </a:rPr>
              <a:t>Salaries and wages to employees who worked </a:t>
            </a:r>
            <a:r>
              <a:rPr lang="en-US" sz="2000" b="1" i="0" u="none" strike="noStrike" baseline="0" dirty="0">
                <a:solidFill>
                  <a:srgbClr val="211D1E"/>
                </a:solidFill>
              </a:rPr>
              <a:t>during the period</a:t>
            </a:r>
            <a:r>
              <a:rPr lang="en-US" sz="2000" b="0" i="0" u="none" strike="noStrike" baseline="0" dirty="0">
                <a:solidFill>
                  <a:srgbClr val="211D1E"/>
                </a:solidFill>
              </a:rPr>
              <a:t>. </a:t>
            </a:r>
          </a:p>
          <a:p>
            <a:pPr marL="285750" indent="-285750">
              <a:buFont typeface="Arial" panose="020B0604020202020204" pitchFamily="34" charset="0"/>
              <a:buChar char="•"/>
            </a:pPr>
            <a:r>
              <a:rPr lang="en-US" sz="2000" b="0" i="0" u="none" strike="noStrike" baseline="0" dirty="0">
                <a:solidFill>
                  <a:srgbClr val="211D1E"/>
                </a:solidFill>
              </a:rPr>
              <a:t>Utilities for the electricity used </a:t>
            </a:r>
            <a:r>
              <a:rPr lang="en-US" sz="2000" b="1" i="0" u="none" strike="noStrike" baseline="0" dirty="0">
                <a:solidFill>
                  <a:srgbClr val="211D1E"/>
                </a:solidFill>
              </a:rPr>
              <a:t>during the period. </a:t>
            </a:r>
            <a:endParaRPr lang="en-US" sz="2000" b="0" i="0" u="none" strike="noStrike" baseline="0" dirty="0">
              <a:solidFill>
                <a:srgbClr val="211D1E"/>
              </a:solidFill>
            </a:endParaRPr>
          </a:p>
          <a:p>
            <a:pPr marL="285750" indent="-285750">
              <a:buFont typeface="Arial" panose="020B0604020202020204" pitchFamily="34" charset="0"/>
              <a:buChar char="•"/>
            </a:pPr>
            <a:r>
              <a:rPr lang="en-US" sz="2000" b="0" i="0" u="none" strike="noStrike" baseline="0" dirty="0">
                <a:solidFill>
                  <a:srgbClr val="211D1E"/>
                </a:solidFill>
              </a:rPr>
              <a:t>Supplies used </a:t>
            </a:r>
            <a:r>
              <a:rPr lang="en-US" sz="2000" b="1" i="0" u="none" strike="noStrike" baseline="0" dirty="0">
                <a:solidFill>
                  <a:srgbClr val="211D1E"/>
                </a:solidFill>
              </a:rPr>
              <a:t>during the period. </a:t>
            </a:r>
            <a:endParaRPr lang="en-US" sz="2000" b="0" i="0" u="none" strike="noStrike" baseline="0" dirty="0">
              <a:solidFill>
                <a:srgbClr val="211D1E"/>
              </a:solidFill>
            </a:endParaRPr>
          </a:p>
          <a:p>
            <a:pPr marL="285750" indent="-285750">
              <a:buFont typeface="Arial" panose="020B0604020202020204" pitchFamily="34" charset="0"/>
              <a:buChar char="•"/>
            </a:pPr>
            <a:r>
              <a:rPr lang="en-US" sz="2000" b="0" i="0" u="none" strike="noStrike" baseline="0" dirty="0">
                <a:solidFill>
                  <a:srgbClr val="211D1E"/>
                </a:solidFill>
              </a:rPr>
              <a:t>Facilities rented </a:t>
            </a:r>
            <a:r>
              <a:rPr lang="en-US" sz="2000" b="1" i="0" u="none" strike="noStrike" baseline="0" dirty="0">
                <a:solidFill>
                  <a:srgbClr val="211D1E"/>
                </a:solidFill>
              </a:rPr>
              <a:t>during the period. </a:t>
            </a:r>
            <a:endParaRPr lang="en-US" sz="2000" b="0" i="0" u="none" strike="noStrike" baseline="0" dirty="0">
              <a:solidFill>
                <a:srgbClr val="211D1E"/>
              </a:solidFill>
            </a:endParaRPr>
          </a:p>
          <a:p>
            <a:pPr marL="285750" indent="-285750">
              <a:buFont typeface="Arial" panose="020B0604020202020204" pitchFamily="34" charset="0"/>
              <a:buChar char="•"/>
            </a:pPr>
            <a:r>
              <a:rPr lang="en-US" sz="2000" dirty="0">
                <a:solidFill>
                  <a:srgbClr val="211D1E"/>
                </a:solidFill>
              </a:rPr>
              <a:t>Equipment </a:t>
            </a:r>
            <a:r>
              <a:rPr lang="en-US" sz="2000" b="0" i="0" u="none" strike="noStrike" baseline="0" dirty="0">
                <a:solidFill>
                  <a:srgbClr val="211D1E"/>
                </a:solidFill>
              </a:rPr>
              <a:t>used </a:t>
            </a:r>
            <a:r>
              <a:rPr lang="en-US" sz="2000" b="1" i="0" u="none" strike="noStrike" baseline="0" dirty="0">
                <a:solidFill>
                  <a:srgbClr val="211D1E"/>
                </a:solidFill>
              </a:rPr>
              <a:t>during the period. </a:t>
            </a:r>
            <a:endParaRPr lang="en-US" sz="2000" dirty="0"/>
          </a:p>
        </p:txBody>
      </p:sp>
      <p:sp>
        <p:nvSpPr>
          <p:cNvPr id="11" name="Title 1">
            <a:extLst>
              <a:ext uri="{FF2B5EF4-FFF2-40B4-BE49-F238E27FC236}">
                <a16:creationId xmlns:a16="http://schemas.microsoft.com/office/drawing/2014/main" id="{A66E3847-616E-CD47-979A-E044D62ADECB}"/>
              </a:ext>
            </a:extLst>
          </p:cNvPr>
          <p:cNvSpPr txBox="1">
            <a:spLocks noGrp="1"/>
          </p:cNvSpPr>
          <p:nvPr>
            <p:ph type="title"/>
          </p:nvPr>
        </p:nvSpPr>
        <p:spPr>
          <a:xfrm>
            <a:off x="-684584" y="-332376"/>
            <a:ext cx="9594904" cy="1143000"/>
          </a:xfrm>
          <a:prstGeom prst="rect">
            <a:avLst/>
          </a:prstGeom>
        </p:spPr>
        <p:txBody>
          <a:bodyP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nSpc>
                <a:spcPct val="90000"/>
              </a:lnSpc>
            </a:pPr>
            <a:r>
              <a:rPr lang="en-US" sz="3200" b="1" dirty="0">
                <a:solidFill>
                  <a:schemeClr val="accent1">
                    <a:lumMod val="75000"/>
                  </a:schemeClr>
                </a:solidFill>
              </a:rPr>
              <a:t>Expense Recognition Principle</a:t>
            </a:r>
          </a:p>
        </p:txBody>
      </p:sp>
    </p:spTree>
    <p:extLst>
      <p:ext uri="{BB962C8B-B14F-4D97-AF65-F5344CB8AC3E}">
        <p14:creationId xmlns:p14="http://schemas.microsoft.com/office/powerpoint/2010/main" val="9141962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68940" y="0"/>
            <a:ext cx="182880" cy="4155141"/>
          </a:xfrm>
          <a:prstGeom prst="rect">
            <a:avLst/>
          </a:prstGeom>
          <a:solidFill>
            <a:srgbClr val="FAD3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5" name="Content Placeholder 1"/>
          <p:cNvSpPr>
            <a:spLocks noGrp="1"/>
          </p:cNvSpPr>
          <p:nvPr>
            <p:ph idx="1"/>
          </p:nvPr>
        </p:nvSpPr>
        <p:spPr>
          <a:xfrm>
            <a:off x="977833" y="314299"/>
            <a:ext cx="7811718" cy="666429"/>
          </a:xfrm>
        </p:spPr>
        <p:txBody>
          <a:bodyPr>
            <a:normAutofit/>
          </a:bodyPr>
          <a:lstStyle/>
          <a:p>
            <a:pPr marL="0" indent="0">
              <a:buNone/>
            </a:pPr>
            <a:r>
              <a:rPr lang="en-US" b="1" dirty="0"/>
              <a:t>Recording Expenses versus Cash Payments</a:t>
            </a:r>
          </a:p>
        </p:txBody>
      </p:sp>
      <p:pic>
        <p:nvPicPr>
          <p:cNvPr id="3" name="Picture 2">
            <a:extLst>
              <a:ext uri="{FF2B5EF4-FFF2-40B4-BE49-F238E27FC236}">
                <a16:creationId xmlns:a16="http://schemas.microsoft.com/office/drawing/2014/main" id="{F3137BEC-2FA8-468F-B64D-42D8FBCB69B1}"/>
              </a:ext>
            </a:extLst>
          </p:cNvPr>
          <p:cNvPicPr>
            <a:picLocks noChangeAspect="1"/>
          </p:cNvPicPr>
          <p:nvPr/>
        </p:nvPicPr>
        <p:blipFill>
          <a:blip r:embed="rId3"/>
          <a:stretch>
            <a:fillRect/>
          </a:stretch>
        </p:blipFill>
        <p:spPr>
          <a:xfrm>
            <a:off x="940870" y="1290664"/>
            <a:ext cx="7496175" cy="3133725"/>
          </a:xfrm>
          <a:prstGeom prst="rect">
            <a:avLst/>
          </a:prstGeom>
        </p:spPr>
      </p:pic>
      <p:sp>
        <p:nvSpPr>
          <p:cNvPr id="27" name="TextBox 26">
            <a:extLst>
              <a:ext uri="{FF2B5EF4-FFF2-40B4-BE49-F238E27FC236}">
                <a16:creationId xmlns:a16="http://schemas.microsoft.com/office/drawing/2014/main" id="{9AB3D419-4E04-4171-A5D0-C34E7FC8F2E8}"/>
              </a:ext>
            </a:extLst>
          </p:cNvPr>
          <p:cNvSpPr txBox="1"/>
          <p:nvPr/>
        </p:nvSpPr>
        <p:spPr>
          <a:xfrm>
            <a:off x="977833" y="4512376"/>
            <a:ext cx="7459212" cy="1892826"/>
          </a:xfrm>
          <a:prstGeom prst="rect">
            <a:avLst/>
          </a:prstGeom>
          <a:solidFill>
            <a:schemeClr val="bg1"/>
          </a:solidFill>
        </p:spPr>
        <p:txBody>
          <a:bodyPr wrap="square">
            <a:spAutoFit/>
          </a:bodyPr>
          <a:lstStyle/>
          <a:p>
            <a:pPr fontAlgn="auto">
              <a:spcBef>
                <a:spcPts val="0"/>
              </a:spcBef>
              <a:spcAft>
                <a:spcPts val="0"/>
              </a:spcAft>
              <a:defRPr/>
            </a:pPr>
            <a:r>
              <a:rPr lang="en-US" sz="1800" i="0" u="none" strike="noStrike" baseline="0" dirty="0">
                <a:solidFill>
                  <a:srgbClr val="211D1E"/>
                </a:solidFill>
              </a:rPr>
              <a:t>Cash may be paid at any of thes</a:t>
            </a:r>
            <a:r>
              <a:rPr lang="en-US" dirty="0">
                <a:solidFill>
                  <a:srgbClr val="211D1E"/>
                </a:solidFill>
              </a:rPr>
              <a:t>e times:</a:t>
            </a:r>
            <a:r>
              <a:rPr lang="en-US" sz="1800" i="0" u="none" strike="noStrike" baseline="0" dirty="0">
                <a:solidFill>
                  <a:srgbClr val="211D1E"/>
                </a:solidFill>
              </a:rPr>
              <a:t> </a:t>
            </a:r>
          </a:p>
          <a:p>
            <a:pPr marL="342900" indent="-342900" fontAlgn="auto">
              <a:spcBef>
                <a:spcPts val="0"/>
              </a:spcBef>
              <a:spcAft>
                <a:spcPts val="0"/>
              </a:spcAft>
              <a:buAutoNum type="arabicPeriod"/>
              <a:defRPr/>
            </a:pPr>
            <a:r>
              <a:rPr lang="en-US" sz="1800" i="0" u="none" strike="noStrike" baseline="0" dirty="0">
                <a:solidFill>
                  <a:srgbClr val="211D1E"/>
                </a:solidFill>
              </a:rPr>
              <a:t>Before the expense is incurred to generate revenue.</a:t>
            </a:r>
          </a:p>
          <a:p>
            <a:pPr marL="342900" indent="-342900" fontAlgn="auto">
              <a:spcBef>
                <a:spcPts val="0"/>
              </a:spcBef>
              <a:spcAft>
                <a:spcPts val="0"/>
              </a:spcAft>
              <a:buAutoNum type="arabicPeriod"/>
              <a:defRPr/>
            </a:pPr>
            <a:r>
              <a:rPr lang="en-US" sz="1800" i="0" u="none" strike="noStrike" baseline="0" dirty="0">
                <a:solidFill>
                  <a:srgbClr val="211D1E"/>
                </a:solidFill>
              </a:rPr>
              <a:t>In the same period as the expense is incurred to generate revenue. </a:t>
            </a:r>
            <a:endParaRPr lang="en-US" dirty="0">
              <a:solidFill>
                <a:srgbClr val="211D1E"/>
              </a:solidFill>
            </a:endParaRPr>
          </a:p>
          <a:p>
            <a:pPr marL="342900" indent="-342900" fontAlgn="auto">
              <a:spcBef>
                <a:spcPts val="0"/>
              </a:spcBef>
              <a:spcAft>
                <a:spcPts val="0"/>
              </a:spcAft>
              <a:buAutoNum type="arabicPeriod"/>
              <a:defRPr/>
            </a:pPr>
            <a:r>
              <a:rPr lang="en-US" sz="1800" i="0" u="none" strike="noStrike" baseline="0" dirty="0">
                <a:solidFill>
                  <a:srgbClr val="211D1E"/>
                </a:solidFill>
              </a:rPr>
              <a:t>After the cost is incurred to generate revenue.  </a:t>
            </a:r>
          </a:p>
          <a:p>
            <a:pPr fontAlgn="auto">
              <a:spcBef>
                <a:spcPts val="0"/>
              </a:spcBef>
              <a:spcAft>
                <a:spcPts val="0"/>
              </a:spcAft>
              <a:defRPr/>
            </a:pPr>
            <a:endParaRPr lang="en-US" sz="900" dirty="0">
              <a:solidFill>
                <a:srgbClr val="211D1E"/>
              </a:solidFill>
            </a:endParaRPr>
          </a:p>
          <a:p>
            <a:pPr fontAlgn="auto">
              <a:spcBef>
                <a:spcPts val="0"/>
              </a:spcBef>
              <a:spcAft>
                <a:spcPts val="0"/>
              </a:spcAft>
              <a:defRPr/>
            </a:pPr>
            <a:r>
              <a:rPr lang="en-US" dirty="0">
                <a:solidFill>
                  <a:srgbClr val="211D1E"/>
                </a:solidFill>
              </a:rPr>
              <a:t>Expense is always recorded </a:t>
            </a:r>
            <a:r>
              <a:rPr lang="en-US" b="1" dirty="0">
                <a:solidFill>
                  <a:srgbClr val="211D1E"/>
                </a:solidFill>
              </a:rPr>
              <a:t>when the cost is incurred</a:t>
            </a:r>
            <a:r>
              <a:rPr lang="en-US" dirty="0">
                <a:solidFill>
                  <a:srgbClr val="211D1E"/>
                </a:solidFill>
              </a:rPr>
              <a:t>, not when the cash is paid.  </a:t>
            </a:r>
            <a:endParaRPr lang="en-US" sz="2000" dirty="0"/>
          </a:p>
        </p:txBody>
      </p:sp>
    </p:spTree>
    <p:extLst>
      <p:ext uri="{BB962C8B-B14F-4D97-AF65-F5344CB8AC3E}">
        <p14:creationId xmlns:p14="http://schemas.microsoft.com/office/powerpoint/2010/main" val="14693176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68940" y="0"/>
            <a:ext cx="182880" cy="4155141"/>
          </a:xfrm>
          <a:prstGeom prst="rect">
            <a:avLst/>
          </a:prstGeom>
          <a:solidFill>
            <a:srgbClr val="FAD3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5" name="Rectangle 4"/>
          <p:cNvSpPr/>
          <p:nvPr/>
        </p:nvSpPr>
        <p:spPr>
          <a:xfrm>
            <a:off x="8108043" y="0"/>
            <a:ext cx="732512" cy="6439497"/>
          </a:xfrm>
          <a:prstGeom prst="rect">
            <a:avLst/>
          </a:prstGeom>
          <a:solidFill>
            <a:srgbClr val="6222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Title 1"/>
          <p:cNvSpPr>
            <a:spLocks noGrp="1"/>
          </p:cNvSpPr>
          <p:nvPr>
            <p:ph type="title"/>
          </p:nvPr>
        </p:nvSpPr>
        <p:spPr>
          <a:xfrm>
            <a:off x="585216" y="210500"/>
            <a:ext cx="7284901" cy="530863"/>
          </a:xfrm>
        </p:spPr>
        <p:txBody>
          <a:bodyPr anchor="ctr"/>
          <a:lstStyle/>
          <a:p>
            <a:pPr algn="l"/>
            <a:r>
              <a:rPr lang="en-US" sz="2400" dirty="0">
                <a:solidFill>
                  <a:schemeClr val="accent1">
                    <a:lumMod val="75000"/>
                  </a:schemeClr>
                </a:solidFill>
              </a:rPr>
              <a:t>The Balance Sheet Equation (Accounting Equation)</a:t>
            </a:r>
          </a:p>
        </p:txBody>
      </p:sp>
      <p:sp>
        <p:nvSpPr>
          <p:cNvPr id="31" name="TextBox 30"/>
          <p:cNvSpPr txBox="1"/>
          <p:nvPr/>
        </p:nvSpPr>
        <p:spPr>
          <a:xfrm>
            <a:off x="786809" y="4507040"/>
            <a:ext cx="6911163" cy="923330"/>
          </a:xfrm>
          <a:prstGeom prst="rect">
            <a:avLst/>
          </a:prstGeom>
          <a:noFill/>
        </p:spPr>
        <p:txBody>
          <a:bodyPr wrap="square" rtlCol="0">
            <a:spAutoFit/>
          </a:bodyPr>
          <a:lstStyle/>
          <a:p>
            <a:pPr algn="ctr"/>
            <a:r>
              <a:rPr lang="en-US" sz="1800" b="0" i="1" u="none" strike="noStrike" baseline="0" dirty="0">
                <a:solidFill>
                  <a:srgbClr val="221E1F"/>
                </a:solidFill>
                <a:latin typeface="NimbusRomDOT"/>
              </a:rPr>
              <a:t>The basic accounting equation refers to a company’s </a:t>
            </a:r>
            <a:r>
              <a:rPr lang="en-US" sz="1800" b="1" i="1" u="none" strike="noStrike" baseline="0" dirty="0">
                <a:solidFill>
                  <a:srgbClr val="221E1F"/>
                </a:solidFill>
                <a:latin typeface="NimbusRomDOT"/>
              </a:rPr>
              <a:t>financial position: </a:t>
            </a:r>
            <a:r>
              <a:rPr lang="en-US" sz="1800" b="0" i="1" u="none" strike="noStrike" baseline="0" dirty="0">
                <a:solidFill>
                  <a:srgbClr val="221E1F"/>
                </a:solidFill>
                <a:latin typeface="NimbusRomDOT"/>
              </a:rPr>
              <a:t>the </a:t>
            </a:r>
            <a:r>
              <a:rPr lang="en-US" sz="1800" b="1" i="1" u="none" strike="noStrike" baseline="0" dirty="0">
                <a:solidFill>
                  <a:srgbClr val="221E1F"/>
                </a:solidFill>
                <a:latin typeface="NimbusRomDOT"/>
              </a:rPr>
              <a:t>economic resources </a:t>
            </a:r>
            <a:r>
              <a:rPr lang="en-US" sz="1800" b="0" i="1" u="none" strike="noStrike" baseline="0" dirty="0">
                <a:solidFill>
                  <a:srgbClr val="221E1F"/>
                </a:solidFill>
                <a:latin typeface="NimbusRomDOT"/>
              </a:rPr>
              <a:t>that the company owns and the </a:t>
            </a:r>
            <a:r>
              <a:rPr lang="en-US" sz="1800" b="1" i="1" u="none" strike="noStrike" baseline="0" dirty="0">
                <a:solidFill>
                  <a:srgbClr val="221E1F"/>
                </a:solidFill>
                <a:latin typeface="NimbusRomDOT"/>
              </a:rPr>
              <a:t>sources of financing </a:t>
            </a:r>
            <a:r>
              <a:rPr lang="en-US" sz="1800" b="0" i="1" u="none" strike="noStrike" baseline="0" dirty="0">
                <a:solidFill>
                  <a:srgbClr val="221E1F"/>
                </a:solidFill>
                <a:latin typeface="NimbusRomDOT"/>
              </a:rPr>
              <a:t>for those resources. </a:t>
            </a:r>
            <a:endParaRPr lang="en-US" i="1" dirty="0"/>
          </a:p>
        </p:txBody>
      </p:sp>
      <p:pic>
        <p:nvPicPr>
          <p:cNvPr id="8" name="Picture 7">
            <a:extLst>
              <a:ext uri="{FF2B5EF4-FFF2-40B4-BE49-F238E27FC236}">
                <a16:creationId xmlns:a16="http://schemas.microsoft.com/office/drawing/2014/main" id="{3C92C323-40D9-0E40-A424-A22688E91AE3}"/>
              </a:ext>
            </a:extLst>
          </p:cNvPr>
          <p:cNvPicPr>
            <a:picLocks noChangeAspect="1"/>
          </p:cNvPicPr>
          <p:nvPr/>
        </p:nvPicPr>
        <p:blipFill>
          <a:blip r:embed="rId3"/>
          <a:stretch>
            <a:fillRect/>
          </a:stretch>
        </p:blipFill>
        <p:spPr>
          <a:xfrm>
            <a:off x="613238" y="1271912"/>
            <a:ext cx="7228856" cy="3075160"/>
          </a:xfrm>
          <a:prstGeom prst="rect">
            <a:avLst/>
          </a:prstGeom>
        </p:spPr>
      </p:pic>
    </p:spTree>
    <p:extLst>
      <p:ext uri="{BB962C8B-B14F-4D97-AF65-F5344CB8AC3E}">
        <p14:creationId xmlns:p14="http://schemas.microsoft.com/office/powerpoint/2010/main" val="4844429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09600"/>
            <a:ext cx="8229600" cy="858753"/>
          </a:xfrm>
        </p:spPr>
        <p:txBody>
          <a:bodyPr/>
          <a:lstStyle/>
          <a:p>
            <a:r>
              <a:rPr lang="en-US" altLang="en-US" b="1" dirty="0">
                <a:cs typeface="Arial" charset="0"/>
              </a:rPr>
              <a:t>Asset Accounts</a:t>
            </a:r>
            <a:endParaRPr lang="en-US" dirty="0">
              <a:latin typeface="Calibri" panose="020F0502020204030204" pitchFamily="34" charset="0"/>
              <a:cs typeface="Calibri" panose="020F0502020204030204" pitchFamily="34" charset="0"/>
            </a:endParaRPr>
          </a:p>
        </p:txBody>
      </p:sp>
      <p:pic>
        <p:nvPicPr>
          <p:cNvPr id="5" name="Picture 4" descr="Illustration shows several specific asset account names: Cash, Land, Buildings, Equipment, Supplies, Prepaid Accounts, Notes Receivable, and Accounts Receivable.&#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8727" y="1905000"/>
            <a:ext cx="8243307" cy="4118311"/>
          </a:xfrm>
          <a:prstGeom prst="rect">
            <a:avLst/>
          </a:prstGeom>
        </p:spPr>
      </p:pic>
      <p:sp>
        <p:nvSpPr>
          <p:cNvPr id="10" name="Content Placeholder 2"/>
          <p:cNvSpPr>
            <a:spLocks noGrp="1"/>
          </p:cNvSpPr>
          <p:nvPr>
            <p:ph idx="13"/>
          </p:nvPr>
        </p:nvSpPr>
        <p:spPr>
          <a:xfrm>
            <a:off x="304800" y="6415088"/>
            <a:ext cx="5257800" cy="290512"/>
          </a:xfrm>
        </p:spPr>
        <p:txBody>
          <a:bodyPr/>
          <a:lstStyle/>
          <a:p>
            <a:pPr marL="0" indent="0">
              <a:buNone/>
            </a:pPr>
            <a:r>
              <a:rPr lang="en-US" altLang="en-US" sz="1100" b="1" kern="0" dirty="0">
                <a:solidFill>
                  <a:prstClr val="black"/>
                </a:solidFill>
                <a:cs typeface="Calibri" panose="020F0502020204030204" pitchFamily="34" charset="0"/>
              </a:rPr>
              <a:t>Learning Objective </a:t>
            </a:r>
            <a:r>
              <a:rPr lang="en-US" sz="1100" b="1" dirty="0"/>
              <a:t>C2: </a:t>
            </a:r>
            <a:r>
              <a:rPr lang="en-US" altLang="en-US" sz="1100" dirty="0"/>
              <a:t>Describe an account and its use in recording transactions.</a:t>
            </a:r>
            <a:endParaRPr lang="en-US" sz="1100" dirty="0"/>
          </a:p>
        </p:txBody>
      </p:sp>
      <p:sp>
        <p:nvSpPr>
          <p:cNvPr id="6" name="Slide Number Placeholder 5"/>
          <p:cNvSpPr>
            <a:spLocks noGrp="1"/>
          </p:cNvSpPr>
          <p:nvPr>
            <p:ph type="sldNum" sz="quarter" idx="12"/>
          </p:nvPr>
        </p:nvSpPr>
        <p:spPr/>
        <p:txBody>
          <a:bodyPr/>
          <a:lstStyle/>
          <a:p>
            <a:pPr>
              <a:defRPr/>
            </a:pPr>
            <a:fld id="{7A12E07D-6177-4BA4-8EF4-EE0B0B1559AA}" type="slidenum">
              <a:rPr lang="en-US" smtClean="0"/>
              <a:pPr>
                <a:defRPr/>
              </a:pPr>
              <a:t>11</a:t>
            </a:fld>
            <a:endParaRPr lang="en-US" dirty="0"/>
          </a:p>
        </p:txBody>
      </p:sp>
    </p:spTree>
    <p:extLst>
      <p:ext uri="{BB962C8B-B14F-4D97-AF65-F5344CB8AC3E}">
        <p14:creationId xmlns:p14="http://schemas.microsoft.com/office/powerpoint/2010/main" val="400588812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85800"/>
            <a:ext cx="8229600" cy="780685"/>
          </a:xfrm>
        </p:spPr>
        <p:txBody>
          <a:bodyPr/>
          <a:lstStyle/>
          <a:p>
            <a:r>
              <a:rPr lang="en-US" altLang="en-US" sz="4000" b="1" dirty="0">
                <a:cs typeface="Arial" charset="0"/>
              </a:rPr>
              <a:t>Liability Accounts</a:t>
            </a:r>
            <a:endParaRPr lang="en-US" dirty="0">
              <a:latin typeface="Calibri" panose="020F0502020204030204" pitchFamily="34" charset="0"/>
              <a:cs typeface="Calibri" panose="020F0502020204030204" pitchFamily="34" charset="0"/>
            </a:endParaRPr>
          </a:p>
        </p:txBody>
      </p:sp>
      <p:pic>
        <p:nvPicPr>
          <p:cNvPr id="5" name="Picture 4" descr="Illustration shows several specific liability account names: Accounts Payable, Accrued Liabilities, Unearned Revenue, and Notes Payable."/>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1943" y="1911481"/>
            <a:ext cx="8161690" cy="4131460"/>
          </a:xfrm>
          <a:prstGeom prst="rect">
            <a:avLst/>
          </a:prstGeom>
        </p:spPr>
      </p:pic>
      <p:sp>
        <p:nvSpPr>
          <p:cNvPr id="10" name="Content Placeholder 2"/>
          <p:cNvSpPr>
            <a:spLocks noGrp="1"/>
          </p:cNvSpPr>
          <p:nvPr>
            <p:ph idx="13"/>
          </p:nvPr>
        </p:nvSpPr>
        <p:spPr>
          <a:xfrm>
            <a:off x="304800" y="6415088"/>
            <a:ext cx="6248400" cy="290512"/>
          </a:xfrm>
        </p:spPr>
        <p:txBody>
          <a:bodyPr/>
          <a:lstStyle/>
          <a:p>
            <a:pPr marL="0" indent="0">
              <a:buNone/>
            </a:pPr>
            <a:r>
              <a:rPr lang="en-US" altLang="en-US" sz="1100" b="1" kern="0" dirty="0">
                <a:solidFill>
                  <a:prstClr val="black"/>
                </a:solidFill>
                <a:cs typeface="Calibri" panose="020F0502020204030204" pitchFamily="34" charset="0"/>
              </a:rPr>
              <a:t>Learning Objective </a:t>
            </a:r>
            <a:r>
              <a:rPr lang="en-US" sz="1100" b="1" dirty="0"/>
              <a:t>C2: </a:t>
            </a:r>
            <a:r>
              <a:rPr lang="en-US" altLang="en-US" sz="1100" dirty="0"/>
              <a:t>Describe an account and its use in recording transactions.</a:t>
            </a:r>
            <a:endParaRPr lang="en-US" sz="1100" dirty="0"/>
          </a:p>
        </p:txBody>
      </p:sp>
      <p:sp>
        <p:nvSpPr>
          <p:cNvPr id="6" name="Slide Number Placeholder 5"/>
          <p:cNvSpPr>
            <a:spLocks noGrp="1"/>
          </p:cNvSpPr>
          <p:nvPr>
            <p:ph type="sldNum" sz="quarter" idx="12"/>
          </p:nvPr>
        </p:nvSpPr>
        <p:spPr/>
        <p:txBody>
          <a:bodyPr/>
          <a:lstStyle/>
          <a:p>
            <a:pPr>
              <a:defRPr/>
            </a:pPr>
            <a:fld id="{7A12E07D-6177-4BA4-8EF4-EE0B0B1559AA}" type="slidenum">
              <a:rPr lang="en-US" smtClean="0"/>
              <a:pPr>
                <a:defRPr/>
              </a:pPr>
              <a:t>12</a:t>
            </a:fld>
            <a:endParaRPr lang="en-US" dirty="0"/>
          </a:p>
        </p:txBody>
      </p:sp>
    </p:spTree>
    <p:extLst>
      <p:ext uri="{BB962C8B-B14F-4D97-AF65-F5344CB8AC3E}">
        <p14:creationId xmlns:p14="http://schemas.microsoft.com/office/powerpoint/2010/main" val="144279664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13215"/>
            <a:ext cx="8229600" cy="834585"/>
          </a:xfrm>
        </p:spPr>
        <p:txBody>
          <a:bodyPr/>
          <a:lstStyle/>
          <a:p>
            <a:r>
              <a:rPr lang="en-US" altLang="en-US" sz="4000" b="1" dirty="0">
                <a:cs typeface="Arial" charset="0"/>
              </a:rPr>
              <a:t>Equity Accounts</a:t>
            </a:r>
            <a:endParaRPr lang="en-US" dirty="0">
              <a:latin typeface="Calibri" panose="020F0502020204030204" pitchFamily="34" charset="0"/>
              <a:cs typeface="Calibri" panose="020F0502020204030204" pitchFamily="34" charset="0"/>
            </a:endParaRPr>
          </a:p>
        </p:txBody>
      </p:sp>
      <p:pic>
        <p:nvPicPr>
          <p:cNvPr id="5" name="Picture 4" descr="Illustration shows several specific equity account names with a plus or minus sign: + Owner capital, + Revenues, – Expenses, and – Owner withdrawals."/>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3777" y="1742317"/>
            <a:ext cx="7720988" cy="4473901"/>
          </a:xfrm>
          <a:prstGeom prst="rect">
            <a:avLst/>
          </a:prstGeom>
        </p:spPr>
      </p:pic>
      <p:sp>
        <p:nvSpPr>
          <p:cNvPr id="10" name="Content Placeholder 2"/>
          <p:cNvSpPr>
            <a:spLocks noGrp="1"/>
          </p:cNvSpPr>
          <p:nvPr>
            <p:ph idx="13"/>
          </p:nvPr>
        </p:nvSpPr>
        <p:spPr>
          <a:xfrm>
            <a:off x="304800" y="6415088"/>
            <a:ext cx="5029200" cy="290512"/>
          </a:xfrm>
        </p:spPr>
        <p:txBody>
          <a:bodyPr/>
          <a:lstStyle/>
          <a:p>
            <a:pPr marL="0" indent="0">
              <a:buNone/>
            </a:pPr>
            <a:r>
              <a:rPr lang="en-US" altLang="en-US" sz="1100" b="1" kern="0" dirty="0">
                <a:solidFill>
                  <a:prstClr val="black"/>
                </a:solidFill>
                <a:cs typeface="Calibri" panose="020F0502020204030204" pitchFamily="34" charset="0"/>
              </a:rPr>
              <a:t>Learning Objective </a:t>
            </a:r>
            <a:r>
              <a:rPr lang="en-US" sz="1100" b="1" dirty="0"/>
              <a:t>C2: </a:t>
            </a:r>
            <a:r>
              <a:rPr lang="en-US" altLang="en-US" sz="1100" dirty="0"/>
              <a:t>Describe an account and its use in recording transactions.</a:t>
            </a:r>
            <a:endParaRPr lang="en-US" sz="1100" dirty="0"/>
          </a:p>
        </p:txBody>
      </p:sp>
      <p:sp>
        <p:nvSpPr>
          <p:cNvPr id="6" name="Slide Number Placeholder 5"/>
          <p:cNvSpPr>
            <a:spLocks noGrp="1"/>
          </p:cNvSpPr>
          <p:nvPr>
            <p:ph type="sldNum" sz="quarter" idx="12"/>
          </p:nvPr>
        </p:nvSpPr>
        <p:spPr/>
        <p:txBody>
          <a:bodyPr/>
          <a:lstStyle/>
          <a:p>
            <a:pPr>
              <a:defRPr/>
            </a:pPr>
            <a:fld id="{7A12E07D-6177-4BA4-8EF4-EE0B0B1559AA}" type="slidenum">
              <a:rPr lang="en-US" smtClean="0"/>
              <a:pPr>
                <a:defRPr/>
              </a:pPr>
              <a:t>13</a:t>
            </a:fld>
            <a:endParaRPr lang="en-US" dirty="0"/>
          </a:p>
        </p:txBody>
      </p:sp>
    </p:spTree>
    <p:extLst>
      <p:ext uri="{BB962C8B-B14F-4D97-AF65-F5344CB8AC3E}">
        <p14:creationId xmlns:p14="http://schemas.microsoft.com/office/powerpoint/2010/main" val="363383800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sz="4000" b="1" dirty="0"/>
              <a:t>Business Transaction and Accounting</a:t>
            </a:r>
            <a:endParaRPr lang="en-IN" sz="4000" b="1" dirty="0"/>
          </a:p>
        </p:txBody>
      </p:sp>
      <p:sp>
        <p:nvSpPr>
          <p:cNvPr id="7" name="Content Placeholder 6"/>
          <p:cNvSpPr>
            <a:spLocks noGrp="1"/>
          </p:cNvSpPr>
          <p:nvPr>
            <p:ph idx="1"/>
          </p:nvPr>
        </p:nvSpPr>
        <p:spPr>
          <a:xfrm>
            <a:off x="457200" y="1535113"/>
            <a:ext cx="8229600" cy="1288619"/>
          </a:xfrm>
        </p:spPr>
        <p:txBody>
          <a:bodyPr/>
          <a:lstStyle/>
          <a:p>
            <a:pPr marL="0" indent="0">
              <a:buNone/>
            </a:pPr>
            <a:r>
              <a:rPr lang="en-US" sz="2800" dirty="0">
                <a:ea typeface="ＭＳ Ｐゴシック" pitchFamily="-107" charset="-128"/>
              </a:rPr>
              <a:t>The Accounting Equation:</a:t>
            </a:r>
          </a:p>
          <a:p>
            <a:pPr marL="0" indent="0" algn="ctr">
              <a:buNone/>
            </a:pPr>
            <a:r>
              <a:rPr lang="en-US" sz="3600" b="1" dirty="0">
                <a:solidFill>
                  <a:srgbClr val="9E0000"/>
                </a:solidFill>
                <a:ea typeface="ＭＳ Ｐゴシック" pitchFamily="-107" charset="-128"/>
              </a:rPr>
              <a:t>Assets </a:t>
            </a:r>
            <a:r>
              <a:rPr lang="en-US" sz="3600" b="1" dirty="0">
                <a:solidFill>
                  <a:schemeClr val="accent3">
                    <a:lumMod val="50000"/>
                  </a:schemeClr>
                </a:solidFill>
                <a:ea typeface="ＭＳ Ｐゴシック" pitchFamily="-107" charset="-128"/>
              </a:rPr>
              <a:t>= </a:t>
            </a:r>
            <a:r>
              <a:rPr lang="en-US" sz="3600" b="1" dirty="0">
                <a:solidFill>
                  <a:srgbClr val="9E0000"/>
                </a:solidFill>
                <a:ea typeface="ＭＳ Ｐゴシック" pitchFamily="-107" charset="-128"/>
              </a:rPr>
              <a:t>Liabilities </a:t>
            </a:r>
            <a:r>
              <a:rPr lang="en-US" sz="3600" b="1" dirty="0">
                <a:solidFill>
                  <a:schemeClr val="accent3">
                    <a:lumMod val="50000"/>
                  </a:schemeClr>
                </a:solidFill>
                <a:ea typeface="ＭＳ Ｐゴシック" pitchFamily="-107" charset="-128"/>
              </a:rPr>
              <a:t>+</a:t>
            </a:r>
            <a:r>
              <a:rPr lang="en-US" sz="3600" b="1" dirty="0">
                <a:solidFill>
                  <a:srgbClr val="9E0000"/>
                </a:solidFill>
                <a:ea typeface="ＭＳ Ｐゴシック" pitchFamily="-107" charset="-128"/>
              </a:rPr>
              <a:t> Equity</a:t>
            </a:r>
          </a:p>
        </p:txBody>
      </p:sp>
      <p:sp>
        <p:nvSpPr>
          <p:cNvPr id="2" name="Content Placeholder 1"/>
          <p:cNvSpPr>
            <a:spLocks noGrp="1"/>
          </p:cNvSpPr>
          <p:nvPr>
            <p:ph idx="13"/>
          </p:nvPr>
        </p:nvSpPr>
        <p:spPr>
          <a:xfrm>
            <a:off x="457200" y="3078957"/>
            <a:ext cx="8229600" cy="659175"/>
          </a:xfrm>
        </p:spPr>
        <p:txBody>
          <a:bodyPr/>
          <a:lstStyle/>
          <a:p>
            <a:pPr marL="0" indent="0">
              <a:buNone/>
            </a:pPr>
            <a:r>
              <a:rPr lang="en-US" b="1" dirty="0">
                <a:solidFill>
                  <a:schemeClr val="accent5">
                    <a:lumMod val="50000"/>
                  </a:schemeClr>
                </a:solidFill>
              </a:rPr>
              <a:t>Expanded Accounting Equation:</a:t>
            </a:r>
          </a:p>
        </p:txBody>
      </p:sp>
      <p:pic>
        <p:nvPicPr>
          <p:cNvPr id="3" name="Picture 2" descr="Expanded accounting equation.&#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9016" y="4075176"/>
            <a:ext cx="8253984" cy="1487424"/>
          </a:xfrm>
          <a:prstGeom prst="rect">
            <a:avLst/>
          </a:prstGeom>
        </p:spPr>
      </p:pic>
      <p:sp>
        <p:nvSpPr>
          <p:cNvPr id="8" name="Content Placeholder 3"/>
          <p:cNvSpPr txBox="1">
            <a:spLocks/>
          </p:cNvSpPr>
          <p:nvPr/>
        </p:nvSpPr>
        <p:spPr bwMode="auto">
          <a:xfrm>
            <a:off x="3276600" y="6172200"/>
            <a:ext cx="2667000" cy="22164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indent="0" algn="l" rtl="0" eaLnBrk="0" fontAlgn="base" hangingPunct="0">
              <a:spcBef>
                <a:spcPct val="20000"/>
              </a:spcBef>
              <a:spcAft>
                <a:spcPct val="0"/>
              </a:spcAft>
              <a:buFont typeface="Arial" charset="0"/>
              <a:buNone/>
              <a:defRPr sz="18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1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18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1800" kern="1200">
                <a:solidFill>
                  <a:schemeClr val="tx1"/>
                </a:solidFill>
                <a:latin typeface="+mn-lt"/>
                <a:ea typeface="+mn-ea"/>
                <a:cs typeface="+mn-cs"/>
              </a:defRPr>
            </a:lvl4pPr>
            <a:lvl5pPr marL="1828800" indent="0" algn="l" rtl="0" eaLnBrk="0" fontAlgn="base" hangingPunct="0">
              <a:spcBef>
                <a:spcPct val="20000"/>
              </a:spcBef>
              <a:spcAft>
                <a:spcPct val="0"/>
              </a:spcAft>
              <a:buFont typeface="Arial" charset="0"/>
              <a:buNone/>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marR="0" lvl="0" indent="0" algn="ctr" defTabSz="914400" rtl="0" eaLnBrk="0" fontAlgn="base" latinLnBrk="0" hangingPunct="0">
              <a:lnSpc>
                <a:spcPct val="100000"/>
              </a:lnSpc>
              <a:spcBef>
                <a:spcPct val="20000"/>
              </a:spcBef>
              <a:spcAft>
                <a:spcPct val="0"/>
              </a:spcAft>
              <a:buClrTx/>
              <a:buSzTx/>
              <a:buFont typeface="Arial" charset="0"/>
              <a:buNone/>
              <a:tabLst/>
              <a:defRPr/>
            </a:pPr>
            <a:r>
              <a:rPr kumimoji="0" lang="en-US" sz="900" b="0" i="0" u="none" strike="noStrike" kern="1200" cap="none" spc="0" normalizeH="0" baseline="0" noProof="0" dirty="0">
                <a:ln>
                  <a:noFill/>
                </a:ln>
                <a:solidFill>
                  <a:prstClr val="black"/>
                </a:solidFill>
                <a:effectLst/>
                <a:uLnTx/>
                <a:uFillTx/>
                <a:latin typeface="Calibri"/>
                <a:ea typeface="+mn-ea"/>
                <a:cs typeface="+mn-cs"/>
                <a:hlinkClick r:id="" action="ppaction://noaction"/>
              </a:rPr>
              <a:t>Access the text alternative for slide images.</a:t>
            </a:r>
            <a:endParaRPr kumimoji="0" lang="en-IN" sz="900" b="0" i="0" u="none" strike="noStrike" kern="1200" cap="none" spc="0" normalizeH="0" baseline="0" noProof="0" dirty="0">
              <a:ln>
                <a:noFill/>
              </a:ln>
              <a:solidFill>
                <a:prstClr val="black"/>
              </a:solidFill>
              <a:effectLst/>
              <a:uLnTx/>
              <a:uFillTx/>
              <a:latin typeface="Calibri"/>
              <a:ea typeface="+mn-ea"/>
              <a:cs typeface="+mn-cs"/>
              <a:hlinkClick r:id="" action="ppaction://noaction"/>
            </a:endParaRPr>
          </a:p>
        </p:txBody>
      </p:sp>
      <p:sp>
        <p:nvSpPr>
          <p:cNvPr id="9" name="Content Placeholder 8"/>
          <p:cNvSpPr>
            <a:spLocks noGrp="1"/>
          </p:cNvSpPr>
          <p:nvPr>
            <p:ph idx="14"/>
          </p:nvPr>
        </p:nvSpPr>
        <p:spPr>
          <a:xfrm>
            <a:off x="457200" y="6477000"/>
            <a:ext cx="5867400" cy="304800"/>
          </a:xfrm>
        </p:spPr>
        <p:txBody>
          <a:bodyPr/>
          <a:lstStyle/>
          <a:p>
            <a:pPr marL="0" indent="0">
              <a:buNone/>
            </a:pPr>
            <a:r>
              <a:rPr lang="en-US" altLang="en-US" sz="1100" b="1" kern="0" dirty="0"/>
              <a:t>Learning Objective A1: </a:t>
            </a:r>
            <a:r>
              <a:rPr lang="en-US" altLang="en-US" sz="1100" kern="0" dirty="0"/>
              <a:t>Define and interpret the accounting equation and each of its components.</a:t>
            </a:r>
            <a:endParaRPr lang="en-US" sz="1100" kern="0" dirty="0"/>
          </a:p>
        </p:txBody>
      </p:sp>
      <p:sp>
        <p:nvSpPr>
          <p:cNvPr id="4" name="Slide Number Placeholder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7A12E07D-6177-4BA4-8EF4-EE0B0B1559AA}" type="slidenum">
              <a:rPr kumimoji="0" lang="en-US" sz="1200" b="0" i="0" u="none" strike="noStrike" kern="1200" cap="none" spc="0" normalizeH="0" baseline="0" noProof="0" smtClean="0">
                <a:ln>
                  <a:noFill/>
                </a:ln>
                <a:solidFill>
                  <a:prstClr val="black"/>
                </a:solidFill>
                <a:effectLst/>
                <a:uLnTx/>
                <a:uFillTx/>
                <a:latin typeface="Arial" charset="0"/>
                <a:ea typeface="+mn-ea"/>
                <a:cs typeface="Arial" charset="0"/>
              </a:rPr>
              <a:pPr marL="0" marR="0" lvl="0" indent="0" algn="r" defTabSz="914400" rtl="0" eaLnBrk="1" fontAlgn="base" latinLnBrk="0" hangingPunct="1">
                <a:lnSpc>
                  <a:spcPct val="100000"/>
                </a:lnSpc>
                <a:spcBef>
                  <a:spcPct val="0"/>
                </a:spcBef>
                <a:spcAft>
                  <a:spcPct val="0"/>
                </a:spcAft>
                <a:buClrTx/>
                <a:buSzTx/>
                <a:buFontTx/>
                <a:buNone/>
                <a:tabLst/>
                <a:defRPr/>
              </a:pPr>
              <a:t>14</a:t>
            </a:fld>
            <a:endParaRPr kumimoji="0" lang="en-US" sz="1200" b="0" i="0" u="none" strike="noStrike" kern="1200" cap="none" spc="0" normalizeH="0" baseline="0" noProof="0" dirty="0">
              <a:ln>
                <a:noFill/>
              </a:ln>
              <a:solidFill>
                <a:prstClr val="black"/>
              </a:solidFill>
              <a:effectLst/>
              <a:uLnTx/>
              <a:uFillTx/>
              <a:latin typeface="Arial" charset="0"/>
              <a:ea typeface="+mn-ea"/>
              <a:cs typeface="Arial" charset="0"/>
            </a:endParaRPr>
          </a:p>
        </p:txBody>
      </p:sp>
    </p:spTree>
    <p:extLst>
      <p:ext uri="{BB962C8B-B14F-4D97-AF65-F5344CB8AC3E}">
        <p14:creationId xmlns:p14="http://schemas.microsoft.com/office/powerpoint/2010/main" val="4019520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b="1" dirty="0"/>
              <a:t>Learning Objective </a:t>
            </a:r>
            <a:endParaRPr lang="en-US" dirty="0"/>
          </a:p>
        </p:txBody>
      </p:sp>
      <p:sp>
        <p:nvSpPr>
          <p:cNvPr id="3" name="Content Placeholder 2"/>
          <p:cNvSpPr>
            <a:spLocks noGrp="1"/>
          </p:cNvSpPr>
          <p:nvPr>
            <p:ph idx="1"/>
          </p:nvPr>
        </p:nvSpPr>
        <p:spPr>
          <a:xfrm>
            <a:off x="457200" y="2715123"/>
            <a:ext cx="8229600" cy="1642069"/>
          </a:xfrm>
        </p:spPr>
        <p:txBody>
          <a:bodyPr anchor="ctr"/>
          <a:lstStyle/>
          <a:p>
            <a:pPr marL="0" indent="0" algn="ctr">
              <a:buNone/>
            </a:pPr>
            <a:r>
              <a:rPr lang="en-US" sz="4400" dirty="0"/>
              <a:t>Analyze business transactions using the accounting equation.</a:t>
            </a:r>
            <a:endParaRPr lang="en-US" sz="4400" dirty="0">
              <a:solidFill>
                <a:prstClr val="black"/>
              </a:solidFill>
            </a:endParaRPr>
          </a:p>
        </p:txBody>
      </p:sp>
      <p:sp>
        <p:nvSpPr>
          <p:cNvPr id="4" name="Slide Number Placeholder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78EC639C-1F37-414E-BB4A-3574D25F5B5E}" type="slidenum">
              <a:rPr kumimoji="0" lang="en-US" sz="1200" b="0" i="0" u="none" strike="noStrike" kern="1200" cap="none" spc="0" normalizeH="0" baseline="0" noProof="0" smtClean="0">
                <a:ln>
                  <a:noFill/>
                </a:ln>
                <a:solidFill>
                  <a:prstClr val="black"/>
                </a:solidFill>
                <a:effectLst/>
                <a:uLnTx/>
                <a:uFillTx/>
                <a:latin typeface="Arial" charset="0"/>
                <a:ea typeface="+mn-ea"/>
                <a:cs typeface="Arial" charset="0"/>
              </a:rPr>
              <a:pPr marL="0" marR="0" lvl="0" indent="0" algn="r" defTabSz="914400" rtl="0" eaLnBrk="1" fontAlgn="base" latinLnBrk="0" hangingPunct="1">
                <a:lnSpc>
                  <a:spcPct val="100000"/>
                </a:lnSpc>
                <a:spcBef>
                  <a:spcPct val="0"/>
                </a:spcBef>
                <a:spcAft>
                  <a:spcPct val="0"/>
                </a:spcAft>
                <a:buClrTx/>
                <a:buSzTx/>
                <a:buFontTx/>
                <a:buNone/>
                <a:tabLst/>
                <a:defRPr/>
              </a:pPr>
              <a:t>15</a:t>
            </a:fld>
            <a:endParaRPr kumimoji="0" lang="en-US" sz="1200" b="0" i="0" u="none" strike="noStrike" kern="1200" cap="none" spc="0" normalizeH="0" baseline="0" noProof="0" dirty="0">
              <a:ln>
                <a:noFill/>
              </a:ln>
              <a:solidFill>
                <a:prstClr val="black"/>
              </a:solidFill>
              <a:effectLst/>
              <a:uLnTx/>
              <a:uFillTx/>
              <a:latin typeface="Arial" charset="0"/>
              <a:ea typeface="+mn-ea"/>
              <a:cs typeface="Arial" charset="0"/>
            </a:endParaRPr>
          </a:p>
        </p:txBody>
      </p:sp>
    </p:spTree>
    <p:extLst>
      <p:ext uri="{BB962C8B-B14F-4D97-AF65-F5344CB8AC3E}">
        <p14:creationId xmlns:p14="http://schemas.microsoft.com/office/powerpoint/2010/main" val="86846917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24804"/>
            <a:ext cx="8229600" cy="1151596"/>
          </a:xfrm>
        </p:spPr>
        <p:txBody>
          <a:bodyPr/>
          <a:lstStyle/>
          <a:p>
            <a:pPr algn="l"/>
            <a:r>
              <a:rPr lang="en-US" sz="3600" b="1" dirty="0">
                <a:solidFill>
                  <a:srgbClr val="0000CC"/>
                </a:solidFill>
              </a:rPr>
              <a:t>Transaction 1: Investment by Owner</a:t>
            </a:r>
            <a:endParaRPr lang="en-IN" sz="3600" dirty="0">
              <a:solidFill>
                <a:srgbClr val="0000CC"/>
              </a:solidFill>
            </a:endParaRPr>
          </a:p>
        </p:txBody>
      </p:sp>
      <p:sp>
        <p:nvSpPr>
          <p:cNvPr id="3" name="Content Placeholder 2"/>
          <p:cNvSpPr>
            <a:spLocks noGrp="1"/>
          </p:cNvSpPr>
          <p:nvPr>
            <p:ph idx="1"/>
          </p:nvPr>
        </p:nvSpPr>
        <p:spPr>
          <a:xfrm>
            <a:off x="457200" y="1905000"/>
            <a:ext cx="8229600" cy="990600"/>
          </a:xfrm>
        </p:spPr>
        <p:txBody>
          <a:bodyPr/>
          <a:lstStyle/>
          <a:p>
            <a:pPr marL="0" indent="0">
              <a:lnSpc>
                <a:spcPct val="90000"/>
              </a:lnSpc>
              <a:buClr>
                <a:srgbClr val="4F81BD"/>
              </a:buClr>
              <a:buSzPct val="70000"/>
              <a:buNone/>
              <a:defRPr/>
            </a:pPr>
            <a:r>
              <a:rPr lang="en-US" b="1" dirty="0">
                <a:solidFill>
                  <a:prstClr val="black"/>
                </a:solidFill>
              </a:rPr>
              <a:t>Chas Taylor invests $30,000 cash to start a business named Fast Foward.</a:t>
            </a:r>
            <a:endParaRPr lang="en-US" b="1" dirty="0">
              <a:solidFill>
                <a:srgbClr val="9900CC"/>
              </a:solidFill>
            </a:endParaRPr>
          </a:p>
        </p:txBody>
      </p:sp>
      <p:sp>
        <p:nvSpPr>
          <p:cNvPr id="5" name="Content Placeholder 4"/>
          <p:cNvSpPr>
            <a:spLocks noGrp="1"/>
          </p:cNvSpPr>
          <p:nvPr>
            <p:ph idx="13"/>
          </p:nvPr>
        </p:nvSpPr>
        <p:spPr>
          <a:xfrm>
            <a:off x="457200" y="3124201"/>
            <a:ext cx="8458200" cy="1752599"/>
          </a:xfrm>
        </p:spPr>
        <p:txBody>
          <a:bodyPr/>
          <a:lstStyle/>
          <a:p>
            <a:pPr marL="447675" indent="-447675">
              <a:lnSpc>
                <a:spcPct val="90000"/>
              </a:lnSpc>
              <a:buClr>
                <a:srgbClr val="4F81BD"/>
              </a:buClr>
              <a:buSzPct val="70000"/>
              <a:buNone/>
              <a:defRPr/>
            </a:pPr>
            <a:r>
              <a:rPr lang="en-US" b="1" dirty="0">
                <a:solidFill>
                  <a:srgbClr val="800080"/>
                </a:solidFill>
              </a:rPr>
              <a:t>The accounts involved are:</a:t>
            </a:r>
            <a:endParaRPr lang="en-US" b="1" dirty="0">
              <a:solidFill>
                <a:srgbClr val="9E0000"/>
              </a:solidFill>
            </a:endParaRPr>
          </a:p>
          <a:p>
            <a:pPr marL="514350" indent="-514350">
              <a:lnSpc>
                <a:spcPct val="90000"/>
              </a:lnSpc>
              <a:buClr>
                <a:schemeClr val="tx1"/>
              </a:buClr>
              <a:buSzPct val="100000"/>
              <a:buFont typeface="+mj-lt"/>
              <a:buAutoNum type="arabicPeriod"/>
              <a:defRPr/>
            </a:pPr>
            <a:r>
              <a:rPr lang="en-US" b="1" dirty="0">
                <a:solidFill>
                  <a:prstClr val="black"/>
                </a:solidFill>
              </a:rPr>
              <a:t>Cash </a:t>
            </a:r>
            <a:r>
              <a:rPr lang="en-US" b="1" dirty="0">
                <a:solidFill>
                  <a:srgbClr val="800080"/>
                </a:solidFill>
              </a:rPr>
              <a:t>(asset)</a:t>
            </a:r>
            <a:r>
              <a:rPr lang="en-US" b="1" dirty="0">
                <a:solidFill>
                  <a:srgbClr val="9E0000"/>
                </a:solidFill>
              </a:rPr>
              <a:t> </a:t>
            </a:r>
            <a:r>
              <a:rPr lang="en-US" b="1" dirty="0">
                <a:solidFill>
                  <a:srgbClr val="34411B"/>
                </a:solidFill>
              </a:rPr>
              <a:t>↑</a:t>
            </a:r>
          </a:p>
          <a:p>
            <a:pPr marL="514350" lvl="0" indent="-514350">
              <a:lnSpc>
                <a:spcPct val="90000"/>
              </a:lnSpc>
              <a:buClr>
                <a:prstClr val="black"/>
              </a:buClr>
              <a:buSzPct val="100000"/>
              <a:buFont typeface="+mj-lt"/>
              <a:buAutoNum type="arabicPeriod"/>
              <a:defRPr/>
            </a:pPr>
            <a:r>
              <a:rPr lang="en-US" b="1" dirty="0">
                <a:solidFill>
                  <a:prstClr val="black"/>
                </a:solidFill>
              </a:rPr>
              <a:t>C. Taylor, Capital </a:t>
            </a:r>
            <a:r>
              <a:rPr lang="en-US" b="1" dirty="0">
                <a:solidFill>
                  <a:srgbClr val="800080"/>
                </a:solidFill>
              </a:rPr>
              <a:t>(equity) </a:t>
            </a:r>
            <a:r>
              <a:rPr lang="en-US" b="1" dirty="0">
                <a:solidFill>
                  <a:srgbClr val="34411B"/>
                </a:solidFill>
              </a:rPr>
              <a:t>↑</a:t>
            </a:r>
            <a:endParaRPr lang="en-US" b="1" dirty="0">
              <a:solidFill>
                <a:schemeClr val="accent3">
                  <a:lumMod val="50000"/>
                </a:schemeClr>
              </a:solidFill>
            </a:endParaRPr>
          </a:p>
        </p:txBody>
      </p:sp>
      <p:sp>
        <p:nvSpPr>
          <p:cNvPr id="6" name="Content Placeholder 5"/>
          <p:cNvSpPr>
            <a:spLocks noGrp="1"/>
          </p:cNvSpPr>
          <p:nvPr>
            <p:ph idx="14"/>
          </p:nvPr>
        </p:nvSpPr>
        <p:spPr>
          <a:xfrm>
            <a:off x="457200" y="6534681"/>
            <a:ext cx="5181600" cy="281755"/>
          </a:xfrm>
        </p:spPr>
        <p:txBody>
          <a:bodyPr/>
          <a:lstStyle/>
          <a:p>
            <a:pPr marL="0" indent="0">
              <a:buNone/>
            </a:pPr>
            <a:r>
              <a:rPr lang="en-US" altLang="en-US" sz="1100" b="1" kern="0" dirty="0">
                <a:solidFill>
                  <a:prstClr val="black"/>
                </a:solidFill>
              </a:rPr>
              <a:t>Learning Objective P1: </a:t>
            </a:r>
            <a:r>
              <a:rPr lang="en-US" altLang="en-US" sz="1100" kern="0" dirty="0">
                <a:solidFill>
                  <a:prstClr val="black"/>
                </a:solidFill>
              </a:rPr>
              <a:t>Analyze business transactions using the accounting equation.</a:t>
            </a:r>
            <a:endParaRPr lang="en-US" sz="1100" kern="0" dirty="0">
              <a:solidFill>
                <a:prstClr val="black"/>
              </a:solidFill>
            </a:endParaRPr>
          </a:p>
        </p:txBody>
      </p:sp>
      <p:sp>
        <p:nvSpPr>
          <p:cNvPr id="4" name="Slide Number Placeholder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7A12E07D-6177-4BA4-8EF4-EE0B0B1559AA}" type="slidenum">
              <a:rPr kumimoji="0" lang="en-US" sz="1200" b="0" i="0" u="none" strike="noStrike" kern="1200" cap="none" spc="0" normalizeH="0" baseline="0" noProof="0" smtClean="0">
                <a:ln>
                  <a:noFill/>
                </a:ln>
                <a:solidFill>
                  <a:prstClr val="black"/>
                </a:solidFill>
                <a:effectLst/>
                <a:uLnTx/>
                <a:uFillTx/>
                <a:latin typeface="Arial" charset="0"/>
                <a:ea typeface="+mn-ea"/>
                <a:cs typeface="Arial" charset="0"/>
              </a:rPr>
              <a:pPr marL="0" marR="0" lvl="0" indent="0" algn="r" defTabSz="914400" rtl="0" eaLnBrk="1" fontAlgn="base" latinLnBrk="0" hangingPunct="1">
                <a:lnSpc>
                  <a:spcPct val="100000"/>
                </a:lnSpc>
                <a:spcBef>
                  <a:spcPct val="0"/>
                </a:spcBef>
                <a:spcAft>
                  <a:spcPct val="0"/>
                </a:spcAft>
                <a:buClrTx/>
                <a:buSzTx/>
                <a:buFontTx/>
                <a:buNone/>
                <a:tabLst/>
                <a:defRPr/>
              </a:pPr>
              <a:t>16</a:t>
            </a:fld>
            <a:endParaRPr kumimoji="0" lang="en-US" sz="1200" b="0" i="0" u="none" strike="noStrike" kern="1200" cap="none" spc="0" normalizeH="0" baseline="0" noProof="0" dirty="0">
              <a:ln>
                <a:noFill/>
              </a:ln>
              <a:solidFill>
                <a:prstClr val="black"/>
              </a:solidFill>
              <a:effectLst/>
              <a:uLnTx/>
              <a:uFillTx/>
              <a:latin typeface="Arial" charset="0"/>
              <a:ea typeface="+mn-ea"/>
              <a:cs typeface="Arial" charset="0"/>
            </a:endParaRPr>
          </a:p>
        </p:txBody>
      </p:sp>
    </p:spTree>
    <p:extLst>
      <p:ext uri="{BB962C8B-B14F-4D97-AF65-F5344CB8AC3E}">
        <p14:creationId xmlns:p14="http://schemas.microsoft.com/office/powerpoint/2010/main" val="255913404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p:cNvSpPr>
            <a:spLocks noGrp="1"/>
          </p:cNvSpPr>
          <p:nvPr>
            <p:ph type="title"/>
          </p:nvPr>
        </p:nvSpPr>
        <p:spPr/>
        <p:txBody>
          <a:bodyPr/>
          <a:lstStyle/>
          <a:p>
            <a:r>
              <a:rPr lang="en-US" b="1" dirty="0"/>
              <a:t>Accounting Equation 1</a:t>
            </a:r>
            <a:endParaRPr lang="en-IN" dirty="0"/>
          </a:p>
        </p:txBody>
      </p:sp>
      <p:sp>
        <p:nvSpPr>
          <p:cNvPr id="10" name="Content Placeholder 2"/>
          <p:cNvSpPr>
            <a:spLocks noGrp="1"/>
          </p:cNvSpPr>
          <p:nvPr>
            <p:ph idx="1"/>
          </p:nvPr>
        </p:nvSpPr>
        <p:spPr>
          <a:xfrm>
            <a:off x="457200" y="1600202"/>
            <a:ext cx="8229600" cy="914398"/>
          </a:xfrm>
        </p:spPr>
        <p:txBody>
          <a:bodyPr>
            <a:normAutofit lnSpcReduction="10000"/>
          </a:bodyPr>
          <a:lstStyle/>
          <a:p>
            <a:pPr marL="0" indent="0">
              <a:lnSpc>
                <a:spcPct val="90000"/>
              </a:lnSpc>
              <a:buClr>
                <a:srgbClr val="4F81BD"/>
              </a:buClr>
              <a:buSzPct val="70000"/>
              <a:buNone/>
              <a:defRPr/>
            </a:pPr>
            <a:r>
              <a:rPr lang="en-US" b="1" dirty="0">
                <a:solidFill>
                  <a:prstClr val="black"/>
                </a:solidFill>
              </a:rPr>
              <a:t>Chas Taylor invests $30,000 cash to start the business, </a:t>
            </a:r>
            <a:r>
              <a:rPr lang="en-US" b="1" i="1" dirty="0">
                <a:solidFill>
                  <a:prstClr val="black"/>
                </a:solidFill>
              </a:rPr>
              <a:t>Fast Foward.</a:t>
            </a:r>
            <a:endParaRPr lang="en-US" b="1" i="1" dirty="0">
              <a:solidFill>
                <a:srgbClr val="9900CC"/>
              </a:solidFill>
            </a:endParaRPr>
          </a:p>
        </p:txBody>
      </p:sp>
      <p:pic>
        <p:nvPicPr>
          <p:cNvPr id="2" name="Picture 1" descr="Accounting equation for transaction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27176" y="2801066"/>
            <a:ext cx="7214579" cy="3218734"/>
          </a:xfrm>
          <a:prstGeom prst="rect">
            <a:avLst/>
          </a:prstGeom>
        </p:spPr>
      </p:pic>
      <p:sp>
        <p:nvSpPr>
          <p:cNvPr id="5" name="Content Placeholder 4"/>
          <p:cNvSpPr>
            <a:spLocks noGrp="1"/>
          </p:cNvSpPr>
          <p:nvPr>
            <p:ph idx="13"/>
          </p:nvPr>
        </p:nvSpPr>
        <p:spPr>
          <a:xfrm>
            <a:off x="3752693" y="6203373"/>
            <a:ext cx="2267107" cy="239733"/>
          </a:xfrm>
        </p:spPr>
        <p:txBody>
          <a:bodyPr/>
          <a:lstStyle/>
          <a:p>
            <a:pPr marL="0" lvl="0" indent="0" algn="ctr">
              <a:buNone/>
            </a:pPr>
            <a:r>
              <a:rPr lang="en-US" sz="900" dirty="0">
                <a:hlinkClick r:id="" action="ppaction://noaction"/>
              </a:rPr>
              <a:t>Access the text alternative for slide images</a:t>
            </a:r>
            <a:endParaRPr lang="en-US" sz="900" kern="0" dirty="0">
              <a:solidFill>
                <a:prstClr val="black"/>
              </a:solidFill>
            </a:endParaRPr>
          </a:p>
        </p:txBody>
      </p:sp>
      <p:sp>
        <p:nvSpPr>
          <p:cNvPr id="6" name="Content Placeholder 5"/>
          <p:cNvSpPr>
            <a:spLocks noGrp="1"/>
          </p:cNvSpPr>
          <p:nvPr>
            <p:ph sz="quarter" idx="15"/>
          </p:nvPr>
        </p:nvSpPr>
        <p:spPr>
          <a:xfrm>
            <a:off x="457200" y="6532418"/>
            <a:ext cx="5486400" cy="261296"/>
          </a:xfrm>
        </p:spPr>
        <p:txBody>
          <a:bodyPr/>
          <a:lstStyle/>
          <a:p>
            <a:pPr lvl="0"/>
            <a:r>
              <a:rPr lang="en-US" altLang="en-US" sz="1100" b="1" kern="0" dirty="0">
                <a:solidFill>
                  <a:prstClr val="black"/>
                </a:solidFill>
              </a:rPr>
              <a:t>Learning Objective P1: </a:t>
            </a:r>
            <a:r>
              <a:rPr lang="en-US" altLang="en-US" sz="1100" kern="0" dirty="0">
                <a:solidFill>
                  <a:prstClr val="black"/>
                </a:solidFill>
              </a:rPr>
              <a:t>Analyze business transactions using the accounting equation.</a:t>
            </a:r>
            <a:endParaRPr lang="en-US" sz="1100" kern="0" dirty="0">
              <a:solidFill>
                <a:prstClr val="black"/>
              </a:solidFill>
            </a:endParaRPr>
          </a:p>
        </p:txBody>
      </p:sp>
      <p:sp>
        <p:nvSpPr>
          <p:cNvPr id="4" name="Slide Number Placeholder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7A12E07D-6177-4BA4-8EF4-EE0B0B1559AA}" type="slidenum">
              <a:rPr kumimoji="0" lang="en-US" sz="1200" b="0" i="0" u="none" strike="noStrike" kern="1200" cap="none" spc="0" normalizeH="0" baseline="0" noProof="0" smtClean="0">
                <a:ln>
                  <a:noFill/>
                </a:ln>
                <a:solidFill>
                  <a:prstClr val="black"/>
                </a:solidFill>
                <a:effectLst/>
                <a:uLnTx/>
                <a:uFillTx/>
                <a:latin typeface="Arial" charset="0"/>
                <a:ea typeface="+mn-ea"/>
                <a:cs typeface="Arial" charset="0"/>
              </a:rPr>
              <a:pPr marL="0" marR="0" lvl="0" indent="0" algn="r" defTabSz="914400" rtl="0" eaLnBrk="1" fontAlgn="base" latinLnBrk="0" hangingPunct="1">
                <a:lnSpc>
                  <a:spcPct val="100000"/>
                </a:lnSpc>
                <a:spcBef>
                  <a:spcPct val="0"/>
                </a:spcBef>
                <a:spcAft>
                  <a:spcPct val="0"/>
                </a:spcAft>
                <a:buClrTx/>
                <a:buSzTx/>
                <a:buFontTx/>
                <a:buNone/>
                <a:tabLst/>
                <a:defRPr/>
              </a:pPr>
              <a:t>17</a:t>
            </a:fld>
            <a:endParaRPr kumimoji="0" lang="en-US" sz="1200" b="0" i="0" u="none" strike="noStrike" kern="1200" cap="none" spc="0" normalizeH="0" baseline="0" noProof="0" dirty="0">
              <a:ln>
                <a:noFill/>
              </a:ln>
              <a:solidFill>
                <a:prstClr val="black"/>
              </a:solidFill>
              <a:effectLst/>
              <a:uLnTx/>
              <a:uFillTx/>
              <a:latin typeface="Arial" charset="0"/>
              <a:ea typeface="+mn-ea"/>
              <a:cs typeface="Arial" charset="0"/>
            </a:endParaRPr>
          </a:p>
        </p:txBody>
      </p:sp>
    </p:spTree>
    <p:extLst>
      <p:ext uri="{BB962C8B-B14F-4D97-AF65-F5344CB8AC3E}">
        <p14:creationId xmlns:p14="http://schemas.microsoft.com/office/powerpoint/2010/main" val="319732851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62044"/>
            <a:ext cx="8229600" cy="1266756"/>
          </a:xfrm>
        </p:spPr>
        <p:txBody>
          <a:bodyPr>
            <a:normAutofit fontScale="90000"/>
          </a:bodyPr>
          <a:lstStyle/>
          <a:p>
            <a:r>
              <a:rPr lang="en-US" sz="4000" b="1" dirty="0">
                <a:solidFill>
                  <a:srgbClr val="0000CC"/>
                </a:solidFill>
              </a:rPr>
              <a:t>Transaction 2: Purchase Supplies for Cash</a:t>
            </a:r>
            <a:endParaRPr lang="en-IN" sz="4000" dirty="0">
              <a:solidFill>
                <a:srgbClr val="0000CC"/>
              </a:solidFill>
            </a:endParaRPr>
          </a:p>
        </p:txBody>
      </p:sp>
      <p:sp>
        <p:nvSpPr>
          <p:cNvPr id="3" name="Content Placeholder 2"/>
          <p:cNvSpPr>
            <a:spLocks noGrp="1"/>
          </p:cNvSpPr>
          <p:nvPr>
            <p:ph idx="1"/>
          </p:nvPr>
        </p:nvSpPr>
        <p:spPr>
          <a:xfrm>
            <a:off x="457200" y="2133600"/>
            <a:ext cx="8229600" cy="990600"/>
          </a:xfrm>
        </p:spPr>
        <p:txBody>
          <a:bodyPr/>
          <a:lstStyle/>
          <a:p>
            <a:pPr marL="0" indent="0">
              <a:lnSpc>
                <a:spcPct val="90000"/>
              </a:lnSpc>
              <a:buClr>
                <a:srgbClr val="4F81BD"/>
              </a:buClr>
              <a:buSzPct val="70000"/>
              <a:buNone/>
              <a:defRPr/>
            </a:pPr>
            <a:r>
              <a:rPr lang="en-US" b="1" dirty="0">
                <a:solidFill>
                  <a:prstClr val="black"/>
                </a:solidFill>
              </a:rPr>
              <a:t>Company purchased supplies by paying $2,500 cash.</a:t>
            </a:r>
            <a:endParaRPr lang="en-US" b="1" dirty="0">
              <a:solidFill>
                <a:srgbClr val="9900CC"/>
              </a:solidFill>
            </a:endParaRPr>
          </a:p>
        </p:txBody>
      </p:sp>
      <p:sp>
        <p:nvSpPr>
          <p:cNvPr id="5" name="Content Placeholder 4"/>
          <p:cNvSpPr>
            <a:spLocks noGrp="1"/>
          </p:cNvSpPr>
          <p:nvPr>
            <p:ph idx="13"/>
          </p:nvPr>
        </p:nvSpPr>
        <p:spPr>
          <a:xfrm>
            <a:off x="457200" y="3276601"/>
            <a:ext cx="8458200" cy="1828799"/>
          </a:xfrm>
        </p:spPr>
        <p:txBody>
          <a:bodyPr/>
          <a:lstStyle/>
          <a:p>
            <a:pPr>
              <a:buFont typeface="Wingdings" panose="05000000000000000000" pitchFamily="2" charset="2"/>
              <a:buNone/>
            </a:pPr>
            <a:r>
              <a:rPr lang="en-US" b="1" dirty="0">
                <a:solidFill>
                  <a:srgbClr val="800080"/>
                </a:solidFill>
              </a:rPr>
              <a:t>The accounts involved are:</a:t>
            </a:r>
          </a:p>
          <a:p>
            <a:pPr>
              <a:buFont typeface="Wingdings" panose="05000000000000000000" pitchFamily="2" charset="2"/>
              <a:buNone/>
            </a:pPr>
            <a:r>
              <a:rPr lang="en-US" b="1" dirty="0"/>
              <a:t>(1) Cash</a:t>
            </a:r>
            <a:r>
              <a:rPr lang="en-US" b="1" dirty="0">
                <a:solidFill>
                  <a:schemeClr val="hlink"/>
                </a:solidFill>
              </a:rPr>
              <a:t> </a:t>
            </a:r>
            <a:r>
              <a:rPr lang="en-US" b="1" dirty="0">
                <a:solidFill>
                  <a:srgbClr val="800080"/>
                </a:solidFill>
              </a:rPr>
              <a:t>(asset) </a:t>
            </a:r>
            <a:r>
              <a:rPr lang="en-US" b="1" dirty="0">
                <a:solidFill>
                  <a:srgbClr val="34411B"/>
                </a:solidFill>
              </a:rPr>
              <a:t>↓</a:t>
            </a:r>
          </a:p>
          <a:p>
            <a:pPr>
              <a:buFont typeface="Wingdings" panose="05000000000000000000" pitchFamily="2" charset="2"/>
              <a:buNone/>
            </a:pPr>
            <a:r>
              <a:rPr lang="en-US" b="1" dirty="0"/>
              <a:t>(2) Supplies</a:t>
            </a:r>
            <a:r>
              <a:rPr lang="en-US" b="1" dirty="0">
                <a:solidFill>
                  <a:schemeClr val="hlink"/>
                </a:solidFill>
              </a:rPr>
              <a:t> </a:t>
            </a:r>
            <a:r>
              <a:rPr lang="en-US" b="1" dirty="0">
                <a:solidFill>
                  <a:srgbClr val="800080"/>
                </a:solidFill>
              </a:rPr>
              <a:t>(asset) </a:t>
            </a:r>
            <a:r>
              <a:rPr lang="en-US" b="1" dirty="0">
                <a:solidFill>
                  <a:srgbClr val="34411B"/>
                </a:solidFill>
              </a:rPr>
              <a:t>↑</a:t>
            </a:r>
          </a:p>
        </p:txBody>
      </p:sp>
      <p:sp>
        <p:nvSpPr>
          <p:cNvPr id="6" name="Content Placeholder 5"/>
          <p:cNvSpPr>
            <a:spLocks noGrp="1"/>
          </p:cNvSpPr>
          <p:nvPr>
            <p:ph idx="14"/>
          </p:nvPr>
        </p:nvSpPr>
        <p:spPr>
          <a:xfrm>
            <a:off x="457200" y="6531218"/>
            <a:ext cx="5181600" cy="281755"/>
          </a:xfrm>
        </p:spPr>
        <p:txBody>
          <a:bodyPr/>
          <a:lstStyle/>
          <a:p>
            <a:pPr marL="0" indent="0">
              <a:buNone/>
            </a:pPr>
            <a:r>
              <a:rPr lang="en-US" altLang="en-US" sz="1100" b="1" kern="0" dirty="0">
                <a:solidFill>
                  <a:prstClr val="black"/>
                </a:solidFill>
              </a:rPr>
              <a:t>Learning Objective P1: </a:t>
            </a:r>
            <a:r>
              <a:rPr lang="en-US" altLang="en-US" sz="1100" kern="0" dirty="0">
                <a:solidFill>
                  <a:prstClr val="black"/>
                </a:solidFill>
              </a:rPr>
              <a:t>Analyze business transactions using the accounting equation.</a:t>
            </a:r>
            <a:endParaRPr lang="en-US" sz="1100" kern="0" dirty="0">
              <a:solidFill>
                <a:prstClr val="black"/>
              </a:solidFill>
            </a:endParaRPr>
          </a:p>
        </p:txBody>
      </p:sp>
      <p:sp>
        <p:nvSpPr>
          <p:cNvPr id="4" name="Slide Number Placeholder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7A12E07D-6177-4BA4-8EF4-EE0B0B1559AA}" type="slidenum">
              <a:rPr kumimoji="0" lang="en-US" sz="1200" b="0" i="0" u="none" strike="noStrike" kern="1200" cap="none" spc="0" normalizeH="0" baseline="0" noProof="0" smtClean="0">
                <a:ln>
                  <a:noFill/>
                </a:ln>
                <a:solidFill>
                  <a:prstClr val="black"/>
                </a:solidFill>
                <a:effectLst/>
                <a:uLnTx/>
                <a:uFillTx/>
                <a:latin typeface="Arial" charset="0"/>
                <a:ea typeface="+mn-ea"/>
                <a:cs typeface="Arial" charset="0"/>
              </a:rPr>
              <a:pPr marL="0" marR="0" lvl="0" indent="0" algn="r" defTabSz="914400" rtl="0" eaLnBrk="1" fontAlgn="base" latinLnBrk="0" hangingPunct="1">
                <a:lnSpc>
                  <a:spcPct val="100000"/>
                </a:lnSpc>
                <a:spcBef>
                  <a:spcPct val="0"/>
                </a:spcBef>
                <a:spcAft>
                  <a:spcPct val="0"/>
                </a:spcAft>
                <a:buClrTx/>
                <a:buSzTx/>
                <a:buFontTx/>
                <a:buNone/>
                <a:tabLst/>
                <a:defRPr/>
              </a:pPr>
              <a:t>18</a:t>
            </a:fld>
            <a:endParaRPr kumimoji="0" lang="en-US" sz="1200" b="0" i="0" u="none" strike="noStrike" kern="1200" cap="none" spc="0" normalizeH="0" baseline="0" noProof="0" dirty="0">
              <a:ln>
                <a:noFill/>
              </a:ln>
              <a:solidFill>
                <a:prstClr val="black"/>
              </a:solidFill>
              <a:effectLst/>
              <a:uLnTx/>
              <a:uFillTx/>
              <a:latin typeface="Arial" charset="0"/>
              <a:ea typeface="+mn-ea"/>
              <a:cs typeface="Arial" charset="0"/>
            </a:endParaRPr>
          </a:p>
        </p:txBody>
      </p:sp>
    </p:spTree>
    <p:extLst>
      <p:ext uri="{BB962C8B-B14F-4D97-AF65-F5344CB8AC3E}">
        <p14:creationId xmlns:p14="http://schemas.microsoft.com/office/powerpoint/2010/main" val="237625841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p:cNvSpPr>
            <a:spLocks noGrp="1"/>
          </p:cNvSpPr>
          <p:nvPr>
            <p:ph type="title"/>
          </p:nvPr>
        </p:nvSpPr>
        <p:spPr/>
        <p:txBody>
          <a:bodyPr/>
          <a:lstStyle/>
          <a:p>
            <a:r>
              <a:rPr lang="en-US" b="1" dirty="0"/>
              <a:t>Accounting Equation 2</a:t>
            </a:r>
            <a:endParaRPr lang="en-IN" dirty="0"/>
          </a:p>
        </p:txBody>
      </p:sp>
      <p:sp>
        <p:nvSpPr>
          <p:cNvPr id="10" name="Content Placeholder 2"/>
          <p:cNvSpPr>
            <a:spLocks noGrp="1"/>
          </p:cNvSpPr>
          <p:nvPr>
            <p:ph idx="1"/>
          </p:nvPr>
        </p:nvSpPr>
        <p:spPr>
          <a:xfrm>
            <a:off x="457200" y="1600201"/>
            <a:ext cx="8229600" cy="941370"/>
          </a:xfrm>
        </p:spPr>
        <p:txBody>
          <a:bodyPr>
            <a:normAutofit lnSpcReduction="10000"/>
          </a:bodyPr>
          <a:lstStyle/>
          <a:p>
            <a:pPr marL="0" indent="0">
              <a:lnSpc>
                <a:spcPct val="90000"/>
              </a:lnSpc>
              <a:buClr>
                <a:srgbClr val="4F81BD"/>
              </a:buClr>
              <a:buSzPct val="70000"/>
              <a:buNone/>
              <a:defRPr/>
            </a:pPr>
            <a:r>
              <a:rPr lang="en-US" b="1" dirty="0">
                <a:solidFill>
                  <a:prstClr val="black"/>
                </a:solidFill>
              </a:rPr>
              <a:t>Company purchased supplies by paying $2,500 cash</a:t>
            </a:r>
            <a:r>
              <a:rPr lang="en-US" b="1" i="1" dirty="0">
                <a:solidFill>
                  <a:prstClr val="black"/>
                </a:solidFill>
              </a:rPr>
              <a:t>.</a:t>
            </a:r>
            <a:endParaRPr lang="en-US" b="1" i="1" dirty="0">
              <a:solidFill>
                <a:srgbClr val="9900CC"/>
              </a:solidFill>
            </a:endParaRPr>
          </a:p>
        </p:txBody>
      </p:sp>
      <p:pic>
        <p:nvPicPr>
          <p:cNvPr id="3" name="Picture 2" descr="Accounting equation for transaction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04640" y="2767224"/>
            <a:ext cx="6957922" cy="3256223"/>
          </a:xfrm>
          <a:prstGeom prst="rect">
            <a:avLst/>
          </a:prstGeom>
        </p:spPr>
      </p:pic>
      <p:sp>
        <p:nvSpPr>
          <p:cNvPr id="5" name="Content Placeholder 4"/>
          <p:cNvSpPr>
            <a:spLocks noGrp="1"/>
          </p:cNvSpPr>
          <p:nvPr>
            <p:ph idx="13"/>
          </p:nvPr>
        </p:nvSpPr>
        <p:spPr>
          <a:xfrm>
            <a:off x="3487117" y="6228318"/>
            <a:ext cx="2369892" cy="238291"/>
          </a:xfrm>
        </p:spPr>
        <p:txBody>
          <a:bodyPr/>
          <a:lstStyle/>
          <a:p>
            <a:pPr marL="0" lvl="0" indent="0" algn="ctr">
              <a:buNone/>
            </a:pPr>
            <a:r>
              <a:rPr lang="en-US" sz="900" dirty="0">
                <a:solidFill>
                  <a:prstClr val="black"/>
                </a:solidFill>
                <a:hlinkClick r:id="" action="ppaction://noaction"/>
              </a:rPr>
              <a:t>Access the text alternative for slide images</a:t>
            </a:r>
            <a:endParaRPr lang="en-US" sz="900" kern="0" dirty="0">
              <a:solidFill>
                <a:prstClr val="black"/>
              </a:solidFill>
            </a:endParaRPr>
          </a:p>
        </p:txBody>
      </p:sp>
      <p:sp>
        <p:nvSpPr>
          <p:cNvPr id="8" name="Content Placeholder 7"/>
          <p:cNvSpPr>
            <a:spLocks noGrp="1"/>
          </p:cNvSpPr>
          <p:nvPr>
            <p:ph sz="quarter" idx="14"/>
          </p:nvPr>
        </p:nvSpPr>
        <p:spPr>
          <a:xfrm>
            <a:off x="457200" y="6532418"/>
            <a:ext cx="6019800" cy="248083"/>
          </a:xfrm>
        </p:spPr>
        <p:txBody>
          <a:bodyPr>
            <a:normAutofit lnSpcReduction="10000"/>
          </a:bodyPr>
          <a:lstStyle/>
          <a:p>
            <a:pPr lvl="0"/>
            <a:r>
              <a:rPr lang="en-US" altLang="en-US" sz="1100" b="1" kern="0" dirty="0">
                <a:solidFill>
                  <a:prstClr val="black"/>
                </a:solidFill>
              </a:rPr>
              <a:t>Learning Objective P1: </a:t>
            </a:r>
            <a:r>
              <a:rPr lang="en-US" altLang="en-US" sz="1100" kern="0" dirty="0">
                <a:solidFill>
                  <a:prstClr val="black"/>
                </a:solidFill>
              </a:rPr>
              <a:t>Analyze business transactions using the accounting equation.</a:t>
            </a:r>
            <a:endParaRPr lang="en-US" sz="1100" kern="0" dirty="0">
              <a:solidFill>
                <a:prstClr val="black"/>
              </a:solidFill>
            </a:endParaRPr>
          </a:p>
        </p:txBody>
      </p:sp>
      <p:sp>
        <p:nvSpPr>
          <p:cNvPr id="4" name="Slide Number Placeholder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7A12E07D-6177-4BA4-8EF4-EE0B0B1559AA}" type="slidenum">
              <a:rPr kumimoji="0" lang="en-US" sz="1200" b="0" i="0" u="none" strike="noStrike" kern="1200" cap="none" spc="0" normalizeH="0" baseline="0" noProof="0" smtClean="0">
                <a:ln>
                  <a:noFill/>
                </a:ln>
                <a:solidFill>
                  <a:prstClr val="black"/>
                </a:solidFill>
                <a:effectLst/>
                <a:uLnTx/>
                <a:uFillTx/>
                <a:latin typeface="Arial" charset="0"/>
                <a:ea typeface="+mn-ea"/>
                <a:cs typeface="Arial" charset="0"/>
              </a:rPr>
              <a:pPr marL="0" marR="0" lvl="0" indent="0" algn="r" defTabSz="914400" rtl="0" eaLnBrk="1" fontAlgn="base" latinLnBrk="0" hangingPunct="1">
                <a:lnSpc>
                  <a:spcPct val="100000"/>
                </a:lnSpc>
                <a:spcBef>
                  <a:spcPct val="0"/>
                </a:spcBef>
                <a:spcAft>
                  <a:spcPct val="0"/>
                </a:spcAft>
                <a:buClrTx/>
                <a:buSzTx/>
                <a:buFontTx/>
                <a:buNone/>
                <a:tabLst/>
                <a:defRPr/>
              </a:pPr>
              <a:t>19</a:t>
            </a:fld>
            <a:endParaRPr kumimoji="0" lang="en-US" sz="1200" b="0" i="0" u="none" strike="noStrike" kern="1200" cap="none" spc="0" normalizeH="0" baseline="0" noProof="0" dirty="0">
              <a:ln>
                <a:noFill/>
              </a:ln>
              <a:solidFill>
                <a:prstClr val="black"/>
              </a:solidFill>
              <a:effectLst/>
              <a:uLnTx/>
              <a:uFillTx/>
              <a:latin typeface="Arial" charset="0"/>
              <a:ea typeface="+mn-ea"/>
              <a:cs typeface="Arial" charset="0"/>
            </a:endParaRPr>
          </a:p>
        </p:txBody>
      </p:sp>
    </p:spTree>
    <p:extLst>
      <p:ext uri="{BB962C8B-B14F-4D97-AF65-F5344CB8AC3E}">
        <p14:creationId xmlns:p14="http://schemas.microsoft.com/office/powerpoint/2010/main" val="234926910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62044"/>
            <a:ext cx="8229600" cy="1266756"/>
          </a:xfrm>
        </p:spPr>
        <p:txBody>
          <a:bodyPr>
            <a:normAutofit fontScale="90000"/>
          </a:bodyPr>
          <a:lstStyle/>
          <a:p>
            <a:pPr algn="l"/>
            <a:r>
              <a:rPr lang="en-US" sz="4000" b="1" dirty="0">
                <a:solidFill>
                  <a:srgbClr val="0000CC"/>
                </a:solidFill>
              </a:rPr>
              <a:t>Transaction 3: Purchase Equipment for Cash</a:t>
            </a:r>
            <a:endParaRPr lang="en-IN" sz="4000" dirty="0">
              <a:solidFill>
                <a:srgbClr val="0000CC"/>
              </a:solidFill>
            </a:endParaRPr>
          </a:p>
        </p:txBody>
      </p:sp>
      <p:sp>
        <p:nvSpPr>
          <p:cNvPr id="3" name="Content Placeholder 2"/>
          <p:cNvSpPr>
            <a:spLocks noGrp="1"/>
          </p:cNvSpPr>
          <p:nvPr>
            <p:ph idx="1"/>
          </p:nvPr>
        </p:nvSpPr>
        <p:spPr>
          <a:xfrm>
            <a:off x="457200" y="2133600"/>
            <a:ext cx="8229600" cy="501232"/>
          </a:xfrm>
        </p:spPr>
        <p:txBody>
          <a:bodyPr>
            <a:normAutofit lnSpcReduction="10000"/>
          </a:bodyPr>
          <a:lstStyle/>
          <a:p>
            <a:pPr marL="0" indent="0">
              <a:lnSpc>
                <a:spcPct val="90000"/>
              </a:lnSpc>
              <a:buClr>
                <a:srgbClr val="4F81BD"/>
              </a:buClr>
              <a:buSzPct val="70000"/>
              <a:buNone/>
              <a:defRPr/>
            </a:pPr>
            <a:r>
              <a:rPr lang="en-US" b="1" dirty="0">
                <a:solidFill>
                  <a:prstClr val="black"/>
                </a:solidFill>
              </a:rPr>
              <a:t>Purchased equipment for $26,000 cash.</a:t>
            </a:r>
            <a:endParaRPr lang="en-US" b="1" dirty="0">
              <a:solidFill>
                <a:srgbClr val="9900CC"/>
              </a:solidFill>
            </a:endParaRPr>
          </a:p>
        </p:txBody>
      </p:sp>
      <p:sp>
        <p:nvSpPr>
          <p:cNvPr id="5" name="Content Placeholder 4"/>
          <p:cNvSpPr>
            <a:spLocks noGrp="1"/>
          </p:cNvSpPr>
          <p:nvPr>
            <p:ph idx="13"/>
          </p:nvPr>
        </p:nvSpPr>
        <p:spPr>
          <a:xfrm>
            <a:off x="457200" y="2895601"/>
            <a:ext cx="8458200" cy="1904999"/>
          </a:xfrm>
        </p:spPr>
        <p:txBody>
          <a:bodyPr/>
          <a:lstStyle/>
          <a:p>
            <a:pPr>
              <a:buFont typeface="Wingdings" panose="05000000000000000000" pitchFamily="2" charset="2"/>
              <a:buNone/>
            </a:pPr>
            <a:r>
              <a:rPr lang="en-US" b="1" dirty="0">
                <a:solidFill>
                  <a:srgbClr val="800080"/>
                </a:solidFill>
              </a:rPr>
              <a:t>The accounts involved are:</a:t>
            </a:r>
          </a:p>
          <a:p>
            <a:pPr>
              <a:buFont typeface="Wingdings" panose="05000000000000000000" pitchFamily="2" charset="2"/>
              <a:buNone/>
            </a:pPr>
            <a:r>
              <a:rPr lang="en-US" b="1" dirty="0"/>
              <a:t>(1) Cash</a:t>
            </a:r>
            <a:r>
              <a:rPr lang="en-US" b="1" dirty="0">
                <a:solidFill>
                  <a:schemeClr val="hlink"/>
                </a:solidFill>
              </a:rPr>
              <a:t> </a:t>
            </a:r>
            <a:r>
              <a:rPr lang="en-US" b="1" dirty="0">
                <a:solidFill>
                  <a:srgbClr val="800080"/>
                </a:solidFill>
              </a:rPr>
              <a:t>(asset)</a:t>
            </a:r>
            <a:r>
              <a:rPr lang="en-US" b="1" dirty="0">
                <a:solidFill>
                  <a:srgbClr val="9A2F6F"/>
                </a:solidFill>
              </a:rPr>
              <a:t> </a:t>
            </a:r>
            <a:r>
              <a:rPr lang="en-US" b="1" dirty="0">
                <a:solidFill>
                  <a:srgbClr val="34411B"/>
                </a:solidFill>
              </a:rPr>
              <a:t>↓</a:t>
            </a:r>
            <a:endParaRPr lang="en-US" b="1" dirty="0">
              <a:solidFill>
                <a:schemeClr val="hlink"/>
              </a:solidFill>
            </a:endParaRPr>
          </a:p>
          <a:p>
            <a:pPr>
              <a:buFont typeface="Wingdings" panose="05000000000000000000" pitchFamily="2" charset="2"/>
              <a:buNone/>
            </a:pPr>
            <a:r>
              <a:rPr lang="en-US" b="1" dirty="0"/>
              <a:t>(2) Equipment</a:t>
            </a:r>
            <a:r>
              <a:rPr lang="en-US" b="1" dirty="0">
                <a:solidFill>
                  <a:schemeClr val="hlink"/>
                </a:solidFill>
              </a:rPr>
              <a:t> </a:t>
            </a:r>
            <a:r>
              <a:rPr lang="en-US" b="1" dirty="0">
                <a:solidFill>
                  <a:srgbClr val="800080"/>
                </a:solidFill>
              </a:rPr>
              <a:t>(asset) </a:t>
            </a:r>
            <a:r>
              <a:rPr lang="en-US" b="1" dirty="0">
                <a:solidFill>
                  <a:srgbClr val="34411B"/>
                </a:solidFill>
              </a:rPr>
              <a:t>↑</a:t>
            </a:r>
            <a:endParaRPr lang="en-US" b="1" dirty="0">
              <a:solidFill>
                <a:schemeClr val="hlink"/>
              </a:solidFill>
            </a:endParaRPr>
          </a:p>
        </p:txBody>
      </p:sp>
      <p:sp>
        <p:nvSpPr>
          <p:cNvPr id="6" name="Content Placeholder 5"/>
          <p:cNvSpPr>
            <a:spLocks noGrp="1"/>
          </p:cNvSpPr>
          <p:nvPr>
            <p:ph idx="14"/>
          </p:nvPr>
        </p:nvSpPr>
        <p:spPr>
          <a:xfrm>
            <a:off x="457200" y="6531218"/>
            <a:ext cx="5181600" cy="281755"/>
          </a:xfrm>
        </p:spPr>
        <p:txBody>
          <a:bodyPr/>
          <a:lstStyle/>
          <a:p>
            <a:pPr marL="0" indent="0">
              <a:buNone/>
            </a:pPr>
            <a:r>
              <a:rPr lang="en-US" altLang="en-US" sz="1100" b="1" kern="0" dirty="0">
                <a:solidFill>
                  <a:prstClr val="black"/>
                </a:solidFill>
              </a:rPr>
              <a:t>Learning Objective P1: </a:t>
            </a:r>
            <a:r>
              <a:rPr lang="en-US" altLang="en-US" sz="1100" kern="0" dirty="0">
                <a:solidFill>
                  <a:prstClr val="black"/>
                </a:solidFill>
              </a:rPr>
              <a:t>Analyze business transactions using the accounting equation.</a:t>
            </a:r>
            <a:endParaRPr lang="en-US" sz="1100" kern="0" dirty="0">
              <a:solidFill>
                <a:prstClr val="black"/>
              </a:solidFill>
            </a:endParaRPr>
          </a:p>
        </p:txBody>
      </p:sp>
      <p:sp>
        <p:nvSpPr>
          <p:cNvPr id="4" name="Slide Number Placeholder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7A12E07D-6177-4BA4-8EF4-EE0B0B1559AA}" type="slidenum">
              <a:rPr kumimoji="0" lang="en-US" sz="1200" b="0" i="0" u="none" strike="noStrike" kern="1200" cap="none" spc="0" normalizeH="0" baseline="0" noProof="0" smtClean="0">
                <a:ln>
                  <a:noFill/>
                </a:ln>
                <a:solidFill>
                  <a:prstClr val="black"/>
                </a:solidFill>
                <a:effectLst/>
                <a:uLnTx/>
                <a:uFillTx/>
                <a:latin typeface="Arial" charset="0"/>
                <a:ea typeface="+mn-ea"/>
                <a:cs typeface="Arial" charset="0"/>
              </a:rPr>
              <a:pPr marL="0" marR="0" lvl="0" indent="0" algn="r" defTabSz="914400" rtl="0" eaLnBrk="1" fontAlgn="base" latinLnBrk="0" hangingPunct="1">
                <a:lnSpc>
                  <a:spcPct val="100000"/>
                </a:lnSpc>
                <a:spcBef>
                  <a:spcPct val="0"/>
                </a:spcBef>
                <a:spcAft>
                  <a:spcPct val="0"/>
                </a:spcAft>
                <a:buClrTx/>
                <a:buSzTx/>
                <a:buFontTx/>
                <a:buNone/>
                <a:tabLst/>
                <a:defRPr/>
              </a:pPr>
              <a:t>20</a:t>
            </a:fld>
            <a:endParaRPr kumimoji="0" lang="en-US" sz="1200" b="0" i="0" u="none" strike="noStrike" kern="1200" cap="none" spc="0" normalizeH="0" baseline="0" noProof="0" dirty="0">
              <a:ln>
                <a:noFill/>
              </a:ln>
              <a:solidFill>
                <a:prstClr val="black"/>
              </a:solidFill>
              <a:effectLst/>
              <a:uLnTx/>
              <a:uFillTx/>
              <a:latin typeface="Arial" charset="0"/>
              <a:ea typeface="+mn-ea"/>
              <a:cs typeface="Arial" charset="0"/>
            </a:endParaRPr>
          </a:p>
        </p:txBody>
      </p:sp>
    </p:spTree>
    <p:extLst>
      <p:ext uri="{BB962C8B-B14F-4D97-AF65-F5344CB8AC3E}">
        <p14:creationId xmlns:p14="http://schemas.microsoft.com/office/powerpoint/2010/main" val="86118993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p:cNvSpPr>
            <a:spLocks noGrp="1"/>
          </p:cNvSpPr>
          <p:nvPr>
            <p:ph type="title"/>
          </p:nvPr>
        </p:nvSpPr>
        <p:spPr/>
        <p:txBody>
          <a:bodyPr/>
          <a:lstStyle/>
          <a:p>
            <a:r>
              <a:rPr lang="en-US" b="1" dirty="0"/>
              <a:t>Accounting Equation 3</a:t>
            </a:r>
            <a:endParaRPr lang="en-IN" dirty="0"/>
          </a:p>
        </p:txBody>
      </p:sp>
      <p:sp>
        <p:nvSpPr>
          <p:cNvPr id="10" name="Content Placeholder 2"/>
          <p:cNvSpPr>
            <a:spLocks noGrp="1"/>
          </p:cNvSpPr>
          <p:nvPr>
            <p:ph idx="1"/>
          </p:nvPr>
        </p:nvSpPr>
        <p:spPr>
          <a:xfrm>
            <a:off x="457200" y="1600201"/>
            <a:ext cx="8229600" cy="520098"/>
          </a:xfrm>
        </p:spPr>
        <p:txBody>
          <a:bodyPr>
            <a:normAutofit lnSpcReduction="10000"/>
          </a:bodyPr>
          <a:lstStyle/>
          <a:p>
            <a:pPr marL="0" indent="0">
              <a:lnSpc>
                <a:spcPct val="90000"/>
              </a:lnSpc>
              <a:buClr>
                <a:srgbClr val="4F81BD"/>
              </a:buClr>
              <a:buSzPct val="70000"/>
              <a:buNone/>
              <a:defRPr/>
            </a:pPr>
            <a:r>
              <a:rPr lang="en-US" b="1" dirty="0">
                <a:solidFill>
                  <a:prstClr val="black"/>
                </a:solidFill>
              </a:rPr>
              <a:t>Purchased equipment for $26,000 cash</a:t>
            </a:r>
            <a:r>
              <a:rPr lang="en-US" b="1" i="1" dirty="0">
                <a:solidFill>
                  <a:prstClr val="black"/>
                </a:solidFill>
              </a:rPr>
              <a:t>.</a:t>
            </a:r>
            <a:endParaRPr lang="en-US" b="1" i="1" dirty="0">
              <a:solidFill>
                <a:srgbClr val="9900CC"/>
              </a:solidFill>
            </a:endParaRPr>
          </a:p>
        </p:txBody>
      </p:sp>
      <p:pic>
        <p:nvPicPr>
          <p:cNvPr id="2" name="Picture 1" descr="Accounting equation for transaction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5427" y="2375018"/>
            <a:ext cx="7652773" cy="3513164"/>
          </a:xfrm>
          <a:prstGeom prst="rect">
            <a:avLst/>
          </a:prstGeom>
        </p:spPr>
      </p:pic>
      <p:sp>
        <p:nvSpPr>
          <p:cNvPr id="6" name="Content Placeholder 5"/>
          <p:cNvSpPr>
            <a:spLocks noGrp="1"/>
          </p:cNvSpPr>
          <p:nvPr>
            <p:ph sz="quarter" idx="14"/>
          </p:nvPr>
        </p:nvSpPr>
        <p:spPr>
          <a:xfrm>
            <a:off x="3925875" y="6192982"/>
            <a:ext cx="2267107" cy="244795"/>
          </a:xfrm>
        </p:spPr>
        <p:txBody>
          <a:bodyPr/>
          <a:lstStyle/>
          <a:p>
            <a:pPr lvl="0" algn="ctr"/>
            <a:r>
              <a:rPr lang="en-US" sz="900" dirty="0">
                <a:solidFill>
                  <a:prstClr val="black"/>
                </a:solidFill>
                <a:hlinkClick r:id="" action="ppaction://noaction"/>
              </a:rPr>
              <a:t>Access the text alternative for slide images</a:t>
            </a:r>
            <a:endParaRPr lang="en-US" sz="900" kern="0" dirty="0">
              <a:solidFill>
                <a:prstClr val="black"/>
              </a:solidFill>
            </a:endParaRPr>
          </a:p>
        </p:txBody>
      </p:sp>
      <p:sp>
        <p:nvSpPr>
          <p:cNvPr id="5" name="Content Placeholder 4"/>
          <p:cNvSpPr>
            <a:spLocks noGrp="1"/>
          </p:cNvSpPr>
          <p:nvPr>
            <p:ph idx="13"/>
          </p:nvPr>
        </p:nvSpPr>
        <p:spPr>
          <a:xfrm>
            <a:off x="457200" y="6529900"/>
            <a:ext cx="5562600" cy="251900"/>
          </a:xfrm>
        </p:spPr>
        <p:txBody>
          <a:bodyPr>
            <a:normAutofit lnSpcReduction="10000"/>
          </a:bodyPr>
          <a:lstStyle/>
          <a:p>
            <a:pPr marL="0" lvl="0" indent="0">
              <a:buNone/>
            </a:pPr>
            <a:r>
              <a:rPr lang="en-US" altLang="en-US" sz="1100" b="1" kern="0" dirty="0">
                <a:solidFill>
                  <a:prstClr val="black"/>
                </a:solidFill>
              </a:rPr>
              <a:t>Learning Objective P1: </a:t>
            </a:r>
            <a:r>
              <a:rPr lang="en-US" altLang="en-US" sz="1100" kern="0" dirty="0">
                <a:solidFill>
                  <a:prstClr val="black"/>
                </a:solidFill>
              </a:rPr>
              <a:t>Analyze business transactions using the accounting equation.</a:t>
            </a:r>
            <a:endParaRPr lang="en-US" sz="1100" kern="0" dirty="0">
              <a:solidFill>
                <a:prstClr val="black"/>
              </a:solidFill>
            </a:endParaRPr>
          </a:p>
        </p:txBody>
      </p:sp>
      <p:sp>
        <p:nvSpPr>
          <p:cNvPr id="4" name="Slide Number Placeholder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7A12E07D-6177-4BA4-8EF4-EE0B0B1559AA}" type="slidenum">
              <a:rPr kumimoji="0" lang="en-US" sz="1200" b="0" i="0" u="none" strike="noStrike" kern="1200" cap="none" spc="0" normalizeH="0" baseline="0" noProof="0" smtClean="0">
                <a:ln>
                  <a:noFill/>
                </a:ln>
                <a:solidFill>
                  <a:prstClr val="black"/>
                </a:solidFill>
                <a:effectLst/>
                <a:uLnTx/>
                <a:uFillTx/>
                <a:latin typeface="Arial" charset="0"/>
                <a:ea typeface="+mn-ea"/>
                <a:cs typeface="Arial" charset="0"/>
              </a:rPr>
              <a:pPr marL="0" marR="0" lvl="0" indent="0" algn="r" defTabSz="914400" rtl="0" eaLnBrk="1" fontAlgn="base" latinLnBrk="0" hangingPunct="1">
                <a:lnSpc>
                  <a:spcPct val="100000"/>
                </a:lnSpc>
                <a:spcBef>
                  <a:spcPct val="0"/>
                </a:spcBef>
                <a:spcAft>
                  <a:spcPct val="0"/>
                </a:spcAft>
                <a:buClrTx/>
                <a:buSzTx/>
                <a:buFontTx/>
                <a:buNone/>
                <a:tabLst/>
                <a:defRPr/>
              </a:pPr>
              <a:t>21</a:t>
            </a:fld>
            <a:endParaRPr kumimoji="0" lang="en-US" sz="1200" b="0" i="0" u="none" strike="noStrike" kern="1200" cap="none" spc="0" normalizeH="0" baseline="0" noProof="0" dirty="0">
              <a:ln>
                <a:noFill/>
              </a:ln>
              <a:solidFill>
                <a:prstClr val="black"/>
              </a:solidFill>
              <a:effectLst/>
              <a:uLnTx/>
              <a:uFillTx/>
              <a:latin typeface="Arial" charset="0"/>
              <a:ea typeface="+mn-ea"/>
              <a:cs typeface="Arial" charset="0"/>
            </a:endParaRPr>
          </a:p>
        </p:txBody>
      </p:sp>
    </p:spTree>
    <p:extLst>
      <p:ext uri="{BB962C8B-B14F-4D97-AF65-F5344CB8AC3E}">
        <p14:creationId xmlns:p14="http://schemas.microsoft.com/office/powerpoint/2010/main" val="144473891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43424"/>
            <a:ext cx="8229600" cy="1266756"/>
          </a:xfrm>
        </p:spPr>
        <p:txBody>
          <a:bodyPr>
            <a:normAutofit fontScale="90000"/>
          </a:bodyPr>
          <a:lstStyle/>
          <a:p>
            <a:r>
              <a:rPr lang="en-US" sz="4000" b="1" dirty="0">
                <a:solidFill>
                  <a:srgbClr val="0000CC"/>
                </a:solidFill>
              </a:rPr>
              <a:t>Transaction 4: Purchase Supplies on Credit</a:t>
            </a:r>
            <a:endParaRPr lang="en-IN" sz="4000" dirty="0">
              <a:solidFill>
                <a:srgbClr val="0000CC"/>
              </a:solidFill>
            </a:endParaRPr>
          </a:p>
        </p:txBody>
      </p:sp>
      <p:sp>
        <p:nvSpPr>
          <p:cNvPr id="3" name="Content Placeholder 2"/>
          <p:cNvSpPr>
            <a:spLocks noGrp="1"/>
          </p:cNvSpPr>
          <p:nvPr>
            <p:ph idx="1"/>
          </p:nvPr>
        </p:nvSpPr>
        <p:spPr>
          <a:xfrm>
            <a:off x="457200" y="2133600"/>
            <a:ext cx="8229600" cy="546530"/>
          </a:xfrm>
        </p:spPr>
        <p:txBody>
          <a:bodyPr/>
          <a:lstStyle/>
          <a:p>
            <a:pPr marL="0" indent="0">
              <a:lnSpc>
                <a:spcPct val="90000"/>
              </a:lnSpc>
              <a:buClr>
                <a:srgbClr val="4F81BD"/>
              </a:buClr>
              <a:buSzPct val="70000"/>
              <a:buNone/>
              <a:defRPr/>
            </a:pPr>
            <a:r>
              <a:rPr lang="en-US" b="1" dirty="0">
                <a:solidFill>
                  <a:prstClr val="black"/>
                </a:solidFill>
              </a:rPr>
              <a:t>Purchased supplies of $7,100 on credit.</a:t>
            </a:r>
            <a:endParaRPr lang="en-US" b="1" dirty="0">
              <a:solidFill>
                <a:srgbClr val="9900CC"/>
              </a:solidFill>
            </a:endParaRPr>
          </a:p>
        </p:txBody>
      </p:sp>
      <p:sp>
        <p:nvSpPr>
          <p:cNvPr id="5" name="Content Placeholder 4"/>
          <p:cNvSpPr>
            <a:spLocks noGrp="1"/>
          </p:cNvSpPr>
          <p:nvPr>
            <p:ph idx="13"/>
          </p:nvPr>
        </p:nvSpPr>
        <p:spPr>
          <a:xfrm>
            <a:off x="457200" y="3003551"/>
            <a:ext cx="8458200" cy="2178049"/>
          </a:xfrm>
        </p:spPr>
        <p:txBody>
          <a:bodyPr/>
          <a:lstStyle/>
          <a:p>
            <a:pPr>
              <a:buFont typeface="Wingdings" panose="05000000000000000000" pitchFamily="2" charset="2"/>
              <a:buNone/>
            </a:pPr>
            <a:r>
              <a:rPr lang="en-US" b="1" dirty="0">
                <a:solidFill>
                  <a:srgbClr val="800080"/>
                </a:solidFill>
              </a:rPr>
              <a:t>The accounts involved are:</a:t>
            </a:r>
          </a:p>
          <a:p>
            <a:pPr>
              <a:buFont typeface="Wingdings" panose="05000000000000000000" pitchFamily="2" charset="2"/>
              <a:buNone/>
            </a:pPr>
            <a:r>
              <a:rPr lang="en-US" b="1" dirty="0"/>
              <a:t>(1) Supplies</a:t>
            </a:r>
            <a:r>
              <a:rPr lang="en-US" b="1" dirty="0">
                <a:solidFill>
                  <a:schemeClr val="hlink"/>
                </a:solidFill>
              </a:rPr>
              <a:t> </a:t>
            </a:r>
            <a:r>
              <a:rPr lang="en-US" b="1" dirty="0">
                <a:solidFill>
                  <a:srgbClr val="800080"/>
                </a:solidFill>
              </a:rPr>
              <a:t>(asset)</a:t>
            </a:r>
            <a:r>
              <a:rPr lang="en-US" b="1" dirty="0">
                <a:solidFill>
                  <a:srgbClr val="9A2F6F"/>
                </a:solidFill>
              </a:rPr>
              <a:t> </a:t>
            </a:r>
            <a:r>
              <a:rPr lang="en-US" b="1" dirty="0">
                <a:solidFill>
                  <a:srgbClr val="34411B"/>
                </a:solidFill>
              </a:rPr>
              <a:t>↑</a:t>
            </a:r>
            <a:endParaRPr lang="en-US" b="1" dirty="0">
              <a:solidFill>
                <a:srgbClr val="9A2F6F"/>
              </a:solidFill>
            </a:endParaRPr>
          </a:p>
          <a:p>
            <a:pPr>
              <a:buFont typeface="Wingdings" panose="05000000000000000000" pitchFamily="2" charset="2"/>
              <a:buNone/>
            </a:pPr>
            <a:r>
              <a:rPr lang="en-US" b="1" dirty="0"/>
              <a:t>(2) Accounts Payable</a:t>
            </a:r>
            <a:r>
              <a:rPr lang="en-US" b="1" dirty="0">
                <a:solidFill>
                  <a:schemeClr val="hlink"/>
                </a:solidFill>
              </a:rPr>
              <a:t> </a:t>
            </a:r>
            <a:r>
              <a:rPr lang="en-US" b="1" dirty="0">
                <a:solidFill>
                  <a:srgbClr val="800080"/>
                </a:solidFill>
              </a:rPr>
              <a:t>(liability) </a:t>
            </a:r>
            <a:r>
              <a:rPr lang="en-US" b="1" dirty="0">
                <a:solidFill>
                  <a:srgbClr val="34411B"/>
                </a:solidFill>
              </a:rPr>
              <a:t>↑</a:t>
            </a:r>
            <a:endParaRPr lang="en-US" b="1" dirty="0">
              <a:solidFill>
                <a:srgbClr val="9A2F6F"/>
              </a:solidFill>
            </a:endParaRPr>
          </a:p>
        </p:txBody>
      </p:sp>
      <p:sp>
        <p:nvSpPr>
          <p:cNvPr id="6" name="Content Placeholder 5"/>
          <p:cNvSpPr>
            <a:spLocks noGrp="1"/>
          </p:cNvSpPr>
          <p:nvPr>
            <p:ph idx="14"/>
          </p:nvPr>
        </p:nvSpPr>
        <p:spPr>
          <a:xfrm>
            <a:off x="457200" y="6531218"/>
            <a:ext cx="5181600" cy="281755"/>
          </a:xfrm>
        </p:spPr>
        <p:txBody>
          <a:bodyPr/>
          <a:lstStyle/>
          <a:p>
            <a:pPr marL="0" indent="0">
              <a:buNone/>
            </a:pPr>
            <a:r>
              <a:rPr lang="en-US" altLang="en-US" sz="1100" b="1" kern="0" dirty="0">
                <a:solidFill>
                  <a:prstClr val="black"/>
                </a:solidFill>
              </a:rPr>
              <a:t>Learning Objective P1: </a:t>
            </a:r>
            <a:r>
              <a:rPr lang="en-US" altLang="en-US" sz="1100" kern="0" dirty="0">
                <a:solidFill>
                  <a:prstClr val="black"/>
                </a:solidFill>
              </a:rPr>
              <a:t>Analyze business transactions using the accounting equation.</a:t>
            </a:r>
            <a:endParaRPr lang="en-US" sz="1100" kern="0" dirty="0">
              <a:solidFill>
                <a:prstClr val="black"/>
              </a:solidFill>
            </a:endParaRPr>
          </a:p>
        </p:txBody>
      </p:sp>
      <p:sp>
        <p:nvSpPr>
          <p:cNvPr id="4" name="Slide Number Placeholder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7A12E07D-6177-4BA4-8EF4-EE0B0B1559AA}" type="slidenum">
              <a:rPr kumimoji="0" lang="en-US" sz="1200" b="0" i="0" u="none" strike="noStrike" kern="1200" cap="none" spc="0" normalizeH="0" baseline="0" noProof="0" smtClean="0">
                <a:ln>
                  <a:noFill/>
                </a:ln>
                <a:solidFill>
                  <a:prstClr val="black"/>
                </a:solidFill>
                <a:effectLst/>
                <a:uLnTx/>
                <a:uFillTx/>
                <a:latin typeface="Arial" charset="0"/>
                <a:ea typeface="+mn-ea"/>
                <a:cs typeface="Arial" charset="0"/>
              </a:rPr>
              <a:pPr marL="0" marR="0" lvl="0" indent="0" algn="r" defTabSz="914400" rtl="0" eaLnBrk="1" fontAlgn="base" latinLnBrk="0" hangingPunct="1">
                <a:lnSpc>
                  <a:spcPct val="100000"/>
                </a:lnSpc>
                <a:spcBef>
                  <a:spcPct val="0"/>
                </a:spcBef>
                <a:spcAft>
                  <a:spcPct val="0"/>
                </a:spcAft>
                <a:buClrTx/>
                <a:buSzTx/>
                <a:buFontTx/>
                <a:buNone/>
                <a:tabLst/>
                <a:defRPr/>
              </a:pPr>
              <a:t>22</a:t>
            </a:fld>
            <a:endParaRPr kumimoji="0" lang="en-US" sz="1200" b="0" i="0" u="none" strike="noStrike" kern="1200" cap="none" spc="0" normalizeH="0" baseline="0" noProof="0" dirty="0">
              <a:ln>
                <a:noFill/>
              </a:ln>
              <a:solidFill>
                <a:prstClr val="black"/>
              </a:solidFill>
              <a:effectLst/>
              <a:uLnTx/>
              <a:uFillTx/>
              <a:latin typeface="Arial" charset="0"/>
              <a:ea typeface="+mn-ea"/>
              <a:cs typeface="Arial" charset="0"/>
            </a:endParaRPr>
          </a:p>
        </p:txBody>
      </p:sp>
    </p:spTree>
    <p:extLst>
      <p:ext uri="{BB962C8B-B14F-4D97-AF65-F5344CB8AC3E}">
        <p14:creationId xmlns:p14="http://schemas.microsoft.com/office/powerpoint/2010/main" val="229164010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p:cNvSpPr>
            <a:spLocks noGrp="1"/>
          </p:cNvSpPr>
          <p:nvPr>
            <p:ph type="title"/>
          </p:nvPr>
        </p:nvSpPr>
        <p:spPr/>
        <p:txBody>
          <a:bodyPr/>
          <a:lstStyle/>
          <a:p>
            <a:r>
              <a:rPr lang="en-US" b="1" dirty="0"/>
              <a:t>Accounting Equation 4</a:t>
            </a:r>
            <a:endParaRPr lang="en-IN" dirty="0"/>
          </a:p>
        </p:txBody>
      </p:sp>
      <p:sp>
        <p:nvSpPr>
          <p:cNvPr id="10" name="Content Placeholder 2"/>
          <p:cNvSpPr>
            <a:spLocks noGrp="1"/>
          </p:cNvSpPr>
          <p:nvPr>
            <p:ph idx="1"/>
          </p:nvPr>
        </p:nvSpPr>
        <p:spPr>
          <a:xfrm>
            <a:off x="457200" y="1600202"/>
            <a:ext cx="8229600" cy="470594"/>
          </a:xfrm>
        </p:spPr>
        <p:txBody>
          <a:bodyPr>
            <a:normAutofit fontScale="92500" lnSpcReduction="10000"/>
          </a:bodyPr>
          <a:lstStyle/>
          <a:p>
            <a:pPr marL="0" indent="0">
              <a:lnSpc>
                <a:spcPct val="90000"/>
              </a:lnSpc>
              <a:buClr>
                <a:srgbClr val="4F81BD"/>
              </a:buClr>
              <a:buSzPct val="70000"/>
              <a:buNone/>
              <a:defRPr/>
            </a:pPr>
            <a:r>
              <a:rPr lang="en-US" b="1" dirty="0">
                <a:solidFill>
                  <a:prstClr val="black"/>
                </a:solidFill>
              </a:rPr>
              <a:t>Purchased supplies of $7,100 on credit</a:t>
            </a:r>
            <a:r>
              <a:rPr lang="en-US" b="1" i="1" dirty="0">
                <a:solidFill>
                  <a:prstClr val="black"/>
                </a:solidFill>
              </a:rPr>
              <a:t>.</a:t>
            </a:r>
            <a:endParaRPr lang="en-US" b="1" i="1" dirty="0">
              <a:solidFill>
                <a:srgbClr val="9900CC"/>
              </a:solidFill>
            </a:endParaRPr>
          </a:p>
        </p:txBody>
      </p:sp>
      <p:pic>
        <p:nvPicPr>
          <p:cNvPr id="2" name="Picture 1" descr="Accounting equation for transaction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9957" y="2348860"/>
            <a:ext cx="7544086" cy="3525785"/>
          </a:xfrm>
          <a:prstGeom prst="rect">
            <a:avLst/>
          </a:prstGeom>
        </p:spPr>
      </p:pic>
      <p:sp>
        <p:nvSpPr>
          <p:cNvPr id="6" name="Content Placeholder 5"/>
          <p:cNvSpPr>
            <a:spLocks noGrp="1"/>
          </p:cNvSpPr>
          <p:nvPr>
            <p:ph sz="quarter" idx="14"/>
          </p:nvPr>
        </p:nvSpPr>
        <p:spPr>
          <a:xfrm>
            <a:off x="3406959" y="6226244"/>
            <a:ext cx="2330083" cy="226929"/>
          </a:xfrm>
        </p:spPr>
        <p:txBody>
          <a:bodyPr>
            <a:normAutofit lnSpcReduction="10000"/>
          </a:bodyPr>
          <a:lstStyle/>
          <a:p>
            <a:pPr lvl="0" algn="ctr"/>
            <a:r>
              <a:rPr lang="en-US" sz="900" dirty="0">
                <a:solidFill>
                  <a:prstClr val="black"/>
                </a:solidFill>
                <a:hlinkClick r:id="rId4" action="ppaction://hlinksldjump"/>
              </a:rPr>
              <a:t>Access the text alternative for slide images</a:t>
            </a:r>
            <a:endParaRPr lang="en-US" sz="900" kern="0" dirty="0">
              <a:solidFill>
                <a:prstClr val="black"/>
              </a:solidFill>
            </a:endParaRPr>
          </a:p>
        </p:txBody>
      </p:sp>
      <p:sp>
        <p:nvSpPr>
          <p:cNvPr id="5" name="Content Placeholder 4"/>
          <p:cNvSpPr>
            <a:spLocks noGrp="1"/>
          </p:cNvSpPr>
          <p:nvPr>
            <p:ph idx="13"/>
          </p:nvPr>
        </p:nvSpPr>
        <p:spPr>
          <a:xfrm>
            <a:off x="457200" y="6527696"/>
            <a:ext cx="5257800" cy="251900"/>
          </a:xfrm>
        </p:spPr>
        <p:txBody>
          <a:bodyPr>
            <a:normAutofit lnSpcReduction="10000"/>
          </a:bodyPr>
          <a:lstStyle/>
          <a:p>
            <a:pPr marL="0" lvl="0" indent="0">
              <a:buNone/>
            </a:pPr>
            <a:r>
              <a:rPr lang="en-US" altLang="en-US" sz="1100" b="1" kern="0" dirty="0">
                <a:solidFill>
                  <a:prstClr val="black"/>
                </a:solidFill>
              </a:rPr>
              <a:t>Learning Objective P1: </a:t>
            </a:r>
            <a:r>
              <a:rPr lang="en-US" altLang="en-US" sz="1100" kern="0" dirty="0">
                <a:solidFill>
                  <a:prstClr val="black"/>
                </a:solidFill>
              </a:rPr>
              <a:t>Analyze business transactions using the accounting equation.</a:t>
            </a:r>
            <a:endParaRPr lang="en-US" sz="1100" kern="0" dirty="0">
              <a:solidFill>
                <a:prstClr val="black"/>
              </a:solidFill>
            </a:endParaRPr>
          </a:p>
        </p:txBody>
      </p:sp>
      <p:sp>
        <p:nvSpPr>
          <p:cNvPr id="4" name="Slide Number Placeholder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7A12E07D-6177-4BA4-8EF4-EE0B0B1559AA}" type="slidenum">
              <a:rPr kumimoji="0" lang="en-US" sz="1200" b="0" i="0" u="none" strike="noStrike" kern="1200" cap="none" spc="0" normalizeH="0" baseline="0" noProof="0" smtClean="0">
                <a:ln>
                  <a:noFill/>
                </a:ln>
                <a:solidFill>
                  <a:prstClr val="black"/>
                </a:solidFill>
                <a:effectLst/>
                <a:uLnTx/>
                <a:uFillTx/>
                <a:latin typeface="Arial" charset="0"/>
                <a:ea typeface="+mn-ea"/>
                <a:cs typeface="Arial" charset="0"/>
              </a:rPr>
              <a:pPr marL="0" marR="0" lvl="0" indent="0" algn="r" defTabSz="914400" rtl="0" eaLnBrk="1" fontAlgn="base" latinLnBrk="0" hangingPunct="1">
                <a:lnSpc>
                  <a:spcPct val="100000"/>
                </a:lnSpc>
                <a:spcBef>
                  <a:spcPct val="0"/>
                </a:spcBef>
                <a:spcAft>
                  <a:spcPct val="0"/>
                </a:spcAft>
                <a:buClrTx/>
                <a:buSzTx/>
                <a:buFontTx/>
                <a:buNone/>
                <a:tabLst/>
                <a:defRPr/>
              </a:pPr>
              <a:t>23</a:t>
            </a:fld>
            <a:endParaRPr kumimoji="0" lang="en-US" sz="1200" b="0" i="0" u="none" strike="noStrike" kern="1200" cap="none" spc="0" normalizeH="0" baseline="0" noProof="0" dirty="0">
              <a:ln>
                <a:noFill/>
              </a:ln>
              <a:solidFill>
                <a:prstClr val="black"/>
              </a:solidFill>
              <a:effectLst/>
              <a:uLnTx/>
              <a:uFillTx/>
              <a:latin typeface="Arial" charset="0"/>
              <a:ea typeface="+mn-ea"/>
              <a:cs typeface="Arial" charset="0"/>
            </a:endParaRPr>
          </a:p>
        </p:txBody>
      </p:sp>
    </p:spTree>
    <p:extLst>
      <p:ext uri="{BB962C8B-B14F-4D97-AF65-F5344CB8AC3E}">
        <p14:creationId xmlns:p14="http://schemas.microsoft.com/office/powerpoint/2010/main" val="416494978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01004"/>
            <a:ext cx="8229600" cy="1151596"/>
          </a:xfrm>
        </p:spPr>
        <p:txBody>
          <a:bodyPr>
            <a:normAutofit fontScale="90000"/>
          </a:bodyPr>
          <a:lstStyle/>
          <a:p>
            <a:r>
              <a:rPr lang="en-US" sz="3600" b="1" dirty="0"/>
              <a:t>Transaction Analysis: Revenues, Expenses and Withdrawals</a:t>
            </a:r>
            <a:endParaRPr lang="en-IN" sz="3600" dirty="0"/>
          </a:p>
        </p:txBody>
      </p:sp>
      <p:sp>
        <p:nvSpPr>
          <p:cNvPr id="3" name="Content Placeholder 2"/>
          <p:cNvSpPr>
            <a:spLocks noGrp="1"/>
          </p:cNvSpPr>
          <p:nvPr>
            <p:ph idx="1"/>
          </p:nvPr>
        </p:nvSpPr>
        <p:spPr>
          <a:xfrm>
            <a:off x="457200" y="1981200"/>
            <a:ext cx="8229600" cy="1295400"/>
          </a:xfrm>
        </p:spPr>
        <p:txBody>
          <a:bodyPr/>
          <a:lstStyle/>
          <a:p>
            <a:pPr marL="0" indent="0">
              <a:spcBef>
                <a:spcPct val="0"/>
              </a:spcBef>
              <a:buNone/>
            </a:pPr>
            <a:r>
              <a:rPr lang="en-US" b="1" dirty="0"/>
              <a:t>Now, let’s look at transactions involving revenues, expenses and withdrawals.</a:t>
            </a:r>
          </a:p>
        </p:txBody>
      </p:sp>
      <p:pic>
        <p:nvPicPr>
          <p:cNvPr id="7" name="Picture 6">
            <a:extLs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38400" y="3962400"/>
            <a:ext cx="5145203" cy="679554"/>
          </a:xfrm>
          <a:prstGeom prst="rect">
            <a:avLst/>
          </a:prstGeom>
        </p:spPr>
      </p:pic>
      <p:sp>
        <p:nvSpPr>
          <p:cNvPr id="6" name="Content Placeholder 5"/>
          <p:cNvSpPr>
            <a:spLocks noGrp="1"/>
          </p:cNvSpPr>
          <p:nvPr>
            <p:ph idx="14"/>
          </p:nvPr>
        </p:nvSpPr>
        <p:spPr>
          <a:xfrm>
            <a:off x="457200" y="6533634"/>
            <a:ext cx="5181600" cy="256141"/>
          </a:xfrm>
        </p:spPr>
        <p:txBody>
          <a:bodyPr>
            <a:normAutofit lnSpcReduction="10000"/>
          </a:bodyPr>
          <a:lstStyle/>
          <a:p>
            <a:pPr marL="0" indent="0">
              <a:buNone/>
            </a:pPr>
            <a:r>
              <a:rPr lang="en-US" altLang="en-US" sz="1100" b="1" kern="0" dirty="0">
                <a:solidFill>
                  <a:prstClr val="black"/>
                </a:solidFill>
              </a:rPr>
              <a:t>Learning Objective P1: </a:t>
            </a:r>
            <a:r>
              <a:rPr lang="en-US" altLang="en-US" sz="1100" kern="0" dirty="0">
                <a:solidFill>
                  <a:prstClr val="black"/>
                </a:solidFill>
              </a:rPr>
              <a:t>Analyze business transactions using the accounting equation.</a:t>
            </a:r>
            <a:endParaRPr lang="en-US" sz="1100" kern="0" dirty="0">
              <a:solidFill>
                <a:prstClr val="black"/>
              </a:solidFill>
            </a:endParaRPr>
          </a:p>
        </p:txBody>
      </p:sp>
      <p:sp>
        <p:nvSpPr>
          <p:cNvPr id="4" name="Slide Number Placeholder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7A12E07D-6177-4BA4-8EF4-EE0B0B1559AA}" type="slidenum">
              <a:rPr kumimoji="0" lang="en-US" sz="1200" b="0" i="0" u="none" strike="noStrike" kern="1200" cap="none" spc="0" normalizeH="0" baseline="0" noProof="0" smtClean="0">
                <a:ln>
                  <a:noFill/>
                </a:ln>
                <a:solidFill>
                  <a:prstClr val="black"/>
                </a:solidFill>
                <a:effectLst/>
                <a:uLnTx/>
                <a:uFillTx/>
                <a:latin typeface="Arial" charset="0"/>
                <a:ea typeface="+mn-ea"/>
                <a:cs typeface="Arial" charset="0"/>
              </a:rPr>
              <a:pPr marL="0" marR="0" lvl="0" indent="0" algn="r" defTabSz="914400" rtl="0" eaLnBrk="1" fontAlgn="base" latinLnBrk="0" hangingPunct="1">
                <a:lnSpc>
                  <a:spcPct val="100000"/>
                </a:lnSpc>
                <a:spcBef>
                  <a:spcPct val="0"/>
                </a:spcBef>
                <a:spcAft>
                  <a:spcPct val="0"/>
                </a:spcAft>
                <a:buClrTx/>
                <a:buSzTx/>
                <a:buFontTx/>
                <a:buNone/>
                <a:tabLst/>
                <a:defRPr/>
              </a:pPr>
              <a:t>24</a:t>
            </a:fld>
            <a:endParaRPr kumimoji="0" lang="en-US" sz="1200" b="0" i="0" u="none" strike="noStrike" kern="1200" cap="none" spc="0" normalizeH="0" baseline="0" noProof="0" dirty="0">
              <a:ln>
                <a:noFill/>
              </a:ln>
              <a:solidFill>
                <a:prstClr val="black"/>
              </a:solidFill>
              <a:effectLst/>
              <a:uLnTx/>
              <a:uFillTx/>
              <a:latin typeface="Arial" charset="0"/>
              <a:ea typeface="+mn-ea"/>
              <a:cs typeface="Arial" charset="0"/>
            </a:endParaRPr>
          </a:p>
        </p:txBody>
      </p:sp>
    </p:spTree>
    <p:extLst>
      <p:ext uri="{BB962C8B-B14F-4D97-AF65-F5344CB8AC3E}">
        <p14:creationId xmlns:p14="http://schemas.microsoft.com/office/powerpoint/2010/main" val="24576126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01004"/>
            <a:ext cx="8229600" cy="1151596"/>
          </a:xfrm>
        </p:spPr>
        <p:txBody>
          <a:bodyPr>
            <a:normAutofit fontScale="90000"/>
          </a:bodyPr>
          <a:lstStyle/>
          <a:p>
            <a:pPr algn="l"/>
            <a:r>
              <a:rPr lang="en-US" sz="4000" b="1" dirty="0">
                <a:solidFill>
                  <a:srgbClr val="0000CC"/>
                </a:solidFill>
              </a:rPr>
              <a:t>Transaction 5: Provide Services for Cash</a:t>
            </a:r>
            <a:endParaRPr lang="en-IN" sz="4000" dirty="0">
              <a:solidFill>
                <a:srgbClr val="0000CC"/>
              </a:solidFill>
            </a:endParaRPr>
          </a:p>
        </p:txBody>
      </p:sp>
      <p:sp>
        <p:nvSpPr>
          <p:cNvPr id="3" name="Content Placeholder 2"/>
          <p:cNvSpPr>
            <a:spLocks noGrp="1"/>
          </p:cNvSpPr>
          <p:nvPr>
            <p:ph idx="1"/>
          </p:nvPr>
        </p:nvSpPr>
        <p:spPr>
          <a:xfrm>
            <a:off x="457200" y="2133599"/>
            <a:ext cx="8229600" cy="944565"/>
          </a:xfrm>
        </p:spPr>
        <p:txBody>
          <a:bodyPr>
            <a:normAutofit lnSpcReduction="10000"/>
          </a:bodyPr>
          <a:lstStyle/>
          <a:p>
            <a:pPr marL="0" indent="0">
              <a:buNone/>
            </a:pPr>
            <a:r>
              <a:rPr lang="en-US" sz="2800" b="1" dirty="0"/>
              <a:t>Provided </a:t>
            </a:r>
            <a:r>
              <a:rPr lang="en-US" sz="2800" b="1" u="sng" dirty="0"/>
              <a:t>consulting services</a:t>
            </a:r>
            <a:r>
              <a:rPr lang="en-US" sz="2800" b="1" dirty="0"/>
              <a:t> to a customer and received $4,200 cash right away</a:t>
            </a:r>
            <a:r>
              <a:rPr lang="en-US" sz="2800" b="1" dirty="0">
                <a:solidFill>
                  <a:srgbClr val="0000FF"/>
                </a:solidFill>
              </a:rPr>
              <a:t>.</a:t>
            </a:r>
          </a:p>
        </p:txBody>
      </p:sp>
      <p:sp>
        <p:nvSpPr>
          <p:cNvPr id="5" name="Content Placeholder 4"/>
          <p:cNvSpPr>
            <a:spLocks noGrp="1"/>
          </p:cNvSpPr>
          <p:nvPr>
            <p:ph idx="13"/>
          </p:nvPr>
        </p:nvSpPr>
        <p:spPr>
          <a:xfrm>
            <a:off x="457200" y="3459163"/>
            <a:ext cx="8458200" cy="1654993"/>
          </a:xfrm>
        </p:spPr>
        <p:txBody>
          <a:bodyPr/>
          <a:lstStyle/>
          <a:p>
            <a:pPr>
              <a:buFont typeface="Wingdings" panose="05000000000000000000" pitchFamily="2" charset="2"/>
              <a:buNone/>
            </a:pPr>
            <a:r>
              <a:rPr lang="en-US" sz="2800" b="1" dirty="0">
                <a:solidFill>
                  <a:srgbClr val="800080"/>
                </a:solidFill>
              </a:rPr>
              <a:t>The accounts involved are:</a:t>
            </a:r>
          </a:p>
          <a:p>
            <a:pPr>
              <a:buFont typeface="Wingdings" panose="05000000000000000000" pitchFamily="2" charset="2"/>
              <a:buNone/>
            </a:pPr>
            <a:r>
              <a:rPr lang="en-US" sz="2800" b="1" dirty="0"/>
              <a:t>(1) Cash</a:t>
            </a:r>
            <a:r>
              <a:rPr lang="en-US" sz="2800" b="1" dirty="0">
                <a:solidFill>
                  <a:schemeClr val="hlink"/>
                </a:solidFill>
              </a:rPr>
              <a:t> </a:t>
            </a:r>
            <a:r>
              <a:rPr lang="en-US" sz="2800" b="1" dirty="0">
                <a:solidFill>
                  <a:srgbClr val="800080"/>
                </a:solidFill>
              </a:rPr>
              <a:t>(asset)</a:t>
            </a:r>
            <a:r>
              <a:rPr lang="en-US" sz="2800" b="1" dirty="0">
                <a:solidFill>
                  <a:srgbClr val="9A2F6F"/>
                </a:solidFill>
              </a:rPr>
              <a:t> </a:t>
            </a:r>
            <a:r>
              <a:rPr lang="en-US" sz="2800" b="1" dirty="0">
                <a:solidFill>
                  <a:srgbClr val="34411B"/>
                </a:solidFill>
              </a:rPr>
              <a:t>↑</a:t>
            </a:r>
            <a:endParaRPr lang="en-US" sz="2800" b="1" dirty="0">
              <a:solidFill>
                <a:schemeClr val="hlink"/>
              </a:solidFill>
            </a:endParaRPr>
          </a:p>
          <a:p>
            <a:pPr>
              <a:buFont typeface="Wingdings" panose="05000000000000000000" pitchFamily="2" charset="2"/>
              <a:buNone/>
            </a:pPr>
            <a:r>
              <a:rPr lang="en-US" sz="2800" b="1" dirty="0"/>
              <a:t>(2) Revenues</a:t>
            </a:r>
            <a:r>
              <a:rPr lang="en-US" sz="2800" b="1" dirty="0">
                <a:solidFill>
                  <a:schemeClr val="hlink"/>
                </a:solidFill>
              </a:rPr>
              <a:t> </a:t>
            </a:r>
            <a:r>
              <a:rPr lang="en-US" sz="2800" b="1" dirty="0">
                <a:solidFill>
                  <a:srgbClr val="800080"/>
                </a:solidFill>
              </a:rPr>
              <a:t>(equity)</a:t>
            </a:r>
            <a:r>
              <a:rPr lang="en-US" sz="2800" b="1" dirty="0">
                <a:solidFill>
                  <a:srgbClr val="9A2F6F"/>
                </a:solidFill>
              </a:rPr>
              <a:t> </a:t>
            </a:r>
            <a:r>
              <a:rPr lang="en-US" sz="2800" b="1" dirty="0">
                <a:solidFill>
                  <a:srgbClr val="34411B"/>
                </a:solidFill>
              </a:rPr>
              <a:t>↑</a:t>
            </a:r>
            <a:endParaRPr lang="en-US" sz="2800" dirty="0"/>
          </a:p>
        </p:txBody>
      </p:sp>
      <p:sp>
        <p:nvSpPr>
          <p:cNvPr id="6" name="Content Placeholder 5"/>
          <p:cNvSpPr>
            <a:spLocks noGrp="1"/>
          </p:cNvSpPr>
          <p:nvPr>
            <p:ph idx="14"/>
          </p:nvPr>
        </p:nvSpPr>
        <p:spPr>
          <a:xfrm>
            <a:off x="457200" y="6536050"/>
            <a:ext cx="5181600" cy="256141"/>
          </a:xfrm>
        </p:spPr>
        <p:txBody>
          <a:bodyPr>
            <a:normAutofit lnSpcReduction="10000"/>
          </a:bodyPr>
          <a:lstStyle/>
          <a:p>
            <a:pPr marL="0" indent="0">
              <a:buNone/>
            </a:pPr>
            <a:r>
              <a:rPr lang="en-US" altLang="en-US" sz="1100" b="1" kern="0" dirty="0">
                <a:solidFill>
                  <a:prstClr val="black"/>
                </a:solidFill>
              </a:rPr>
              <a:t>Learning Objective P1: </a:t>
            </a:r>
            <a:r>
              <a:rPr lang="en-US" altLang="en-US" sz="1100" kern="0" dirty="0">
                <a:solidFill>
                  <a:prstClr val="black"/>
                </a:solidFill>
              </a:rPr>
              <a:t>Analyze business transactions using the accounting equation.</a:t>
            </a:r>
            <a:endParaRPr lang="en-US" sz="1100" kern="0" dirty="0">
              <a:solidFill>
                <a:prstClr val="black"/>
              </a:solidFill>
            </a:endParaRPr>
          </a:p>
        </p:txBody>
      </p:sp>
      <p:sp>
        <p:nvSpPr>
          <p:cNvPr id="4" name="Slide Number Placeholder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7A12E07D-6177-4BA4-8EF4-EE0B0B1559AA}" type="slidenum">
              <a:rPr kumimoji="0" lang="en-US" sz="1200" b="0" i="0" u="none" strike="noStrike" kern="1200" cap="none" spc="0" normalizeH="0" baseline="0" noProof="0" smtClean="0">
                <a:ln>
                  <a:noFill/>
                </a:ln>
                <a:solidFill>
                  <a:prstClr val="black"/>
                </a:solidFill>
                <a:effectLst/>
                <a:uLnTx/>
                <a:uFillTx/>
                <a:latin typeface="Arial" charset="0"/>
                <a:ea typeface="+mn-ea"/>
                <a:cs typeface="Arial" charset="0"/>
              </a:rPr>
              <a:pPr marL="0" marR="0" lvl="0" indent="0" algn="r" defTabSz="914400" rtl="0" eaLnBrk="1" fontAlgn="base" latinLnBrk="0" hangingPunct="1">
                <a:lnSpc>
                  <a:spcPct val="100000"/>
                </a:lnSpc>
                <a:spcBef>
                  <a:spcPct val="0"/>
                </a:spcBef>
                <a:spcAft>
                  <a:spcPct val="0"/>
                </a:spcAft>
                <a:buClrTx/>
                <a:buSzTx/>
                <a:buFontTx/>
                <a:buNone/>
                <a:tabLst/>
                <a:defRPr/>
              </a:pPr>
              <a:t>25</a:t>
            </a:fld>
            <a:endParaRPr kumimoji="0" lang="en-US" sz="1200" b="0" i="0" u="none" strike="noStrike" kern="1200" cap="none" spc="0" normalizeH="0" baseline="0" noProof="0" dirty="0">
              <a:ln>
                <a:noFill/>
              </a:ln>
              <a:solidFill>
                <a:prstClr val="black"/>
              </a:solidFill>
              <a:effectLst/>
              <a:uLnTx/>
              <a:uFillTx/>
              <a:latin typeface="Arial" charset="0"/>
              <a:ea typeface="+mn-ea"/>
              <a:cs typeface="Arial" charset="0"/>
            </a:endParaRPr>
          </a:p>
        </p:txBody>
      </p:sp>
    </p:spTree>
    <p:extLst>
      <p:ext uri="{BB962C8B-B14F-4D97-AF65-F5344CB8AC3E}">
        <p14:creationId xmlns:p14="http://schemas.microsoft.com/office/powerpoint/2010/main" val="278639924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p:cNvSpPr>
            <a:spLocks noGrp="1"/>
          </p:cNvSpPr>
          <p:nvPr>
            <p:ph type="title"/>
          </p:nvPr>
        </p:nvSpPr>
        <p:spPr>
          <a:xfrm>
            <a:off x="457200" y="609600"/>
            <a:ext cx="8229600" cy="808038"/>
          </a:xfrm>
        </p:spPr>
        <p:txBody>
          <a:bodyPr/>
          <a:lstStyle/>
          <a:p>
            <a:r>
              <a:rPr lang="en-US" b="1" dirty="0"/>
              <a:t>Accounting Equation 5</a:t>
            </a:r>
            <a:endParaRPr lang="en-IN" dirty="0"/>
          </a:p>
        </p:txBody>
      </p:sp>
      <p:sp>
        <p:nvSpPr>
          <p:cNvPr id="10" name="Content Placeholder 2"/>
          <p:cNvSpPr>
            <a:spLocks noGrp="1"/>
          </p:cNvSpPr>
          <p:nvPr>
            <p:ph idx="1"/>
          </p:nvPr>
        </p:nvSpPr>
        <p:spPr>
          <a:xfrm>
            <a:off x="457200" y="1600201"/>
            <a:ext cx="8229600" cy="908042"/>
          </a:xfrm>
        </p:spPr>
        <p:txBody>
          <a:bodyPr>
            <a:normAutofit lnSpcReduction="10000"/>
          </a:bodyPr>
          <a:lstStyle/>
          <a:p>
            <a:pPr marL="0" indent="0">
              <a:buNone/>
            </a:pPr>
            <a:r>
              <a:rPr lang="en-US" sz="2800" b="1" dirty="0"/>
              <a:t>Provided consulting services to a customer and received $4,200 cash right away.</a:t>
            </a:r>
          </a:p>
        </p:txBody>
      </p:sp>
      <p:pic>
        <p:nvPicPr>
          <p:cNvPr id="2" name="Picture 1" descr="Accounting equation for transaction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9185" y="2808111"/>
            <a:ext cx="7825630" cy="3095394"/>
          </a:xfrm>
          <a:prstGeom prst="rect">
            <a:avLst/>
          </a:prstGeom>
        </p:spPr>
      </p:pic>
      <p:sp>
        <p:nvSpPr>
          <p:cNvPr id="11" name="Content Placeholder 10"/>
          <p:cNvSpPr>
            <a:spLocks noGrp="1"/>
          </p:cNvSpPr>
          <p:nvPr>
            <p:ph sz="quarter" idx="14"/>
          </p:nvPr>
        </p:nvSpPr>
        <p:spPr>
          <a:xfrm>
            <a:off x="3603756" y="6203373"/>
            <a:ext cx="2267107" cy="225530"/>
          </a:xfrm>
        </p:spPr>
        <p:txBody>
          <a:bodyPr>
            <a:normAutofit lnSpcReduction="10000"/>
          </a:bodyPr>
          <a:lstStyle/>
          <a:p>
            <a:pPr lvl="0" algn="ctr"/>
            <a:r>
              <a:rPr lang="en-US" sz="900" dirty="0">
                <a:solidFill>
                  <a:prstClr val="black"/>
                </a:solidFill>
                <a:hlinkClick r:id="" action="ppaction://noaction"/>
              </a:rPr>
              <a:t>Access the text alternative for slide images</a:t>
            </a:r>
            <a:endParaRPr lang="en-US" sz="900" kern="0" dirty="0">
              <a:solidFill>
                <a:prstClr val="black"/>
              </a:solidFill>
            </a:endParaRPr>
          </a:p>
        </p:txBody>
      </p:sp>
      <p:sp>
        <p:nvSpPr>
          <p:cNvPr id="5" name="Content Placeholder 4"/>
          <p:cNvSpPr>
            <a:spLocks noGrp="1"/>
          </p:cNvSpPr>
          <p:nvPr>
            <p:ph idx="13"/>
          </p:nvPr>
        </p:nvSpPr>
        <p:spPr>
          <a:xfrm>
            <a:off x="457200" y="6532418"/>
            <a:ext cx="5144386" cy="277090"/>
          </a:xfrm>
        </p:spPr>
        <p:txBody>
          <a:bodyPr/>
          <a:lstStyle/>
          <a:p>
            <a:pPr marL="0" lvl="0" indent="0">
              <a:buNone/>
            </a:pPr>
            <a:r>
              <a:rPr lang="en-US" altLang="en-US" sz="1100" b="1" kern="0" dirty="0">
                <a:solidFill>
                  <a:prstClr val="black"/>
                </a:solidFill>
              </a:rPr>
              <a:t>Learning Objective P1: </a:t>
            </a:r>
            <a:r>
              <a:rPr lang="en-US" altLang="en-US" sz="1100" kern="0" dirty="0">
                <a:solidFill>
                  <a:prstClr val="black"/>
                </a:solidFill>
              </a:rPr>
              <a:t>Analyze business transactions using the accounting equation.</a:t>
            </a:r>
            <a:endParaRPr lang="en-US" sz="1100" kern="0" dirty="0">
              <a:solidFill>
                <a:prstClr val="black"/>
              </a:solidFill>
            </a:endParaRPr>
          </a:p>
        </p:txBody>
      </p:sp>
      <p:sp>
        <p:nvSpPr>
          <p:cNvPr id="4" name="Slide Number Placeholder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7A12E07D-6177-4BA4-8EF4-EE0B0B1559AA}" type="slidenum">
              <a:rPr kumimoji="0" lang="en-US" sz="1200" b="0" i="0" u="none" strike="noStrike" kern="1200" cap="none" spc="0" normalizeH="0" baseline="0" noProof="0" smtClean="0">
                <a:ln>
                  <a:noFill/>
                </a:ln>
                <a:solidFill>
                  <a:prstClr val="black"/>
                </a:solidFill>
                <a:effectLst/>
                <a:uLnTx/>
                <a:uFillTx/>
                <a:latin typeface="Arial" charset="0"/>
                <a:ea typeface="+mn-ea"/>
                <a:cs typeface="Arial" charset="0"/>
              </a:rPr>
              <a:pPr marL="0" marR="0" lvl="0" indent="0" algn="r" defTabSz="914400" rtl="0" eaLnBrk="1" fontAlgn="base" latinLnBrk="0" hangingPunct="1">
                <a:lnSpc>
                  <a:spcPct val="100000"/>
                </a:lnSpc>
                <a:spcBef>
                  <a:spcPct val="0"/>
                </a:spcBef>
                <a:spcAft>
                  <a:spcPct val="0"/>
                </a:spcAft>
                <a:buClrTx/>
                <a:buSzTx/>
                <a:buFontTx/>
                <a:buNone/>
                <a:tabLst/>
                <a:defRPr/>
              </a:pPr>
              <a:t>26</a:t>
            </a:fld>
            <a:endParaRPr kumimoji="0" lang="en-US" sz="1200" b="0" i="0" u="none" strike="noStrike" kern="1200" cap="none" spc="0" normalizeH="0" baseline="0" noProof="0" dirty="0">
              <a:ln>
                <a:noFill/>
              </a:ln>
              <a:solidFill>
                <a:prstClr val="black"/>
              </a:solidFill>
              <a:effectLst/>
              <a:uLnTx/>
              <a:uFillTx/>
              <a:latin typeface="Arial" charset="0"/>
              <a:ea typeface="+mn-ea"/>
              <a:cs typeface="Arial" charset="0"/>
            </a:endParaRPr>
          </a:p>
        </p:txBody>
      </p:sp>
    </p:spTree>
    <p:extLst>
      <p:ext uri="{BB962C8B-B14F-4D97-AF65-F5344CB8AC3E}">
        <p14:creationId xmlns:p14="http://schemas.microsoft.com/office/powerpoint/2010/main" val="95663035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46993"/>
            <a:ext cx="8229600" cy="1181807"/>
          </a:xfrm>
        </p:spPr>
        <p:txBody>
          <a:bodyPr>
            <a:normAutofit fontScale="90000"/>
          </a:bodyPr>
          <a:lstStyle/>
          <a:p>
            <a:r>
              <a:rPr lang="en-US" sz="4000" b="1" dirty="0"/>
              <a:t>Transaction 6 and 7: Payment of Expenses in Cash</a:t>
            </a:r>
            <a:endParaRPr lang="en-IN" sz="4000" dirty="0"/>
          </a:p>
        </p:txBody>
      </p:sp>
      <p:sp>
        <p:nvSpPr>
          <p:cNvPr id="3" name="Content Placeholder 2"/>
          <p:cNvSpPr>
            <a:spLocks noGrp="1"/>
          </p:cNvSpPr>
          <p:nvPr>
            <p:ph idx="1"/>
          </p:nvPr>
        </p:nvSpPr>
        <p:spPr>
          <a:xfrm>
            <a:off x="457200" y="2136776"/>
            <a:ext cx="8229600" cy="530224"/>
          </a:xfrm>
        </p:spPr>
        <p:txBody>
          <a:bodyPr/>
          <a:lstStyle/>
          <a:p>
            <a:pPr marL="0" indent="0">
              <a:lnSpc>
                <a:spcPct val="90000"/>
              </a:lnSpc>
              <a:buClr>
                <a:srgbClr val="4F81BD"/>
              </a:buClr>
              <a:buSzPct val="70000"/>
              <a:buNone/>
              <a:defRPr/>
            </a:pPr>
            <a:r>
              <a:rPr lang="en-US" sz="2800" b="1" dirty="0">
                <a:solidFill>
                  <a:prstClr val="black"/>
                </a:solidFill>
              </a:rPr>
              <a:t>Paid rent of $1,000 and salaries of $700 to employees.</a:t>
            </a:r>
            <a:endParaRPr lang="en-US" sz="2800" b="1" dirty="0">
              <a:solidFill>
                <a:srgbClr val="9900CC"/>
              </a:solidFill>
            </a:endParaRPr>
          </a:p>
        </p:txBody>
      </p:sp>
      <p:sp>
        <p:nvSpPr>
          <p:cNvPr id="5" name="Content Placeholder 4"/>
          <p:cNvSpPr>
            <a:spLocks noGrp="1"/>
          </p:cNvSpPr>
          <p:nvPr>
            <p:ph idx="13"/>
          </p:nvPr>
        </p:nvSpPr>
        <p:spPr>
          <a:xfrm>
            <a:off x="469556" y="2882959"/>
            <a:ext cx="8217243" cy="2222441"/>
          </a:xfrm>
        </p:spPr>
        <p:txBody>
          <a:bodyPr/>
          <a:lstStyle/>
          <a:p>
            <a:pPr>
              <a:buFont typeface="Wingdings" panose="05000000000000000000" pitchFamily="2" charset="2"/>
              <a:buNone/>
            </a:pPr>
            <a:r>
              <a:rPr lang="en-US" b="1" dirty="0">
                <a:solidFill>
                  <a:srgbClr val="800080"/>
                </a:solidFill>
              </a:rPr>
              <a:t>The accounts involved are:</a:t>
            </a:r>
          </a:p>
          <a:p>
            <a:pPr marL="0" indent="0">
              <a:lnSpc>
                <a:spcPct val="90000"/>
              </a:lnSpc>
              <a:buClr>
                <a:schemeClr val="tx1"/>
              </a:buClr>
              <a:buSzPct val="100000"/>
              <a:buNone/>
              <a:defRPr/>
            </a:pPr>
            <a:r>
              <a:rPr lang="en-US" b="1" dirty="0">
                <a:solidFill>
                  <a:prstClr val="black"/>
                </a:solidFill>
              </a:rPr>
              <a:t>(1) Cash </a:t>
            </a:r>
            <a:r>
              <a:rPr lang="en-US" b="1" dirty="0">
                <a:solidFill>
                  <a:srgbClr val="800080"/>
                </a:solidFill>
              </a:rPr>
              <a:t>(asset) </a:t>
            </a:r>
            <a:r>
              <a:rPr lang="en-US" b="1" dirty="0">
                <a:solidFill>
                  <a:srgbClr val="9E0000"/>
                </a:solidFill>
              </a:rPr>
              <a:t>↓</a:t>
            </a:r>
          </a:p>
          <a:p>
            <a:pPr marL="0" lvl="0" indent="0">
              <a:lnSpc>
                <a:spcPct val="90000"/>
              </a:lnSpc>
              <a:buClr>
                <a:prstClr val="black"/>
              </a:buClr>
              <a:buSzPct val="100000"/>
              <a:buNone/>
              <a:defRPr/>
            </a:pPr>
            <a:r>
              <a:rPr lang="en-US" b="1" dirty="0">
                <a:solidFill>
                  <a:prstClr val="black"/>
                </a:solidFill>
              </a:rPr>
              <a:t>(2) Rent expense </a:t>
            </a:r>
            <a:r>
              <a:rPr lang="en-US" b="1" dirty="0">
                <a:solidFill>
                  <a:srgbClr val="485925"/>
                </a:solidFill>
              </a:rPr>
              <a:t>↑</a:t>
            </a:r>
            <a:r>
              <a:rPr lang="en-US" b="1" dirty="0">
                <a:solidFill>
                  <a:prstClr val="black"/>
                </a:solidFill>
              </a:rPr>
              <a:t>          </a:t>
            </a:r>
            <a:r>
              <a:rPr lang="en-US" b="1" dirty="0">
                <a:solidFill>
                  <a:srgbClr val="800080"/>
                </a:solidFill>
              </a:rPr>
              <a:t>(equity)</a:t>
            </a:r>
            <a:r>
              <a:rPr lang="en-US" b="1" dirty="0">
                <a:solidFill>
                  <a:srgbClr val="9E0000"/>
                </a:solidFill>
              </a:rPr>
              <a:t> ↓</a:t>
            </a:r>
          </a:p>
          <a:p>
            <a:pPr marL="0" lvl="0" indent="0">
              <a:lnSpc>
                <a:spcPct val="90000"/>
              </a:lnSpc>
              <a:buClr>
                <a:prstClr val="black"/>
              </a:buClr>
              <a:buSzPct val="100000"/>
              <a:buNone/>
              <a:defRPr/>
            </a:pPr>
            <a:r>
              <a:rPr lang="en-US" b="1" dirty="0"/>
              <a:t>(3) Salaries expense </a:t>
            </a:r>
            <a:r>
              <a:rPr lang="en-US" b="1" dirty="0">
                <a:solidFill>
                  <a:srgbClr val="485925"/>
                </a:solidFill>
              </a:rPr>
              <a:t>↑</a:t>
            </a:r>
            <a:r>
              <a:rPr lang="en-US" b="1" dirty="0">
                <a:solidFill>
                  <a:srgbClr val="9E0000"/>
                </a:solidFill>
              </a:rPr>
              <a:t>     </a:t>
            </a:r>
            <a:r>
              <a:rPr lang="en-US" b="1" dirty="0">
                <a:solidFill>
                  <a:srgbClr val="800080"/>
                </a:solidFill>
              </a:rPr>
              <a:t>(equity) </a:t>
            </a:r>
            <a:r>
              <a:rPr lang="en-US" b="1" dirty="0">
                <a:solidFill>
                  <a:srgbClr val="9E0000"/>
                </a:solidFill>
              </a:rPr>
              <a:t>↓</a:t>
            </a:r>
            <a:endParaRPr lang="en-US" b="1" dirty="0">
              <a:solidFill>
                <a:prstClr val="black"/>
              </a:solidFill>
            </a:endParaRPr>
          </a:p>
        </p:txBody>
      </p:sp>
      <p:sp>
        <p:nvSpPr>
          <p:cNvPr id="6" name="Content Placeholder 5"/>
          <p:cNvSpPr>
            <a:spLocks noGrp="1"/>
          </p:cNvSpPr>
          <p:nvPr>
            <p:ph idx="14"/>
          </p:nvPr>
        </p:nvSpPr>
        <p:spPr>
          <a:xfrm>
            <a:off x="457200" y="5562600"/>
            <a:ext cx="8241957" cy="670560"/>
          </a:xfrm>
        </p:spPr>
        <p:txBody>
          <a:bodyPr/>
          <a:lstStyle/>
          <a:p>
            <a:pPr marL="0" indent="0">
              <a:buNone/>
            </a:pPr>
            <a:r>
              <a:rPr lang="en-US" sz="1800" b="1" kern="0" dirty="0">
                <a:solidFill>
                  <a:prstClr val="black"/>
                </a:solidFill>
              </a:rPr>
              <a:t>Remember that the balance in the Expense accounts actually </a:t>
            </a:r>
            <a:r>
              <a:rPr lang="en-US" sz="100" b="1" kern="0" dirty="0">
                <a:solidFill>
                  <a:schemeClr val="bg1"/>
                </a:solidFill>
              </a:rPr>
              <a:t> un</a:t>
            </a:r>
            <a:r>
              <a:rPr lang="en-US" sz="1800" b="1" u="sng" kern="0" dirty="0">
                <a:solidFill>
                  <a:prstClr val="black"/>
                </a:solidFill>
              </a:rPr>
              <a:t>increase</a:t>
            </a:r>
            <a:r>
              <a:rPr lang="en-US" sz="1800" b="1" kern="0" dirty="0">
                <a:solidFill>
                  <a:prstClr val="black"/>
                </a:solidFill>
              </a:rPr>
              <a:t>. </a:t>
            </a:r>
            <a:r>
              <a:rPr lang="en-US" sz="100" b="1" kern="0" dirty="0">
                <a:solidFill>
                  <a:schemeClr val="bg1"/>
                </a:solidFill>
              </a:rPr>
              <a:t>en</a:t>
            </a:r>
            <a:r>
              <a:rPr lang="en-US" sz="1800" b="1" kern="0" dirty="0">
                <a:solidFill>
                  <a:prstClr val="black"/>
                </a:solidFill>
              </a:rPr>
              <a:t>But, total Equity decreases, because expenses </a:t>
            </a:r>
            <a:r>
              <a:rPr lang="en-US" sz="100" b="1" kern="0" dirty="0">
                <a:solidFill>
                  <a:schemeClr val="bg1"/>
                </a:solidFill>
              </a:rPr>
              <a:t>begi</a:t>
            </a:r>
            <a:r>
              <a:rPr lang="en-US" sz="1800" b="1" u="sng" kern="0" dirty="0">
                <a:solidFill>
                  <a:prstClr val="black"/>
                </a:solidFill>
              </a:rPr>
              <a:t>reduce</a:t>
            </a:r>
            <a:r>
              <a:rPr lang="en-US" sz="1800" b="1" kern="0" dirty="0">
                <a:solidFill>
                  <a:prstClr val="black"/>
                </a:solidFill>
              </a:rPr>
              <a:t> </a:t>
            </a:r>
            <a:r>
              <a:rPr lang="en-US" sz="100" b="1" kern="0" dirty="0">
                <a:solidFill>
                  <a:schemeClr val="bg1"/>
                </a:solidFill>
              </a:rPr>
              <a:t>end</a:t>
            </a:r>
            <a:r>
              <a:rPr lang="en-US" sz="1800" b="1" kern="0" dirty="0">
                <a:solidFill>
                  <a:prstClr val="black"/>
                </a:solidFill>
              </a:rPr>
              <a:t>equity.</a:t>
            </a:r>
          </a:p>
        </p:txBody>
      </p:sp>
      <p:sp>
        <p:nvSpPr>
          <p:cNvPr id="7" name="Content Placeholder 6"/>
          <p:cNvSpPr>
            <a:spLocks noGrp="1"/>
          </p:cNvSpPr>
          <p:nvPr>
            <p:ph sz="quarter" idx="15"/>
          </p:nvPr>
        </p:nvSpPr>
        <p:spPr>
          <a:xfrm>
            <a:off x="457200" y="6534413"/>
            <a:ext cx="6096000" cy="257778"/>
          </a:xfrm>
        </p:spPr>
        <p:txBody>
          <a:bodyPr>
            <a:normAutofit lnSpcReduction="10000"/>
          </a:bodyPr>
          <a:lstStyle/>
          <a:p>
            <a:pPr lvl="0"/>
            <a:r>
              <a:rPr lang="en-US" altLang="en-US" sz="1100" b="1" kern="0" dirty="0">
                <a:solidFill>
                  <a:prstClr val="black"/>
                </a:solidFill>
              </a:rPr>
              <a:t>Learning Objective P1: </a:t>
            </a:r>
            <a:r>
              <a:rPr lang="en-US" altLang="en-US" sz="1100" kern="0" dirty="0">
                <a:solidFill>
                  <a:prstClr val="black"/>
                </a:solidFill>
              </a:rPr>
              <a:t>Analyze business transactions using the accounting equation.</a:t>
            </a:r>
            <a:endParaRPr lang="en-US" sz="1100" kern="0" dirty="0">
              <a:solidFill>
                <a:prstClr val="black"/>
              </a:solidFill>
            </a:endParaRPr>
          </a:p>
        </p:txBody>
      </p:sp>
      <p:sp>
        <p:nvSpPr>
          <p:cNvPr id="4" name="Slide Number Placeholder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7A12E07D-6177-4BA4-8EF4-EE0B0B1559AA}" type="slidenum">
              <a:rPr kumimoji="0" lang="en-US" sz="1200" b="0" i="0" u="none" strike="noStrike" kern="1200" cap="none" spc="0" normalizeH="0" baseline="0" noProof="0" smtClean="0">
                <a:ln>
                  <a:noFill/>
                </a:ln>
                <a:solidFill>
                  <a:prstClr val="black"/>
                </a:solidFill>
                <a:effectLst/>
                <a:uLnTx/>
                <a:uFillTx/>
                <a:latin typeface="Arial" charset="0"/>
                <a:ea typeface="+mn-ea"/>
                <a:cs typeface="Arial" charset="0"/>
              </a:rPr>
              <a:pPr marL="0" marR="0" lvl="0" indent="0" algn="r" defTabSz="914400" rtl="0" eaLnBrk="1" fontAlgn="base" latinLnBrk="0" hangingPunct="1">
                <a:lnSpc>
                  <a:spcPct val="100000"/>
                </a:lnSpc>
                <a:spcBef>
                  <a:spcPct val="0"/>
                </a:spcBef>
                <a:spcAft>
                  <a:spcPct val="0"/>
                </a:spcAft>
                <a:buClrTx/>
                <a:buSzTx/>
                <a:buFontTx/>
                <a:buNone/>
                <a:tabLst/>
                <a:defRPr/>
              </a:pPr>
              <a:t>27</a:t>
            </a:fld>
            <a:endParaRPr kumimoji="0" lang="en-US" sz="1200" b="0" i="0" u="none" strike="noStrike" kern="1200" cap="none" spc="0" normalizeH="0" baseline="0" noProof="0" dirty="0">
              <a:ln>
                <a:noFill/>
              </a:ln>
              <a:solidFill>
                <a:prstClr val="black"/>
              </a:solidFill>
              <a:effectLst/>
              <a:uLnTx/>
              <a:uFillTx/>
              <a:latin typeface="Arial" charset="0"/>
              <a:ea typeface="+mn-ea"/>
              <a:cs typeface="Arial" charset="0"/>
            </a:endParaRPr>
          </a:p>
        </p:txBody>
      </p:sp>
    </p:spTree>
    <p:extLst>
      <p:ext uri="{BB962C8B-B14F-4D97-AF65-F5344CB8AC3E}">
        <p14:creationId xmlns:p14="http://schemas.microsoft.com/office/powerpoint/2010/main" val="414421807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p:cNvSpPr>
            <a:spLocks noGrp="1"/>
          </p:cNvSpPr>
          <p:nvPr>
            <p:ph type="title"/>
          </p:nvPr>
        </p:nvSpPr>
        <p:spPr>
          <a:xfrm>
            <a:off x="457200" y="685800"/>
            <a:ext cx="8229600" cy="731838"/>
          </a:xfrm>
        </p:spPr>
        <p:txBody>
          <a:bodyPr>
            <a:normAutofit fontScale="90000"/>
          </a:bodyPr>
          <a:lstStyle/>
          <a:p>
            <a:r>
              <a:rPr lang="en-US" b="1" dirty="0"/>
              <a:t>Accounting Equation 6 and 7</a:t>
            </a:r>
            <a:endParaRPr lang="en-IN" dirty="0"/>
          </a:p>
        </p:txBody>
      </p:sp>
      <p:sp>
        <p:nvSpPr>
          <p:cNvPr id="10" name="Content Placeholder 2"/>
          <p:cNvSpPr>
            <a:spLocks noGrp="1"/>
          </p:cNvSpPr>
          <p:nvPr>
            <p:ph idx="1"/>
          </p:nvPr>
        </p:nvSpPr>
        <p:spPr>
          <a:xfrm>
            <a:off x="457200" y="1648692"/>
            <a:ext cx="8229600" cy="484908"/>
          </a:xfrm>
        </p:spPr>
        <p:txBody>
          <a:bodyPr/>
          <a:lstStyle/>
          <a:p>
            <a:pPr marL="0" indent="0">
              <a:lnSpc>
                <a:spcPct val="90000"/>
              </a:lnSpc>
              <a:buClr>
                <a:srgbClr val="4F81BD"/>
              </a:buClr>
              <a:buSzPct val="70000"/>
              <a:buNone/>
              <a:defRPr/>
            </a:pPr>
            <a:r>
              <a:rPr lang="en-US" sz="2800" b="1" dirty="0">
                <a:solidFill>
                  <a:prstClr val="black"/>
                </a:solidFill>
              </a:rPr>
              <a:t>Paid rent of $1,000 and salaries of $700 to employees.</a:t>
            </a:r>
            <a:endParaRPr lang="en-US" sz="2800" b="1" i="1" dirty="0">
              <a:solidFill>
                <a:srgbClr val="9900CC"/>
              </a:solidFill>
            </a:endParaRPr>
          </a:p>
        </p:txBody>
      </p:sp>
      <p:pic>
        <p:nvPicPr>
          <p:cNvPr id="3" name="Picture 2" descr="Accounting equation for transactions 6 and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0272" y="2231599"/>
            <a:ext cx="8312728" cy="3788201"/>
          </a:xfrm>
          <a:prstGeom prst="rect">
            <a:avLst/>
          </a:prstGeom>
        </p:spPr>
      </p:pic>
      <p:sp>
        <p:nvSpPr>
          <p:cNvPr id="6" name="Content Placeholder 5"/>
          <p:cNvSpPr>
            <a:spLocks noGrp="1"/>
          </p:cNvSpPr>
          <p:nvPr>
            <p:ph sz="quarter" idx="14"/>
          </p:nvPr>
        </p:nvSpPr>
        <p:spPr>
          <a:xfrm>
            <a:off x="3620445" y="6256444"/>
            <a:ext cx="2330083" cy="230947"/>
          </a:xfrm>
        </p:spPr>
        <p:txBody>
          <a:bodyPr/>
          <a:lstStyle/>
          <a:p>
            <a:pPr lvl="0" algn="ctr"/>
            <a:r>
              <a:rPr lang="en-US" sz="900" dirty="0">
                <a:solidFill>
                  <a:prstClr val="black"/>
                </a:solidFill>
                <a:hlinkClick r:id="rId4" action="ppaction://hlinksldjump"/>
              </a:rPr>
              <a:t>Access the text alternative for slide images</a:t>
            </a:r>
            <a:endParaRPr lang="en-US" sz="900" kern="0" dirty="0">
              <a:solidFill>
                <a:prstClr val="black"/>
              </a:solidFill>
            </a:endParaRPr>
          </a:p>
        </p:txBody>
      </p:sp>
      <p:sp>
        <p:nvSpPr>
          <p:cNvPr id="5" name="Content Placeholder 4"/>
          <p:cNvSpPr>
            <a:spLocks noGrp="1"/>
          </p:cNvSpPr>
          <p:nvPr>
            <p:ph idx="13"/>
          </p:nvPr>
        </p:nvSpPr>
        <p:spPr>
          <a:xfrm>
            <a:off x="457200" y="6526970"/>
            <a:ext cx="4995530" cy="251900"/>
          </a:xfrm>
        </p:spPr>
        <p:txBody>
          <a:bodyPr>
            <a:normAutofit lnSpcReduction="10000"/>
          </a:bodyPr>
          <a:lstStyle/>
          <a:p>
            <a:pPr marL="0" lvl="0" indent="0">
              <a:buNone/>
            </a:pPr>
            <a:r>
              <a:rPr lang="en-US" altLang="en-US" sz="1100" b="1" kern="0" dirty="0">
                <a:solidFill>
                  <a:prstClr val="black"/>
                </a:solidFill>
              </a:rPr>
              <a:t>Learning Objective P1: </a:t>
            </a:r>
            <a:r>
              <a:rPr lang="en-US" altLang="en-US" sz="1100" kern="0" dirty="0">
                <a:solidFill>
                  <a:prstClr val="black"/>
                </a:solidFill>
              </a:rPr>
              <a:t>Analyze business transactions using the accounting equation.</a:t>
            </a:r>
            <a:endParaRPr lang="en-US" sz="1100" kern="0" dirty="0">
              <a:solidFill>
                <a:prstClr val="black"/>
              </a:solidFill>
            </a:endParaRPr>
          </a:p>
        </p:txBody>
      </p:sp>
      <p:sp>
        <p:nvSpPr>
          <p:cNvPr id="4" name="Slide Number Placeholder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7A12E07D-6177-4BA4-8EF4-EE0B0B1559AA}" type="slidenum">
              <a:rPr kumimoji="0" lang="en-US" sz="1200" b="0" i="0" u="none" strike="noStrike" kern="1200" cap="none" spc="0" normalizeH="0" baseline="0" noProof="0" smtClean="0">
                <a:ln>
                  <a:noFill/>
                </a:ln>
                <a:solidFill>
                  <a:prstClr val="black"/>
                </a:solidFill>
                <a:effectLst/>
                <a:uLnTx/>
                <a:uFillTx/>
                <a:latin typeface="Arial" charset="0"/>
                <a:ea typeface="+mn-ea"/>
                <a:cs typeface="Arial" charset="0"/>
              </a:rPr>
              <a:pPr marL="0" marR="0" lvl="0" indent="0" algn="r" defTabSz="914400" rtl="0" eaLnBrk="1" fontAlgn="base" latinLnBrk="0" hangingPunct="1">
                <a:lnSpc>
                  <a:spcPct val="100000"/>
                </a:lnSpc>
                <a:spcBef>
                  <a:spcPct val="0"/>
                </a:spcBef>
                <a:spcAft>
                  <a:spcPct val="0"/>
                </a:spcAft>
                <a:buClrTx/>
                <a:buSzTx/>
                <a:buFontTx/>
                <a:buNone/>
                <a:tabLst/>
                <a:defRPr/>
              </a:pPr>
              <a:t>28</a:t>
            </a:fld>
            <a:endParaRPr kumimoji="0" lang="en-US" sz="1200" b="0" i="0" u="none" strike="noStrike" kern="1200" cap="none" spc="0" normalizeH="0" baseline="0" noProof="0" dirty="0">
              <a:ln>
                <a:noFill/>
              </a:ln>
              <a:solidFill>
                <a:prstClr val="black"/>
              </a:solidFill>
              <a:effectLst/>
              <a:uLnTx/>
              <a:uFillTx/>
              <a:latin typeface="Arial" charset="0"/>
              <a:ea typeface="+mn-ea"/>
              <a:cs typeface="Arial" charset="0"/>
            </a:endParaRPr>
          </a:p>
        </p:txBody>
      </p:sp>
    </p:spTree>
    <p:extLst>
      <p:ext uri="{BB962C8B-B14F-4D97-AF65-F5344CB8AC3E}">
        <p14:creationId xmlns:p14="http://schemas.microsoft.com/office/powerpoint/2010/main" val="411504048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p:cNvSpPr>
            <a:spLocks noGrp="1"/>
          </p:cNvSpPr>
          <p:nvPr>
            <p:ph type="title"/>
          </p:nvPr>
        </p:nvSpPr>
        <p:spPr/>
        <p:txBody>
          <a:bodyPr/>
          <a:lstStyle/>
          <a:p>
            <a:r>
              <a:rPr lang="en-US" b="1" dirty="0"/>
              <a:t>Accounting Equation 8</a:t>
            </a:r>
            <a:endParaRPr lang="en-IN" dirty="0"/>
          </a:p>
        </p:txBody>
      </p:sp>
      <p:sp>
        <p:nvSpPr>
          <p:cNvPr id="10" name="Content Placeholder 2"/>
          <p:cNvSpPr>
            <a:spLocks noGrp="1"/>
          </p:cNvSpPr>
          <p:nvPr>
            <p:ph idx="1"/>
          </p:nvPr>
        </p:nvSpPr>
        <p:spPr>
          <a:xfrm>
            <a:off x="457200" y="1600201"/>
            <a:ext cx="8229600" cy="838199"/>
          </a:xfrm>
        </p:spPr>
        <p:txBody>
          <a:bodyPr/>
          <a:lstStyle/>
          <a:p>
            <a:pPr marL="0" indent="0">
              <a:buNone/>
            </a:pPr>
            <a:r>
              <a:rPr lang="en-US" sz="2400" b="1" dirty="0">
                <a:solidFill>
                  <a:srgbClr val="0000FF"/>
                </a:solidFill>
              </a:rPr>
              <a:t>Provided consulting services of $1,600 and rents facilities for $300 to a customer for credit.</a:t>
            </a:r>
          </a:p>
        </p:txBody>
      </p:sp>
      <p:pic>
        <p:nvPicPr>
          <p:cNvPr id="3" name="Picture 2" descr="Accounting equation for transaction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5636" y="2617160"/>
            <a:ext cx="8312727" cy="3105329"/>
          </a:xfrm>
          <a:prstGeom prst="rect">
            <a:avLst/>
          </a:prstGeom>
        </p:spPr>
      </p:pic>
      <p:sp>
        <p:nvSpPr>
          <p:cNvPr id="6" name="Content Placeholder 5"/>
          <p:cNvSpPr>
            <a:spLocks noGrp="1"/>
          </p:cNvSpPr>
          <p:nvPr>
            <p:ph sz="quarter" idx="14"/>
          </p:nvPr>
        </p:nvSpPr>
        <p:spPr>
          <a:xfrm>
            <a:off x="3754582" y="6216834"/>
            <a:ext cx="2267107" cy="225530"/>
          </a:xfrm>
        </p:spPr>
        <p:txBody>
          <a:bodyPr>
            <a:normAutofit lnSpcReduction="10000"/>
          </a:bodyPr>
          <a:lstStyle/>
          <a:p>
            <a:pPr lvl="0" algn="ctr"/>
            <a:r>
              <a:rPr lang="en-US" sz="900" dirty="0">
                <a:solidFill>
                  <a:prstClr val="black"/>
                </a:solidFill>
                <a:hlinkClick r:id="" action="ppaction://noaction"/>
              </a:rPr>
              <a:t>Access the text alternative for slide images</a:t>
            </a:r>
            <a:endParaRPr lang="en-US" sz="900" kern="0" dirty="0">
              <a:solidFill>
                <a:prstClr val="black"/>
              </a:solidFill>
            </a:endParaRPr>
          </a:p>
        </p:txBody>
      </p:sp>
      <p:sp>
        <p:nvSpPr>
          <p:cNvPr id="5" name="Content Placeholder 4"/>
          <p:cNvSpPr>
            <a:spLocks noGrp="1"/>
          </p:cNvSpPr>
          <p:nvPr>
            <p:ph idx="13"/>
          </p:nvPr>
        </p:nvSpPr>
        <p:spPr>
          <a:xfrm>
            <a:off x="457200" y="6532419"/>
            <a:ext cx="5181600" cy="228599"/>
          </a:xfrm>
        </p:spPr>
        <p:txBody>
          <a:bodyPr>
            <a:normAutofit fontScale="92500" lnSpcReduction="20000"/>
          </a:bodyPr>
          <a:lstStyle/>
          <a:p>
            <a:pPr marL="0" lvl="0" indent="0">
              <a:buNone/>
            </a:pPr>
            <a:r>
              <a:rPr lang="en-US" altLang="en-US" sz="1100" b="1" kern="0" dirty="0">
                <a:solidFill>
                  <a:prstClr val="black"/>
                </a:solidFill>
              </a:rPr>
              <a:t>Learning Objective P1: </a:t>
            </a:r>
            <a:r>
              <a:rPr lang="en-US" altLang="en-US" sz="1100" kern="0" dirty="0">
                <a:solidFill>
                  <a:prstClr val="black"/>
                </a:solidFill>
              </a:rPr>
              <a:t>Analyze business transactions using the accounting equation.</a:t>
            </a:r>
            <a:endParaRPr lang="en-US" sz="1100" kern="0" dirty="0">
              <a:solidFill>
                <a:prstClr val="black"/>
              </a:solidFill>
            </a:endParaRPr>
          </a:p>
        </p:txBody>
      </p:sp>
      <p:sp>
        <p:nvSpPr>
          <p:cNvPr id="4" name="Slide Number Placeholder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7A12E07D-6177-4BA4-8EF4-EE0B0B1559AA}" type="slidenum">
              <a:rPr kumimoji="0" lang="en-US" sz="1200" b="0" i="0" u="none" strike="noStrike" kern="1200" cap="none" spc="0" normalizeH="0" baseline="0" noProof="0" smtClean="0">
                <a:ln>
                  <a:noFill/>
                </a:ln>
                <a:solidFill>
                  <a:prstClr val="black"/>
                </a:solidFill>
                <a:effectLst/>
                <a:uLnTx/>
                <a:uFillTx/>
                <a:latin typeface="Arial" charset="0"/>
                <a:ea typeface="+mn-ea"/>
                <a:cs typeface="Arial" charset="0"/>
              </a:rPr>
              <a:pPr marL="0" marR="0" lvl="0" indent="0" algn="r" defTabSz="914400" rtl="0" eaLnBrk="1" fontAlgn="base" latinLnBrk="0" hangingPunct="1">
                <a:lnSpc>
                  <a:spcPct val="100000"/>
                </a:lnSpc>
                <a:spcBef>
                  <a:spcPct val="0"/>
                </a:spcBef>
                <a:spcAft>
                  <a:spcPct val="0"/>
                </a:spcAft>
                <a:buClrTx/>
                <a:buSzTx/>
                <a:buFontTx/>
                <a:buNone/>
                <a:tabLst/>
                <a:defRPr/>
              </a:pPr>
              <a:t>29</a:t>
            </a:fld>
            <a:endParaRPr kumimoji="0" lang="en-US" sz="1200" b="0" i="0" u="none" strike="noStrike" kern="1200" cap="none" spc="0" normalizeH="0" baseline="0" noProof="0" dirty="0">
              <a:ln>
                <a:noFill/>
              </a:ln>
              <a:solidFill>
                <a:prstClr val="black"/>
              </a:solidFill>
              <a:effectLst/>
              <a:uLnTx/>
              <a:uFillTx/>
              <a:latin typeface="Arial" charset="0"/>
              <a:ea typeface="+mn-ea"/>
              <a:cs typeface="Arial" charset="0"/>
            </a:endParaRPr>
          </a:p>
        </p:txBody>
      </p:sp>
    </p:spTree>
    <p:extLst>
      <p:ext uri="{BB962C8B-B14F-4D97-AF65-F5344CB8AC3E}">
        <p14:creationId xmlns:p14="http://schemas.microsoft.com/office/powerpoint/2010/main" val="350868265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01004"/>
            <a:ext cx="8229600" cy="1151596"/>
          </a:xfrm>
        </p:spPr>
        <p:txBody>
          <a:bodyPr>
            <a:normAutofit fontScale="90000"/>
          </a:bodyPr>
          <a:lstStyle/>
          <a:p>
            <a:pPr algn="l"/>
            <a:r>
              <a:rPr lang="en-US" sz="3600" b="1" dirty="0">
                <a:solidFill>
                  <a:srgbClr val="0000CC"/>
                </a:solidFill>
              </a:rPr>
              <a:t>Transaction 9: Receipt of Cash from Accounts Receivable</a:t>
            </a:r>
            <a:endParaRPr lang="en-IN" sz="3600" dirty="0">
              <a:solidFill>
                <a:srgbClr val="0000CC"/>
              </a:solidFill>
            </a:endParaRPr>
          </a:p>
        </p:txBody>
      </p:sp>
      <p:sp>
        <p:nvSpPr>
          <p:cNvPr id="3" name="Content Placeholder 2"/>
          <p:cNvSpPr>
            <a:spLocks noGrp="1"/>
          </p:cNvSpPr>
          <p:nvPr>
            <p:ph idx="1"/>
          </p:nvPr>
        </p:nvSpPr>
        <p:spPr>
          <a:xfrm>
            <a:off x="457200" y="1936173"/>
            <a:ext cx="8229600" cy="488951"/>
          </a:xfrm>
        </p:spPr>
        <p:txBody>
          <a:bodyPr/>
          <a:lstStyle/>
          <a:p>
            <a:pPr marL="0" indent="0">
              <a:buNone/>
            </a:pPr>
            <a:r>
              <a:rPr lang="en-US" sz="2600" b="1" dirty="0">
                <a:solidFill>
                  <a:prstClr val="black"/>
                </a:solidFill>
              </a:rPr>
              <a:t>Client in transaction 8 pays $1,900 for consulting services.</a:t>
            </a:r>
          </a:p>
        </p:txBody>
      </p:sp>
      <p:sp>
        <p:nvSpPr>
          <p:cNvPr id="5" name="Content Placeholder 4"/>
          <p:cNvSpPr>
            <a:spLocks noGrp="1"/>
          </p:cNvSpPr>
          <p:nvPr>
            <p:ph idx="13"/>
          </p:nvPr>
        </p:nvSpPr>
        <p:spPr>
          <a:xfrm>
            <a:off x="457200" y="2819401"/>
            <a:ext cx="8458200" cy="1828799"/>
          </a:xfrm>
        </p:spPr>
        <p:txBody>
          <a:bodyPr/>
          <a:lstStyle/>
          <a:p>
            <a:pPr marL="447675" indent="-447675">
              <a:lnSpc>
                <a:spcPct val="90000"/>
              </a:lnSpc>
              <a:buClr>
                <a:srgbClr val="4F81BD"/>
              </a:buClr>
              <a:buSzPct val="70000"/>
              <a:buNone/>
              <a:defRPr/>
            </a:pPr>
            <a:r>
              <a:rPr lang="en-US" b="1" dirty="0">
                <a:solidFill>
                  <a:srgbClr val="800080"/>
                </a:solidFill>
              </a:rPr>
              <a:t>The accounts involved are:</a:t>
            </a:r>
            <a:endParaRPr lang="en-US" b="1" dirty="0">
              <a:solidFill>
                <a:srgbClr val="9E0000"/>
              </a:solidFill>
            </a:endParaRPr>
          </a:p>
          <a:p>
            <a:pPr marL="0" lvl="0" indent="0">
              <a:lnSpc>
                <a:spcPct val="90000"/>
              </a:lnSpc>
              <a:buClr>
                <a:schemeClr val="tx1"/>
              </a:buClr>
              <a:buSzPct val="100000"/>
              <a:buNone/>
              <a:defRPr/>
            </a:pPr>
            <a:r>
              <a:rPr lang="en-US" b="1" dirty="0">
                <a:solidFill>
                  <a:prstClr val="black"/>
                </a:solidFill>
              </a:rPr>
              <a:t>(1) Cash </a:t>
            </a:r>
            <a:r>
              <a:rPr lang="en-US" b="1" dirty="0">
                <a:solidFill>
                  <a:srgbClr val="800080"/>
                </a:solidFill>
              </a:rPr>
              <a:t>(asset)</a:t>
            </a:r>
            <a:r>
              <a:rPr lang="en-US" b="1" dirty="0">
                <a:solidFill>
                  <a:srgbClr val="9E0000"/>
                </a:solidFill>
              </a:rPr>
              <a:t> </a:t>
            </a:r>
            <a:r>
              <a:rPr lang="en-US" b="1" dirty="0">
                <a:solidFill>
                  <a:srgbClr val="485925"/>
                </a:solidFill>
              </a:rPr>
              <a:t>↑</a:t>
            </a:r>
          </a:p>
          <a:p>
            <a:pPr marL="0" lvl="0" indent="0">
              <a:lnSpc>
                <a:spcPct val="90000"/>
              </a:lnSpc>
              <a:buClr>
                <a:prstClr val="black"/>
              </a:buClr>
              <a:buSzPct val="100000"/>
              <a:buNone/>
              <a:defRPr/>
            </a:pPr>
            <a:r>
              <a:rPr lang="en-US" b="1" dirty="0">
                <a:solidFill>
                  <a:prstClr val="black"/>
                </a:solidFill>
              </a:rPr>
              <a:t>(2) Accounts receivable </a:t>
            </a:r>
            <a:r>
              <a:rPr lang="en-US" b="1" dirty="0">
                <a:solidFill>
                  <a:srgbClr val="800080"/>
                </a:solidFill>
              </a:rPr>
              <a:t>(asset) </a:t>
            </a:r>
            <a:r>
              <a:rPr lang="en-US" b="1" dirty="0">
                <a:solidFill>
                  <a:srgbClr val="9E0000"/>
                </a:solidFill>
              </a:rPr>
              <a:t>↓</a:t>
            </a:r>
            <a:endParaRPr lang="en-US" b="1" dirty="0">
              <a:solidFill>
                <a:srgbClr val="C00000"/>
              </a:solidFill>
            </a:endParaRPr>
          </a:p>
        </p:txBody>
      </p:sp>
      <p:sp>
        <p:nvSpPr>
          <p:cNvPr id="6" name="Content Placeholder 5"/>
          <p:cNvSpPr>
            <a:spLocks noGrp="1"/>
          </p:cNvSpPr>
          <p:nvPr>
            <p:ph idx="14"/>
          </p:nvPr>
        </p:nvSpPr>
        <p:spPr>
          <a:xfrm>
            <a:off x="457200" y="6533634"/>
            <a:ext cx="5181600" cy="256141"/>
          </a:xfrm>
        </p:spPr>
        <p:txBody>
          <a:bodyPr>
            <a:normAutofit lnSpcReduction="10000"/>
          </a:bodyPr>
          <a:lstStyle/>
          <a:p>
            <a:pPr marL="0" indent="0">
              <a:buNone/>
            </a:pPr>
            <a:r>
              <a:rPr lang="en-US" altLang="en-US" sz="1100" b="1" kern="0" dirty="0">
                <a:solidFill>
                  <a:prstClr val="black"/>
                </a:solidFill>
              </a:rPr>
              <a:t>Learning Objective P1: </a:t>
            </a:r>
            <a:r>
              <a:rPr lang="en-US" altLang="en-US" sz="1100" kern="0" dirty="0">
                <a:solidFill>
                  <a:prstClr val="black"/>
                </a:solidFill>
              </a:rPr>
              <a:t>Analyze business transactions using the accounting equation.</a:t>
            </a:r>
            <a:endParaRPr lang="en-US" sz="1100" kern="0" dirty="0">
              <a:solidFill>
                <a:prstClr val="black"/>
              </a:solidFill>
            </a:endParaRPr>
          </a:p>
        </p:txBody>
      </p:sp>
      <p:sp>
        <p:nvSpPr>
          <p:cNvPr id="4" name="Slide Number Placeholder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7A12E07D-6177-4BA4-8EF4-EE0B0B1559AA}" type="slidenum">
              <a:rPr kumimoji="0" lang="en-US" sz="1200" b="0" i="0" u="none" strike="noStrike" kern="1200" cap="none" spc="0" normalizeH="0" baseline="0" noProof="0" smtClean="0">
                <a:ln>
                  <a:noFill/>
                </a:ln>
                <a:solidFill>
                  <a:prstClr val="black"/>
                </a:solidFill>
                <a:effectLst/>
                <a:uLnTx/>
                <a:uFillTx/>
                <a:latin typeface="Arial" charset="0"/>
                <a:ea typeface="+mn-ea"/>
                <a:cs typeface="Arial" charset="0"/>
              </a:rPr>
              <a:pPr marL="0" marR="0" lvl="0" indent="0" algn="r" defTabSz="914400" rtl="0" eaLnBrk="1" fontAlgn="base" latinLnBrk="0" hangingPunct="1">
                <a:lnSpc>
                  <a:spcPct val="100000"/>
                </a:lnSpc>
                <a:spcBef>
                  <a:spcPct val="0"/>
                </a:spcBef>
                <a:spcAft>
                  <a:spcPct val="0"/>
                </a:spcAft>
                <a:buClrTx/>
                <a:buSzTx/>
                <a:buFontTx/>
                <a:buNone/>
                <a:tabLst/>
                <a:defRPr/>
              </a:pPr>
              <a:t>30</a:t>
            </a:fld>
            <a:endParaRPr kumimoji="0" lang="en-US" sz="1200" b="0" i="0" u="none" strike="noStrike" kern="1200" cap="none" spc="0" normalizeH="0" baseline="0" noProof="0" dirty="0">
              <a:ln>
                <a:noFill/>
              </a:ln>
              <a:solidFill>
                <a:prstClr val="black"/>
              </a:solidFill>
              <a:effectLst/>
              <a:uLnTx/>
              <a:uFillTx/>
              <a:latin typeface="Arial" charset="0"/>
              <a:ea typeface="+mn-ea"/>
              <a:cs typeface="Arial" charset="0"/>
            </a:endParaRPr>
          </a:p>
        </p:txBody>
      </p:sp>
    </p:spTree>
    <p:extLst>
      <p:ext uri="{BB962C8B-B14F-4D97-AF65-F5344CB8AC3E}">
        <p14:creationId xmlns:p14="http://schemas.microsoft.com/office/powerpoint/2010/main" val="326381691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p:cNvSpPr>
            <a:spLocks noGrp="1"/>
          </p:cNvSpPr>
          <p:nvPr>
            <p:ph type="title"/>
          </p:nvPr>
        </p:nvSpPr>
        <p:spPr>
          <a:xfrm>
            <a:off x="457200" y="630240"/>
            <a:ext cx="8229600" cy="787398"/>
          </a:xfrm>
        </p:spPr>
        <p:txBody>
          <a:bodyPr/>
          <a:lstStyle/>
          <a:p>
            <a:r>
              <a:rPr lang="en-US" sz="4000" b="1" dirty="0"/>
              <a:t>Accounting Equation 9</a:t>
            </a:r>
            <a:endParaRPr lang="en-IN" sz="4000" dirty="0"/>
          </a:p>
        </p:txBody>
      </p:sp>
      <p:sp>
        <p:nvSpPr>
          <p:cNvPr id="10" name="Content Placeholder 2"/>
          <p:cNvSpPr>
            <a:spLocks noGrp="1"/>
          </p:cNvSpPr>
          <p:nvPr>
            <p:ph idx="1"/>
          </p:nvPr>
        </p:nvSpPr>
        <p:spPr>
          <a:xfrm>
            <a:off x="457200" y="1600202"/>
            <a:ext cx="8229600" cy="421268"/>
          </a:xfrm>
        </p:spPr>
        <p:txBody>
          <a:bodyPr/>
          <a:lstStyle/>
          <a:p>
            <a:pPr marL="0" indent="0">
              <a:lnSpc>
                <a:spcPct val="90000"/>
              </a:lnSpc>
              <a:buClr>
                <a:srgbClr val="4F81BD"/>
              </a:buClr>
              <a:buSzPct val="70000"/>
              <a:buNone/>
              <a:defRPr/>
            </a:pPr>
            <a:r>
              <a:rPr lang="en-US" sz="2400" b="1" dirty="0">
                <a:solidFill>
                  <a:prstClr val="black"/>
                </a:solidFill>
              </a:rPr>
              <a:t>Client in transaction 8 pays $1,900 for consulting services.</a:t>
            </a:r>
            <a:endParaRPr lang="en-US" sz="2400" b="1" i="1" dirty="0">
              <a:solidFill>
                <a:srgbClr val="9900CC"/>
              </a:solidFill>
            </a:endParaRPr>
          </a:p>
        </p:txBody>
      </p:sp>
      <p:pic>
        <p:nvPicPr>
          <p:cNvPr id="2" name="Picture 1" descr="Accounting equation for transaction 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0383" y="2340855"/>
            <a:ext cx="8024799" cy="2937727"/>
          </a:xfrm>
          <a:prstGeom prst="rect">
            <a:avLst/>
          </a:prstGeom>
        </p:spPr>
      </p:pic>
      <p:sp>
        <p:nvSpPr>
          <p:cNvPr id="6" name="Content Placeholder 5"/>
          <p:cNvSpPr>
            <a:spLocks noGrp="1"/>
          </p:cNvSpPr>
          <p:nvPr>
            <p:ph sz="quarter" idx="14"/>
          </p:nvPr>
        </p:nvSpPr>
        <p:spPr>
          <a:xfrm>
            <a:off x="3607850" y="6241079"/>
            <a:ext cx="2204132" cy="225530"/>
          </a:xfrm>
        </p:spPr>
        <p:txBody>
          <a:bodyPr>
            <a:normAutofit lnSpcReduction="10000"/>
          </a:bodyPr>
          <a:lstStyle/>
          <a:p>
            <a:pPr lvl="0" algn="ctr"/>
            <a:r>
              <a:rPr lang="en-US" sz="900" dirty="0">
                <a:solidFill>
                  <a:prstClr val="black"/>
                </a:solidFill>
                <a:hlinkClick r:id="" action="ppaction://noaction"/>
              </a:rPr>
              <a:t>Access the text alternative for slide images</a:t>
            </a:r>
            <a:endParaRPr lang="en-US" sz="900" kern="0" dirty="0">
              <a:solidFill>
                <a:prstClr val="black"/>
              </a:solidFill>
            </a:endParaRPr>
          </a:p>
        </p:txBody>
      </p:sp>
      <p:sp>
        <p:nvSpPr>
          <p:cNvPr id="5" name="Content Placeholder 4"/>
          <p:cNvSpPr>
            <a:spLocks noGrp="1"/>
          </p:cNvSpPr>
          <p:nvPr>
            <p:ph idx="13"/>
          </p:nvPr>
        </p:nvSpPr>
        <p:spPr>
          <a:xfrm>
            <a:off x="453656" y="6532419"/>
            <a:ext cx="5105400" cy="228599"/>
          </a:xfrm>
        </p:spPr>
        <p:txBody>
          <a:bodyPr>
            <a:normAutofit fontScale="92500" lnSpcReduction="20000"/>
          </a:bodyPr>
          <a:lstStyle/>
          <a:p>
            <a:pPr marL="0" lvl="0" indent="0">
              <a:buNone/>
            </a:pPr>
            <a:r>
              <a:rPr lang="en-US" altLang="en-US" sz="1100" b="1" kern="0" dirty="0">
                <a:solidFill>
                  <a:prstClr val="black"/>
                </a:solidFill>
              </a:rPr>
              <a:t>Learning Objective P1: </a:t>
            </a:r>
            <a:r>
              <a:rPr lang="en-US" altLang="en-US" sz="1100" kern="0" dirty="0">
                <a:solidFill>
                  <a:prstClr val="black"/>
                </a:solidFill>
              </a:rPr>
              <a:t>Analyze business transactions using the accounting equation.</a:t>
            </a:r>
            <a:endParaRPr lang="en-US" sz="1100" kern="0" dirty="0">
              <a:solidFill>
                <a:prstClr val="black"/>
              </a:solidFill>
            </a:endParaRPr>
          </a:p>
        </p:txBody>
      </p:sp>
      <p:sp>
        <p:nvSpPr>
          <p:cNvPr id="4" name="Slide Number Placeholder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7A12E07D-6177-4BA4-8EF4-EE0B0B1559AA}" type="slidenum">
              <a:rPr kumimoji="0" lang="en-US" sz="1200" b="0" i="0" u="none" strike="noStrike" kern="1200" cap="none" spc="0" normalizeH="0" baseline="0" noProof="0" smtClean="0">
                <a:ln>
                  <a:noFill/>
                </a:ln>
                <a:solidFill>
                  <a:prstClr val="black"/>
                </a:solidFill>
                <a:effectLst/>
                <a:uLnTx/>
                <a:uFillTx/>
                <a:latin typeface="Arial" charset="0"/>
                <a:ea typeface="+mn-ea"/>
                <a:cs typeface="Arial" charset="0"/>
              </a:rPr>
              <a:pPr marL="0" marR="0" lvl="0" indent="0" algn="r" defTabSz="914400" rtl="0" eaLnBrk="1" fontAlgn="base" latinLnBrk="0" hangingPunct="1">
                <a:lnSpc>
                  <a:spcPct val="100000"/>
                </a:lnSpc>
                <a:spcBef>
                  <a:spcPct val="0"/>
                </a:spcBef>
                <a:spcAft>
                  <a:spcPct val="0"/>
                </a:spcAft>
                <a:buClrTx/>
                <a:buSzTx/>
                <a:buFontTx/>
                <a:buNone/>
                <a:tabLst/>
                <a:defRPr/>
              </a:pPr>
              <a:t>31</a:t>
            </a:fld>
            <a:endParaRPr kumimoji="0" lang="en-US" sz="1200" b="0" i="0" u="none" strike="noStrike" kern="1200" cap="none" spc="0" normalizeH="0" baseline="0" noProof="0" dirty="0">
              <a:ln>
                <a:noFill/>
              </a:ln>
              <a:solidFill>
                <a:prstClr val="black"/>
              </a:solidFill>
              <a:effectLst/>
              <a:uLnTx/>
              <a:uFillTx/>
              <a:latin typeface="Arial" charset="0"/>
              <a:ea typeface="+mn-ea"/>
              <a:cs typeface="Arial" charset="0"/>
            </a:endParaRPr>
          </a:p>
        </p:txBody>
      </p:sp>
    </p:spTree>
    <p:extLst>
      <p:ext uri="{BB962C8B-B14F-4D97-AF65-F5344CB8AC3E}">
        <p14:creationId xmlns:p14="http://schemas.microsoft.com/office/powerpoint/2010/main" val="77864497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01004"/>
            <a:ext cx="8229600" cy="1151596"/>
          </a:xfrm>
        </p:spPr>
        <p:txBody>
          <a:bodyPr>
            <a:normAutofit fontScale="90000"/>
          </a:bodyPr>
          <a:lstStyle/>
          <a:p>
            <a:pPr algn="l"/>
            <a:r>
              <a:rPr lang="en-US" sz="3600" b="1" dirty="0">
                <a:solidFill>
                  <a:srgbClr val="0000CC"/>
                </a:solidFill>
              </a:rPr>
              <a:t>Transaction 10: Payment of Accounts Payable</a:t>
            </a:r>
            <a:endParaRPr lang="en-IN" sz="3600" dirty="0">
              <a:solidFill>
                <a:srgbClr val="0000CC"/>
              </a:solidFill>
            </a:endParaRPr>
          </a:p>
        </p:txBody>
      </p:sp>
      <p:sp>
        <p:nvSpPr>
          <p:cNvPr id="3" name="Content Placeholder 2"/>
          <p:cNvSpPr>
            <a:spLocks noGrp="1"/>
          </p:cNvSpPr>
          <p:nvPr>
            <p:ph idx="1"/>
          </p:nvPr>
        </p:nvSpPr>
        <p:spPr>
          <a:xfrm>
            <a:off x="457200" y="1981201"/>
            <a:ext cx="8229600" cy="838200"/>
          </a:xfrm>
        </p:spPr>
        <p:txBody>
          <a:bodyPr/>
          <a:lstStyle/>
          <a:p>
            <a:pPr marL="0" indent="0">
              <a:lnSpc>
                <a:spcPct val="90000"/>
              </a:lnSpc>
              <a:buClr>
                <a:srgbClr val="4F81BD"/>
              </a:buClr>
              <a:buSzPct val="70000"/>
              <a:buNone/>
              <a:defRPr/>
            </a:pPr>
            <a:r>
              <a:rPr lang="en-US" sz="2600" b="1" dirty="0">
                <a:solidFill>
                  <a:prstClr val="black"/>
                </a:solidFill>
              </a:rPr>
              <a:t>Fast Forward pays $900 as partial payment for supplies purchased in transaction 4.</a:t>
            </a:r>
          </a:p>
        </p:txBody>
      </p:sp>
      <p:sp>
        <p:nvSpPr>
          <p:cNvPr id="5" name="Content Placeholder 4"/>
          <p:cNvSpPr>
            <a:spLocks noGrp="1"/>
          </p:cNvSpPr>
          <p:nvPr>
            <p:ph idx="13"/>
          </p:nvPr>
        </p:nvSpPr>
        <p:spPr>
          <a:xfrm>
            <a:off x="457200" y="3048003"/>
            <a:ext cx="8458200" cy="1828797"/>
          </a:xfrm>
        </p:spPr>
        <p:txBody>
          <a:bodyPr/>
          <a:lstStyle/>
          <a:p>
            <a:pPr marL="447675" indent="-447675">
              <a:lnSpc>
                <a:spcPct val="90000"/>
              </a:lnSpc>
              <a:buClr>
                <a:srgbClr val="4F81BD"/>
              </a:buClr>
              <a:buSzPct val="70000"/>
              <a:buNone/>
              <a:defRPr/>
            </a:pPr>
            <a:r>
              <a:rPr lang="en-US" b="1" dirty="0">
                <a:solidFill>
                  <a:srgbClr val="800080"/>
                </a:solidFill>
              </a:rPr>
              <a:t>The accounts involved are:</a:t>
            </a:r>
            <a:endParaRPr lang="en-US" b="1" dirty="0">
              <a:solidFill>
                <a:srgbClr val="9E0000"/>
              </a:solidFill>
            </a:endParaRPr>
          </a:p>
          <a:p>
            <a:pPr marL="0" indent="0">
              <a:lnSpc>
                <a:spcPct val="90000"/>
              </a:lnSpc>
              <a:buClr>
                <a:schemeClr val="tx1"/>
              </a:buClr>
              <a:buSzPct val="100000"/>
              <a:buNone/>
              <a:defRPr/>
            </a:pPr>
            <a:r>
              <a:rPr lang="en-US" b="1" dirty="0">
                <a:solidFill>
                  <a:prstClr val="black"/>
                </a:solidFill>
              </a:rPr>
              <a:t>(1) Cash </a:t>
            </a:r>
            <a:r>
              <a:rPr lang="en-US" b="1" dirty="0">
                <a:solidFill>
                  <a:srgbClr val="800080"/>
                </a:solidFill>
              </a:rPr>
              <a:t>(asset) </a:t>
            </a:r>
            <a:r>
              <a:rPr lang="en-US" b="1" dirty="0">
                <a:solidFill>
                  <a:srgbClr val="9E0000"/>
                </a:solidFill>
              </a:rPr>
              <a:t>↓</a:t>
            </a:r>
            <a:endParaRPr lang="en-US" b="1" dirty="0">
              <a:solidFill>
                <a:srgbClr val="C00000"/>
              </a:solidFill>
            </a:endParaRPr>
          </a:p>
          <a:p>
            <a:pPr marL="0" lvl="0" indent="0">
              <a:lnSpc>
                <a:spcPct val="90000"/>
              </a:lnSpc>
              <a:buClr>
                <a:prstClr val="black"/>
              </a:buClr>
              <a:buSzPct val="100000"/>
              <a:buNone/>
              <a:defRPr/>
            </a:pPr>
            <a:r>
              <a:rPr lang="en-US" b="1" dirty="0">
                <a:solidFill>
                  <a:prstClr val="black"/>
                </a:solidFill>
              </a:rPr>
              <a:t>(2) Accounts payable </a:t>
            </a:r>
            <a:r>
              <a:rPr lang="en-US" b="1" dirty="0">
                <a:solidFill>
                  <a:srgbClr val="800080"/>
                </a:solidFill>
              </a:rPr>
              <a:t>(liability) </a:t>
            </a:r>
            <a:r>
              <a:rPr lang="en-US" b="1" dirty="0">
                <a:solidFill>
                  <a:srgbClr val="9E0000"/>
                </a:solidFill>
              </a:rPr>
              <a:t>↓</a:t>
            </a:r>
            <a:endParaRPr lang="en-US" b="1" dirty="0">
              <a:solidFill>
                <a:srgbClr val="C00000"/>
              </a:solidFill>
            </a:endParaRPr>
          </a:p>
        </p:txBody>
      </p:sp>
      <p:sp>
        <p:nvSpPr>
          <p:cNvPr id="6" name="Content Placeholder 5"/>
          <p:cNvSpPr>
            <a:spLocks noGrp="1"/>
          </p:cNvSpPr>
          <p:nvPr>
            <p:ph idx="14"/>
          </p:nvPr>
        </p:nvSpPr>
        <p:spPr>
          <a:xfrm>
            <a:off x="457200" y="6533634"/>
            <a:ext cx="5181600" cy="256141"/>
          </a:xfrm>
        </p:spPr>
        <p:txBody>
          <a:bodyPr>
            <a:normAutofit lnSpcReduction="10000"/>
          </a:bodyPr>
          <a:lstStyle/>
          <a:p>
            <a:pPr marL="0" indent="0">
              <a:buNone/>
            </a:pPr>
            <a:r>
              <a:rPr lang="en-US" altLang="en-US" sz="1100" b="1" kern="0" dirty="0">
                <a:solidFill>
                  <a:prstClr val="black"/>
                </a:solidFill>
              </a:rPr>
              <a:t>Learning Objective P1: </a:t>
            </a:r>
            <a:r>
              <a:rPr lang="en-US" altLang="en-US" sz="1100" kern="0" dirty="0">
                <a:solidFill>
                  <a:prstClr val="black"/>
                </a:solidFill>
              </a:rPr>
              <a:t>Analyze business transactions using the accounting equation.</a:t>
            </a:r>
            <a:endParaRPr lang="en-US" sz="1100" kern="0" dirty="0">
              <a:solidFill>
                <a:prstClr val="black"/>
              </a:solidFill>
            </a:endParaRPr>
          </a:p>
        </p:txBody>
      </p:sp>
      <p:sp>
        <p:nvSpPr>
          <p:cNvPr id="4" name="Slide Number Placeholder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7A12E07D-6177-4BA4-8EF4-EE0B0B1559AA}" type="slidenum">
              <a:rPr kumimoji="0" lang="en-US" sz="1200" b="0" i="0" u="none" strike="noStrike" kern="1200" cap="none" spc="0" normalizeH="0" baseline="0" noProof="0" smtClean="0">
                <a:ln>
                  <a:noFill/>
                </a:ln>
                <a:solidFill>
                  <a:prstClr val="black"/>
                </a:solidFill>
                <a:effectLst/>
                <a:uLnTx/>
                <a:uFillTx/>
                <a:latin typeface="Arial" charset="0"/>
                <a:ea typeface="+mn-ea"/>
                <a:cs typeface="Arial" charset="0"/>
              </a:rPr>
              <a:pPr marL="0" marR="0" lvl="0" indent="0" algn="r" defTabSz="914400" rtl="0" eaLnBrk="1" fontAlgn="base" latinLnBrk="0" hangingPunct="1">
                <a:lnSpc>
                  <a:spcPct val="100000"/>
                </a:lnSpc>
                <a:spcBef>
                  <a:spcPct val="0"/>
                </a:spcBef>
                <a:spcAft>
                  <a:spcPct val="0"/>
                </a:spcAft>
                <a:buClrTx/>
                <a:buSzTx/>
                <a:buFontTx/>
                <a:buNone/>
                <a:tabLst/>
                <a:defRPr/>
              </a:pPr>
              <a:t>32</a:t>
            </a:fld>
            <a:endParaRPr kumimoji="0" lang="en-US" sz="1200" b="0" i="0" u="none" strike="noStrike" kern="1200" cap="none" spc="0" normalizeH="0" baseline="0" noProof="0" dirty="0">
              <a:ln>
                <a:noFill/>
              </a:ln>
              <a:solidFill>
                <a:prstClr val="black"/>
              </a:solidFill>
              <a:effectLst/>
              <a:uLnTx/>
              <a:uFillTx/>
              <a:latin typeface="Arial" charset="0"/>
              <a:ea typeface="+mn-ea"/>
              <a:cs typeface="Arial" charset="0"/>
            </a:endParaRPr>
          </a:p>
        </p:txBody>
      </p:sp>
    </p:spTree>
    <p:extLst>
      <p:ext uri="{BB962C8B-B14F-4D97-AF65-F5344CB8AC3E}">
        <p14:creationId xmlns:p14="http://schemas.microsoft.com/office/powerpoint/2010/main" val="376698358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p:cNvSpPr>
            <a:spLocks noGrp="1"/>
          </p:cNvSpPr>
          <p:nvPr>
            <p:ph type="title"/>
          </p:nvPr>
        </p:nvSpPr>
        <p:spPr>
          <a:xfrm>
            <a:off x="457200" y="685800"/>
            <a:ext cx="8229600" cy="731838"/>
          </a:xfrm>
        </p:spPr>
        <p:txBody>
          <a:bodyPr>
            <a:normAutofit fontScale="90000"/>
          </a:bodyPr>
          <a:lstStyle/>
          <a:p>
            <a:r>
              <a:rPr lang="en-US" b="1" dirty="0"/>
              <a:t>Accounting Equation 10</a:t>
            </a:r>
            <a:endParaRPr lang="en-IN" dirty="0"/>
          </a:p>
        </p:txBody>
      </p:sp>
      <p:sp>
        <p:nvSpPr>
          <p:cNvPr id="10" name="Content Placeholder 2"/>
          <p:cNvSpPr>
            <a:spLocks noGrp="1"/>
          </p:cNvSpPr>
          <p:nvPr>
            <p:ph idx="1"/>
          </p:nvPr>
        </p:nvSpPr>
        <p:spPr>
          <a:xfrm>
            <a:off x="457200" y="1600201"/>
            <a:ext cx="8229600" cy="838199"/>
          </a:xfrm>
        </p:spPr>
        <p:txBody>
          <a:bodyPr/>
          <a:lstStyle/>
          <a:p>
            <a:pPr marL="0" indent="0">
              <a:lnSpc>
                <a:spcPct val="90000"/>
              </a:lnSpc>
              <a:buClr>
                <a:srgbClr val="4F81BD"/>
              </a:buClr>
              <a:buSzPct val="70000"/>
              <a:buNone/>
              <a:defRPr/>
            </a:pPr>
            <a:r>
              <a:rPr lang="en-US" sz="2400" b="1" dirty="0">
                <a:solidFill>
                  <a:prstClr val="black"/>
                </a:solidFill>
              </a:rPr>
              <a:t>FastForward pays $900 as partial payment for supplies purchased in transaction 4.</a:t>
            </a:r>
            <a:endParaRPr lang="en-US" sz="2400" b="1" i="1" dirty="0">
              <a:solidFill>
                <a:srgbClr val="9900CC"/>
              </a:solidFill>
            </a:endParaRPr>
          </a:p>
        </p:txBody>
      </p:sp>
      <p:pic>
        <p:nvPicPr>
          <p:cNvPr id="2" name="Picture 1" descr="Accounting equation for transaction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5452" y="2632364"/>
            <a:ext cx="8033095" cy="2946024"/>
          </a:xfrm>
          <a:prstGeom prst="rect">
            <a:avLst/>
          </a:prstGeom>
        </p:spPr>
      </p:pic>
      <p:sp>
        <p:nvSpPr>
          <p:cNvPr id="6" name="Content Placeholder 5"/>
          <p:cNvSpPr>
            <a:spLocks noGrp="1"/>
          </p:cNvSpPr>
          <p:nvPr>
            <p:ph sz="quarter" idx="14"/>
          </p:nvPr>
        </p:nvSpPr>
        <p:spPr>
          <a:xfrm>
            <a:off x="3613517" y="6209906"/>
            <a:ext cx="2330083" cy="225530"/>
          </a:xfrm>
        </p:spPr>
        <p:txBody>
          <a:bodyPr>
            <a:normAutofit lnSpcReduction="10000"/>
          </a:bodyPr>
          <a:lstStyle/>
          <a:p>
            <a:pPr lvl="0" algn="ctr"/>
            <a:r>
              <a:rPr lang="en-US" sz="900" dirty="0">
                <a:solidFill>
                  <a:prstClr val="black"/>
                </a:solidFill>
                <a:hlinkClick r:id="" action="ppaction://noaction"/>
              </a:rPr>
              <a:t>Access the text alternative for slide images</a:t>
            </a:r>
            <a:endParaRPr lang="en-US" sz="900" kern="0" dirty="0">
              <a:solidFill>
                <a:prstClr val="black"/>
              </a:solidFill>
            </a:endParaRPr>
          </a:p>
        </p:txBody>
      </p:sp>
      <p:sp>
        <p:nvSpPr>
          <p:cNvPr id="5" name="Content Placeholder 4"/>
          <p:cNvSpPr>
            <a:spLocks noGrp="1"/>
          </p:cNvSpPr>
          <p:nvPr>
            <p:ph idx="13"/>
          </p:nvPr>
        </p:nvSpPr>
        <p:spPr>
          <a:xfrm>
            <a:off x="457200" y="6526934"/>
            <a:ext cx="5198337" cy="244475"/>
          </a:xfrm>
        </p:spPr>
        <p:txBody>
          <a:bodyPr>
            <a:normAutofit lnSpcReduction="10000"/>
          </a:bodyPr>
          <a:lstStyle/>
          <a:p>
            <a:pPr marL="0" lvl="0" indent="0">
              <a:buNone/>
            </a:pPr>
            <a:r>
              <a:rPr lang="en-US" altLang="en-US" sz="1100" b="1" kern="0" dirty="0">
                <a:solidFill>
                  <a:prstClr val="black"/>
                </a:solidFill>
              </a:rPr>
              <a:t>Learning Objective P1: </a:t>
            </a:r>
            <a:r>
              <a:rPr lang="en-US" altLang="en-US" sz="1100" kern="0" dirty="0">
                <a:solidFill>
                  <a:prstClr val="black"/>
                </a:solidFill>
              </a:rPr>
              <a:t>Analyze business transactions using the accounting equation.</a:t>
            </a:r>
            <a:endParaRPr lang="en-US" sz="1100" kern="0" dirty="0">
              <a:solidFill>
                <a:prstClr val="black"/>
              </a:solidFill>
            </a:endParaRPr>
          </a:p>
        </p:txBody>
      </p:sp>
      <p:sp>
        <p:nvSpPr>
          <p:cNvPr id="4" name="Slide Number Placeholder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7A12E07D-6177-4BA4-8EF4-EE0B0B1559AA}" type="slidenum">
              <a:rPr kumimoji="0" lang="en-US" sz="1200" b="0" i="0" u="none" strike="noStrike" kern="1200" cap="none" spc="0" normalizeH="0" baseline="0" noProof="0" smtClean="0">
                <a:ln>
                  <a:noFill/>
                </a:ln>
                <a:solidFill>
                  <a:prstClr val="black"/>
                </a:solidFill>
                <a:effectLst/>
                <a:uLnTx/>
                <a:uFillTx/>
                <a:latin typeface="Arial" charset="0"/>
                <a:ea typeface="+mn-ea"/>
                <a:cs typeface="Arial" charset="0"/>
              </a:rPr>
              <a:pPr marL="0" marR="0" lvl="0" indent="0" algn="r" defTabSz="914400" rtl="0" eaLnBrk="1" fontAlgn="base" latinLnBrk="0" hangingPunct="1">
                <a:lnSpc>
                  <a:spcPct val="100000"/>
                </a:lnSpc>
                <a:spcBef>
                  <a:spcPct val="0"/>
                </a:spcBef>
                <a:spcAft>
                  <a:spcPct val="0"/>
                </a:spcAft>
                <a:buClrTx/>
                <a:buSzTx/>
                <a:buFontTx/>
                <a:buNone/>
                <a:tabLst/>
                <a:defRPr/>
              </a:pPr>
              <a:t>33</a:t>
            </a:fld>
            <a:endParaRPr kumimoji="0" lang="en-US" sz="1200" b="0" i="0" u="none" strike="noStrike" kern="1200" cap="none" spc="0" normalizeH="0" baseline="0" noProof="0" dirty="0">
              <a:ln>
                <a:noFill/>
              </a:ln>
              <a:solidFill>
                <a:prstClr val="black"/>
              </a:solidFill>
              <a:effectLst/>
              <a:uLnTx/>
              <a:uFillTx/>
              <a:latin typeface="Arial" charset="0"/>
              <a:ea typeface="+mn-ea"/>
              <a:cs typeface="Arial" charset="0"/>
            </a:endParaRPr>
          </a:p>
        </p:txBody>
      </p:sp>
    </p:spTree>
    <p:extLst>
      <p:ext uri="{BB962C8B-B14F-4D97-AF65-F5344CB8AC3E}">
        <p14:creationId xmlns:p14="http://schemas.microsoft.com/office/powerpoint/2010/main" val="418683245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86740"/>
            <a:ext cx="8229600" cy="1089660"/>
          </a:xfrm>
        </p:spPr>
        <p:txBody>
          <a:bodyPr>
            <a:normAutofit fontScale="90000"/>
          </a:bodyPr>
          <a:lstStyle/>
          <a:p>
            <a:pPr algn="l"/>
            <a:r>
              <a:rPr lang="en-US" sz="3600" b="1" dirty="0">
                <a:solidFill>
                  <a:srgbClr val="0000CC"/>
                </a:solidFill>
              </a:rPr>
              <a:t>Transaction 11: Withdrawal of Cash by Owner</a:t>
            </a:r>
            <a:endParaRPr lang="en-IN" sz="3600" dirty="0">
              <a:solidFill>
                <a:srgbClr val="0000CC"/>
              </a:solidFill>
            </a:endParaRPr>
          </a:p>
        </p:txBody>
      </p:sp>
      <p:sp>
        <p:nvSpPr>
          <p:cNvPr id="3" name="Content Placeholder 2"/>
          <p:cNvSpPr>
            <a:spLocks noGrp="1"/>
          </p:cNvSpPr>
          <p:nvPr>
            <p:ph idx="1"/>
          </p:nvPr>
        </p:nvSpPr>
        <p:spPr>
          <a:xfrm>
            <a:off x="446903" y="1925784"/>
            <a:ext cx="8229600" cy="533398"/>
          </a:xfrm>
        </p:spPr>
        <p:txBody>
          <a:bodyPr/>
          <a:lstStyle/>
          <a:p>
            <a:pPr marL="0" indent="0">
              <a:lnSpc>
                <a:spcPct val="90000"/>
              </a:lnSpc>
              <a:buClr>
                <a:srgbClr val="4F81BD"/>
              </a:buClr>
              <a:buSzPct val="70000"/>
              <a:buNone/>
              <a:defRPr/>
            </a:pPr>
            <a:r>
              <a:rPr lang="en-US" b="1" dirty="0">
                <a:solidFill>
                  <a:prstClr val="black"/>
                </a:solidFill>
              </a:rPr>
              <a:t>Owner withdraws $200 cash for personal use.</a:t>
            </a:r>
            <a:endParaRPr lang="en-US" b="1" dirty="0">
              <a:solidFill>
                <a:srgbClr val="9900CC"/>
              </a:solidFill>
            </a:endParaRPr>
          </a:p>
        </p:txBody>
      </p:sp>
      <p:sp>
        <p:nvSpPr>
          <p:cNvPr id="5" name="Content Placeholder 4"/>
          <p:cNvSpPr>
            <a:spLocks noGrp="1"/>
          </p:cNvSpPr>
          <p:nvPr>
            <p:ph idx="13"/>
          </p:nvPr>
        </p:nvSpPr>
        <p:spPr>
          <a:xfrm>
            <a:off x="459259" y="2677085"/>
            <a:ext cx="8229600" cy="1742515"/>
          </a:xfrm>
        </p:spPr>
        <p:txBody>
          <a:bodyPr/>
          <a:lstStyle/>
          <a:p>
            <a:pPr marL="447675" indent="-447675">
              <a:lnSpc>
                <a:spcPct val="90000"/>
              </a:lnSpc>
              <a:buClr>
                <a:srgbClr val="4F81BD"/>
              </a:buClr>
              <a:buSzPct val="70000"/>
              <a:buNone/>
              <a:defRPr/>
            </a:pPr>
            <a:r>
              <a:rPr lang="en-US" b="1" dirty="0">
                <a:solidFill>
                  <a:srgbClr val="800080"/>
                </a:solidFill>
              </a:rPr>
              <a:t>The accounts involved are:</a:t>
            </a:r>
            <a:endParaRPr lang="en-US" b="1" dirty="0">
              <a:solidFill>
                <a:srgbClr val="9E0000"/>
              </a:solidFill>
            </a:endParaRPr>
          </a:p>
          <a:p>
            <a:pPr marL="0" indent="0">
              <a:lnSpc>
                <a:spcPct val="90000"/>
              </a:lnSpc>
              <a:buClr>
                <a:schemeClr val="tx1"/>
              </a:buClr>
              <a:buSzPct val="100000"/>
              <a:buNone/>
              <a:defRPr/>
            </a:pPr>
            <a:r>
              <a:rPr lang="en-US" b="1" dirty="0">
                <a:solidFill>
                  <a:prstClr val="black"/>
                </a:solidFill>
              </a:rPr>
              <a:t>(1) Cash </a:t>
            </a:r>
            <a:r>
              <a:rPr lang="en-US" b="1" dirty="0">
                <a:solidFill>
                  <a:srgbClr val="9E0000"/>
                </a:solidFill>
              </a:rPr>
              <a:t>(asset) ↓</a:t>
            </a:r>
            <a:endParaRPr lang="en-US" b="1" dirty="0">
              <a:solidFill>
                <a:srgbClr val="C00000"/>
              </a:solidFill>
            </a:endParaRPr>
          </a:p>
          <a:p>
            <a:pPr marL="0" lvl="0" indent="0">
              <a:lnSpc>
                <a:spcPct val="90000"/>
              </a:lnSpc>
              <a:buClr>
                <a:prstClr val="black"/>
              </a:buClr>
              <a:buSzPct val="100000"/>
              <a:buNone/>
              <a:defRPr/>
            </a:pPr>
            <a:r>
              <a:rPr lang="en-US" b="1" dirty="0">
                <a:solidFill>
                  <a:prstClr val="black"/>
                </a:solidFill>
              </a:rPr>
              <a:t>(2) C. Taylor, Withdrawals </a:t>
            </a:r>
            <a:r>
              <a:rPr lang="en-US" b="1" dirty="0">
                <a:solidFill>
                  <a:srgbClr val="34411B"/>
                </a:solidFill>
              </a:rPr>
              <a:t>↑</a:t>
            </a:r>
            <a:r>
              <a:rPr lang="en-US" b="1" dirty="0">
                <a:solidFill>
                  <a:prstClr val="black"/>
                </a:solidFill>
              </a:rPr>
              <a:t> </a:t>
            </a:r>
            <a:r>
              <a:rPr lang="en-US" b="1" dirty="0">
                <a:solidFill>
                  <a:srgbClr val="9E0000"/>
                </a:solidFill>
              </a:rPr>
              <a:t>(equity) ↓</a:t>
            </a:r>
            <a:endParaRPr lang="en-US" b="1" dirty="0">
              <a:solidFill>
                <a:srgbClr val="C00000"/>
              </a:solidFill>
            </a:endParaRPr>
          </a:p>
        </p:txBody>
      </p:sp>
      <p:sp>
        <p:nvSpPr>
          <p:cNvPr id="6" name="Content Placeholder 5"/>
          <p:cNvSpPr>
            <a:spLocks noGrp="1"/>
          </p:cNvSpPr>
          <p:nvPr>
            <p:ph idx="14"/>
          </p:nvPr>
        </p:nvSpPr>
        <p:spPr>
          <a:xfrm>
            <a:off x="457200" y="4724400"/>
            <a:ext cx="8229600" cy="1631950"/>
          </a:xfrm>
        </p:spPr>
        <p:txBody>
          <a:bodyPr>
            <a:normAutofit lnSpcReduction="10000"/>
          </a:bodyPr>
          <a:lstStyle/>
          <a:p>
            <a:pPr marL="0" lvl="0" indent="0" eaLnBrk="1" hangingPunct="1">
              <a:spcBef>
                <a:spcPct val="0"/>
              </a:spcBef>
              <a:spcAft>
                <a:spcPts val="800"/>
              </a:spcAft>
              <a:buNone/>
            </a:pPr>
            <a:r>
              <a:rPr lang="en-US" sz="2400" b="1" dirty="0">
                <a:solidFill>
                  <a:prstClr val="black"/>
                </a:solidFill>
                <a:cs typeface="Arial" charset="0"/>
              </a:rPr>
              <a:t>Remember that the Withdrawals account actually increases (just like our Expense accounts).</a:t>
            </a:r>
          </a:p>
          <a:p>
            <a:pPr marL="0" lvl="0" indent="0" eaLnBrk="1" hangingPunct="1">
              <a:spcBef>
                <a:spcPct val="0"/>
              </a:spcBef>
              <a:buNone/>
            </a:pPr>
            <a:r>
              <a:rPr lang="en-US" sz="2400" b="1" dirty="0">
                <a:solidFill>
                  <a:prstClr val="black"/>
                </a:solidFill>
                <a:cs typeface="Arial" charset="0"/>
              </a:rPr>
              <a:t>But, </a:t>
            </a:r>
            <a:r>
              <a:rPr lang="en-US" sz="2400" b="1" u="sng" dirty="0">
                <a:solidFill>
                  <a:prstClr val="black"/>
                </a:solidFill>
                <a:cs typeface="Arial" charset="0"/>
              </a:rPr>
              <a:t>total Equity</a:t>
            </a:r>
            <a:r>
              <a:rPr lang="en-US" sz="2400" b="1" dirty="0">
                <a:solidFill>
                  <a:prstClr val="black"/>
                </a:solidFill>
                <a:cs typeface="Arial" charset="0"/>
              </a:rPr>
              <a:t> decreases because withdrawals </a:t>
            </a:r>
            <a:r>
              <a:rPr lang="en-US" sz="2400" b="1" u="sng" dirty="0">
                <a:solidFill>
                  <a:prstClr val="black"/>
                </a:solidFill>
                <a:cs typeface="Arial" charset="0"/>
              </a:rPr>
              <a:t>cause</a:t>
            </a:r>
            <a:r>
              <a:rPr lang="en-US" sz="2400" b="1" dirty="0">
                <a:solidFill>
                  <a:prstClr val="black"/>
                </a:solidFill>
                <a:cs typeface="Arial" charset="0"/>
              </a:rPr>
              <a:t> equity to go down!!</a:t>
            </a:r>
          </a:p>
        </p:txBody>
      </p:sp>
      <p:sp>
        <p:nvSpPr>
          <p:cNvPr id="7" name="Content Placeholder 6"/>
          <p:cNvSpPr>
            <a:spLocks noGrp="1"/>
          </p:cNvSpPr>
          <p:nvPr>
            <p:ph sz="quarter" idx="15"/>
          </p:nvPr>
        </p:nvSpPr>
        <p:spPr>
          <a:xfrm>
            <a:off x="457200" y="6532418"/>
            <a:ext cx="6019800" cy="248083"/>
          </a:xfrm>
        </p:spPr>
        <p:txBody>
          <a:bodyPr>
            <a:normAutofit lnSpcReduction="10000"/>
          </a:bodyPr>
          <a:lstStyle/>
          <a:p>
            <a:pPr lvl="0"/>
            <a:r>
              <a:rPr lang="en-US" altLang="en-US" sz="1100" b="1" kern="0" dirty="0">
                <a:solidFill>
                  <a:prstClr val="black"/>
                </a:solidFill>
              </a:rPr>
              <a:t>Learning Objective P1: </a:t>
            </a:r>
            <a:r>
              <a:rPr lang="en-US" altLang="en-US" sz="1100" kern="0" dirty="0">
                <a:solidFill>
                  <a:prstClr val="black"/>
                </a:solidFill>
              </a:rPr>
              <a:t>Analyze business transactions using the accounting equation.</a:t>
            </a:r>
            <a:endParaRPr lang="en-US" sz="1100" kern="0" dirty="0">
              <a:solidFill>
                <a:prstClr val="black"/>
              </a:solidFill>
            </a:endParaRPr>
          </a:p>
        </p:txBody>
      </p:sp>
      <p:sp>
        <p:nvSpPr>
          <p:cNvPr id="4" name="Slide Number Placeholder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7A12E07D-6177-4BA4-8EF4-EE0B0B1559AA}" type="slidenum">
              <a:rPr kumimoji="0" lang="en-US" sz="1200" b="0" i="0" u="none" strike="noStrike" kern="1200" cap="none" spc="0" normalizeH="0" baseline="0" noProof="0" smtClean="0">
                <a:ln>
                  <a:noFill/>
                </a:ln>
                <a:solidFill>
                  <a:prstClr val="black"/>
                </a:solidFill>
                <a:effectLst/>
                <a:uLnTx/>
                <a:uFillTx/>
                <a:latin typeface="Arial" charset="0"/>
                <a:ea typeface="+mn-ea"/>
                <a:cs typeface="Arial" charset="0"/>
              </a:rPr>
              <a:pPr marL="0" marR="0" lvl="0" indent="0" algn="r" defTabSz="914400" rtl="0" eaLnBrk="1" fontAlgn="base" latinLnBrk="0" hangingPunct="1">
                <a:lnSpc>
                  <a:spcPct val="100000"/>
                </a:lnSpc>
                <a:spcBef>
                  <a:spcPct val="0"/>
                </a:spcBef>
                <a:spcAft>
                  <a:spcPct val="0"/>
                </a:spcAft>
                <a:buClrTx/>
                <a:buSzTx/>
                <a:buFontTx/>
                <a:buNone/>
                <a:tabLst/>
                <a:defRPr/>
              </a:pPr>
              <a:t>34</a:t>
            </a:fld>
            <a:endParaRPr kumimoji="0" lang="en-US" sz="1200" b="0" i="0" u="none" strike="noStrike" kern="1200" cap="none" spc="0" normalizeH="0" baseline="0" noProof="0" dirty="0">
              <a:ln>
                <a:noFill/>
              </a:ln>
              <a:solidFill>
                <a:prstClr val="black"/>
              </a:solidFill>
              <a:effectLst/>
              <a:uLnTx/>
              <a:uFillTx/>
              <a:latin typeface="Arial" charset="0"/>
              <a:ea typeface="+mn-ea"/>
              <a:cs typeface="Arial" charset="0"/>
            </a:endParaRPr>
          </a:p>
        </p:txBody>
      </p:sp>
    </p:spTree>
    <p:extLst>
      <p:ext uri="{BB962C8B-B14F-4D97-AF65-F5344CB8AC3E}">
        <p14:creationId xmlns:p14="http://schemas.microsoft.com/office/powerpoint/2010/main" val="200886708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p:cNvSpPr>
            <a:spLocks noGrp="1"/>
          </p:cNvSpPr>
          <p:nvPr>
            <p:ph type="title"/>
          </p:nvPr>
        </p:nvSpPr>
        <p:spPr>
          <a:xfrm>
            <a:off x="457200" y="629074"/>
            <a:ext cx="8229600" cy="788563"/>
          </a:xfrm>
        </p:spPr>
        <p:txBody>
          <a:bodyPr/>
          <a:lstStyle/>
          <a:p>
            <a:r>
              <a:rPr lang="en-US" b="1" dirty="0"/>
              <a:t>Accounting Equation 11</a:t>
            </a:r>
            <a:endParaRPr lang="en-IN" dirty="0"/>
          </a:p>
        </p:txBody>
      </p:sp>
      <p:sp>
        <p:nvSpPr>
          <p:cNvPr id="10" name="Content Placeholder 2"/>
          <p:cNvSpPr>
            <a:spLocks noGrp="1"/>
          </p:cNvSpPr>
          <p:nvPr>
            <p:ph idx="1"/>
          </p:nvPr>
        </p:nvSpPr>
        <p:spPr>
          <a:xfrm>
            <a:off x="457200" y="1600201"/>
            <a:ext cx="8229600" cy="457199"/>
          </a:xfrm>
        </p:spPr>
        <p:txBody>
          <a:bodyPr/>
          <a:lstStyle/>
          <a:p>
            <a:pPr marL="0" indent="0">
              <a:lnSpc>
                <a:spcPct val="90000"/>
              </a:lnSpc>
              <a:buClr>
                <a:srgbClr val="4F81BD"/>
              </a:buClr>
              <a:buSzPct val="70000"/>
              <a:buNone/>
              <a:defRPr/>
            </a:pPr>
            <a:r>
              <a:rPr lang="en-US" sz="2400" b="1" dirty="0">
                <a:solidFill>
                  <a:prstClr val="black"/>
                </a:solidFill>
              </a:rPr>
              <a:t>Owner withdraws $200 cash for personal use.</a:t>
            </a:r>
            <a:endParaRPr lang="en-US" sz="2400" b="1" i="1" dirty="0">
              <a:solidFill>
                <a:srgbClr val="9900CC"/>
              </a:solidFill>
            </a:endParaRPr>
          </a:p>
        </p:txBody>
      </p:sp>
      <p:pic>
        <p:nvPicPr>
          <p:cNvPr id="3" name="Picture 2" descr="Accounting equation for transaction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5636" y="2362200"/>
            <a:ext cx="8312727" cy="3042881"/>
          </a:xfrm>
          <a:prstGeom prst="rect">
            <a:avLst/>
          </a:prstGeom>
        </p:spPr>
      </p:pic>
      <p:sp>
        <p:nvSpPr>
          <p:cNvPr id="8" name="Content Placeholder 7"/>
          <p:cNvSpPr>
            <a:spLocks noGrp="1"/>
          </p:cNvSpPr>
          <p:nvPr>
            <p:ph sz="quarter" idx="14"/>
          </p:nvPr>
        </p:nvSpPr>
        <p:spPr>
          <a:xfrm>
            <a:off x="3438447" y="6195773"/>
            <a:ext cx="2267107" cy="205027"/>
          </a:xfrm>
        </p:spPr>
        <p:txBody>
          <a:bodyPr>
            <a:normAutofit fontScale="92500" lnSpcReduction="10000"/>
          </a:bodyPr>
          <a:lstStyle/>
          <a:p>
            <a:pPr lvl="0" algn="ctr"/>
            <a:r>
              <a:rPr lang="en-US" sz="900" dirty="0">
                <a:solidFill>
                  <a:prstClr val="black"/>
                </a:solidFill>
                <a:hlinkClick r:id="" action="ppaction://noaction"/>
              </a:rPr>
              <a:t>Access the text alternative for slide images</a:t>
            </a:r>
            <a:endParaRPr lang="en-US" sz="900" kern="0" dirty="0">
              <a:solidFill>
                <a:prstClr val="black"/>
              </a:solidFill>
            </a:endParaRPr>
          </a:p>
        </p:txBody>
      </p:sp>
      <p:sp>
        <p:nvSpPr>
          <p:cNvPr id="5" name="Content Placeholder 4"/>
          <p:cNvSpPr>
            <a:spLocks noGrp="1"/>
          </p:cNvSpPr>
          <p:nvPr>
            <p:ph idx="13"/>
          </p:nvPr>
        </p:nvSpPr>
        <p:spPr>
          <a:xfrm>
            <a:off x="457200" y="6531963"/>
            <a:ext cx="5121048" cy="260228"/>
          </a:xfrm>
        </p:spPr>
        <p:txBody>
          <a:bodyPr/>
          <a:lstStyle/>
          <a:p>
            <a:pPr marL="0" lvl="0" indent="0">
              <a:buNone/>
            </a:pPr>
            <a:r>
              <a:rPr lang="en-US" altLang="en-US" sz="1100" b="1" kern="0" dirty="0">
                <a:solidFill>
                  <a:prstClr val="black"/>
                </a:solidFill>
              </a:rPr>
              <a:t>Learning Objective P1: </a:t>
            </a:r>
            <a:r>
              <a:rPr lang="en-US" altLang="en-US" sz="1100" kern="0" dirty="0">
                <a:solidFill>
                  <a:prstClr val="black"/>
                </a:solidFill>
              </a:rPr>
              <a:t>Analyze business transactions using the accounting equation.</a:t>
            </a:r>
            <a:endParaRPr lang="en-US" sz="1100" kern="0" dirty="0">
              <a:solidFill>
                <a:prstClr val="black"/>
              </a:solidFill>
            </a:endParaRPr>
          </a:p>
        </p:txBody>
      </p:sp>
      <p:sp>
        <p:nvSpPr>
          <p:cNvPr id="4" name="Slide Number Placeholder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7A12E07D-6177-4BA4-8EF4-EE0B0B1559AA}" type="slidenum">
              <a:rPr kumimoji="0" lang="en-US" sz="1200" b="0" i="0" u="none" strike="noStrike" kern="1200" cap="none" spc="0" normalizeH="0" baseline="0" noProof="0" smtClean="0">
                <a:ln>
                  <a:noFill/>
                </a:ln>
                <a:solidFill>
                  <a:prstClr val="black"/>
                </a:solidFill>
                <a:effectLst/>
                <a:uLnTx/>
                <a:uFillTx/>
                <a:latin typeface="Arial" charset="0"/>
                <a:ea typeface="+mn-ea"/>
                <a:cs typeface="Arial" charset="0"/>
              </a:rPr>
              <a:pPr marL="0" marR="0" lvl="0" indent="0" algn="r" defTabSz="914400" rtl="0" eaLnBrk="1" fontAlgn="base" latinLnBrk="0" hangingPunct="1">
                <a:lnSpc>
                  <a:spcPct val="100000"/>
                </a:lnSpc>
                <a:spcBef>
                  <a:spcPct val="0"/>
                </a:spcBef>
                <a:spcAft>
                  <a:spcPct val="0"/>
                </a:spcAft>
                <a:buClrTx/>
                <a:buSzTx/>
                <a:buFontTx/>
                <a:buNone/>
                <a:tabLst/>
                <a:defRPr/>
              </a:pPr>
              <a:t>35</a:t>
            </a:fld>
            <a:endParaRPr kumimoji="0" lang="en-US" sz="1200" b="0" i="0" u="none" strike="noStrike" kern="1200" cap="none" spc="0" normalizeH="0" baseline="0" noProof="0" dirty="0">
              <a:ln>
                <a:noFill/>
              </a:ln>
              <a:solidFill>
                <a:prstClr val="black"/>
              </a:solidFill>
              <a:effectLst/>
              <a:uLnTx/>
              <a:uFillTx/>
              <a:latin typeface="Arial" charset="0"/>
              <a:ea typeface="+mn-ea"/>
              <a:cs typeface="Arial" charset="0"/>
            </a:endParaRPr>
          </a:p>
        </p:txBody>
      </p:sp>
    </p:spTree>
    <p:extLst>
      <p:ext uri="{BB962C8B-B14F-4D97-AF65-F5344CB8AC3E}">
        <p14:creationId xmlns:p14="http://schemas.microsoft.com/office/powerpoint/2010/main" val="185112110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29793"/>
            <a:ext cx="8229600" cy="645414"/>
          </a:xfrm>
        </p:spPr>
        <p:txBody>
          <a:bodyPr>
            <a:normAutofit fontScale="90000"/>
          </a:bodyPr>
          <a:lstStyle/>
          <a:p>
            <a:r>
              <a:rPr lang="en-US" b="1" dirty="0"/>
              <a:t>Summary of Transactions</a:t>
            </a:r>
            <a:endParaRPr lang="en-IN" dirty="0"/>
          </a:p>
        </p:txBody>
      </p:sp>
      <p:sp>
        <p:nvSpPr>
          <p:cNvPr id="3" name="Content Placeholder 2"/>
          <p:cNvSpPr>
            <a:spLocks noGrp="1"/>
          </p:cNvSpPr>
          <p:nvPr>
            <p:ph idx="1"/>
          </p:nvPr>
        </p:nvSpPr>
        <p:spPr>
          <a:xfrm>
            <a:off x="457200" y="1714501"/>
            <a:ext cx="1295400" cy="342899"/>
          </a:xfrm>
        </p:spPr>
        <p:txBody>
          <a:bodyPr>
            <a:normAutofit lnSpcReduction="10000"/>
          </a:bodyPr>
          <a:lstStyle/>
          <a:p>
            <a:pPr marL="0" indent="0">
              <a:spcBef>
                <a:spcPts val="0"/>
              </a:spcBef>
              <a:buNone/>
            </a:pPr>
            <a:r>
              <a:rPr lang="en-US" sz="1800" dirty="0">
                <a:solidFill>
                  <a:prstClr val="black"/>
                </a:solidFill>
              </a:rPr>
              <a:t>Exhibit 1.9</a:t>
            </a:r>
          </a:p>
        </p:txBody>
      </p:sp>
      <p:pic>
        <p:nvPicPr>
          <p:cNvPr id="12" name="Picture 11" descr="Summary of transactions 1 through 11 on accounting equation."/>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9608" y="2181807"/>
            <a:ext cx="6332975" cy="4003847"/>
          </a:xfrm>
          <a:prstGeom prst="rect">
            <a:avLst/>
          </a:prstGeom>
        </p:spPr>
      </p:pic>
      <p:sp>
        <p:nvSpPr>
          <p:cNvPr id="5" name="Content Placeholder 4"/>
          <p:cNvSpPr>
            <a:spLocks noGrp="1"/>
          </p:cNvSpPr>
          <p:nvPr>
            <p:ph idx="13"/>
          </p:nvPr>
        </p:nvSpPr>
        <p:spPr>
          <a:xfrm>
            <a:off x="457199" y="6534623"/>
            <a:ext cx="5002619" cy="251900"/>
          </a:xfrm>
        </p:spPr>
        <p:txBody>
          <a:bodyPr>
            <a:normAutofit lnSpcReduction="10000"/>
          </a:bodyPr>
          <a:lstStyle/>
          <a:p>
            <a:pPr marL="0" lvl="0" indent="0">
              <a:buNone/>
            </a:pPr>
            <a:r>
              <a:rPr lang="en-US" altLang="en-US" sz="1100" b="1" kern="0" dirty="0">
                <a:solidFill>
                  <a:prstClr val="black"/>
                </a:solidFill>
              </a:rPr>
              <a:t>Learning Objective P1: </a:t>
            </a:r>
            <a:r>
              <a:rPr lang="en-US" altLang="en-US" sz="1100" kern="0" dirty="0">
                <a:solidFill>
                  <a:prstClr val="black"/>
                </a:solidFill>
              </a:rPr>
              <a:t>Analyze business transactions using the accounting equation.</a:t>
            </a:r>
            <a:endParaRPr lang="en-US" sz="1100" kern="0" dirty="0">
              <a:solidFill>
                <a:prstClr val="black"/>
              </a:solidFill>
            </a:endParaRPr>
          </a:p>
        </p:txBody>
      </p:sp>
      <p:sp>
        <p:nvSpPr>
          <p:cNvPr id="4" name="Slide Number Placeholder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7A12E07D-6177-4BA4-8EF4-EE0B0B1559AA}" type="slidenum">
              <a:rPr kumimoji="0" lang="en-US" sz="1200" b="0" i="0" u="none" strike="noStrike" kern="1200" cap="none" spc="0" normalizeH="0" baseline="0" noProof="0" smtClean="0">
                <a:ln>
                  <a:noFill/>
                </a:ln>
                <a:solidFill>
                  <a:prstClr val="black"/>
                </a:solidFill>
                <a:effectLst/>
                <a:uLnTx/>
                <a:uFillTx/>
                <a:latin typeface="Arial" charset="0"/>
                <a:ea typeface="+mn-ea"/>
                <a:cs typeface="Arial" charset="0"/>
              </a:rPr>
              <a:pPr marL="0" marR="0" lvl="0" indent="0" algn="r" defTabSz="914400" rtl="0" eaLnBrk="1" fontAlgn="base" latinLnBrk="0" hangingPunct="1">
                <a:lnSpc>
                  <a:spcPct val="100000"/>
                </a:lnSpc>
                <a:spcBef>
                  <a:spcPct val="0"/>
                </a:spcBef>
                <a:spcAft>
                  <a:spcPct val="0"/>
                </a:spcAft>
                <a:buClrTx/>
                <a:buSzTx/>
                <a:buFontTx/>
                <a:buNone/>
                <a:tabLst/>
                <a:defRPr/>
              </a:pPr>
              <a:t>36</a:t>
            </a:fld>
            <a:endParaRPr kumimoji="0" lang="en-US" sz="1200" b="0" i="0" u="none" strike="noStrike" kern="1200" cap="none" spc="0" normalizeH="0" baseline="0" noProof="0" dirty="0">
              <a:ln>
                <a:noFill/>
              </a:ln>
              <a:solidFill>
                <a:prstClr val="black"/>
              </a:solidFill>
              <a:effectLst/>
              <a:uLnTx/>
              <a:uFillTx/>
              <a:latin typeface="Arial" charset="0"/>
              <a:ea typeface="+mn-ea"/>
              <a:cs typeface="Arial" charset="0"/>
            </a:endParaRPr>
          </a:p>
        </p:txBody>
      </p:sp>
      <p:sp>
        <p:nvSpPr>
          <p:cNvPr id="9" name="Content Placeholder 7"/>
          <p:cNvSpPr>
            <a:spLocks noGrp="1"/>
          </p:cNvSpPr>
          <p:nvPr>
            <p:ph sz="quarter" idx="14"/>
          </p:nvPr>
        </p:nvSpPr>
        <p:spPr>
          <a:xfrm>
            <a:off x="3438447" y="6195773"/>
            <a:ext cx="2267107" cy="205027"/>
          </a:xfrm>
        </p:spPr>
        <p:txBody>
          <a:bodyPr>
            <a:normAutofit fontScale="92500" lnSpcReduction="10000"/>
          </a:bodyPr>
          <a:lstStyle/>
          <a:p>
            <a:pPr lvl="0" algn="ctr"/>
            <a:r>
              <a:rPr lang="en-US" sz="900" dirty="0">
                <a:solidFill>
                  <a:prstClr val="black"/>
                </a:solidFill>
                <a:hlinkClick r:id="" action="ppaction://noaction"/>
              </a:rPr>
              <a:t>Access the text alternative for slide images</a:t>
            </a:r>
            <a:endParaRPr lang="en-US" sz="900" kern="0" dirty="0">
              <a:solidFill>
                <a:prstClr val="black"/>
              </a:solidFill>
            </a:endParaRPr>
          </a:p>
        </p:txBody>
      </p:sp>
    </p:spTree>
    <p:extLst>
      <p:ext uri="{BB962C8B-B14F-4D97-AF65-F5344CB8AC3E}">
        <p14:creationId xmlns:p14="http://schemas.microsoft.com/office/powerpoint/2010/main" val="396227649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ltLang="en-US" b="1" dirty="0"/>
              <a:t>Financial Statements</a:t>
            </a:r>
            <a:endParaRPr lang="en-IN" b="1" dirty="0"/>
          </a:p>
        </p:txBody>
      </p:sp>
      <p:sp>
        <p:nvSpPr>
          <p:cNvPr id="7" name="Content Placeholder 6"/>
          <p:cNvSpPr>
            <a:spLocks noGrp="1"/>
          </p:cNvSpPr>
          <p:nvPr>
            <p:ph idx="1"/>
          </p:nvPr>
        </p:nvSpPr>
        <p:spPr>
          <a:xfrm>
            <a:off x="457200" y="1600202"/>
            <a:ext cx="8229600" cy="4756148"/>
          </a:xfrm>
        </p:spPr>
        <p:txBody>
          <a:bodyPr/>
          <a:lstStyle/>
          <a:p>
            <a:pPr marL="0" indent="0" eaLnBrk="1" hangingPunct="1">
              <a:buNone/>
              <a:defRPr/>
            </a:pPr>
            <a:r>
              <a:rPr lang="en-US" sz="2400" dirty="0">
                <a:solidFill>
                  <a:srgbClr val="000000"/>
                </a:solidFill>
                <a:latin typeface="Calibri" pitchFamily="-107" charset="0"/>
              </a:rPr>
              <a:t>The four financial statements and their purposes are:</a:t>
            </a:r>
          </a:p>
          <a:p>
            <a:pPr marL="403200" indent="-403200" eaLnBrk="1" hangingPunct="1">
              <a:spcBef>
                <a:spcPts val="500"/>
              </a:spcBef>
              <a:buFont typeface="Calibri" pitchFamily="-107" charset="0"/>
              <a:buAutoNum type="arabicPeriod"/>
              <a:defRPr/>
            </a:pPr>
            <a:r>
              <a:rPr lang="en-US" sz="2400" b="1" dirty="0">
                <a:solidFill>
                  <a:srgbClr val="000000"/>
                </a:solidFill>
                <a:latin typeface="Calibri" pitchFamily="-107" charset="0"/>
              </a:rPr>
              <a:t>Income statement </a:t>
            </a:r>
            <a:r>
              <a:rPr lang="en-US" sz="2400" dirty="0">
                <a:solidFill>
                  <a:srgbClr val="000000"/>
                </a:solidFill>
                <a:latin typeface="Calibri" pitchFamily="-107" charset="0"/>
              </a:rPr>
              <a:t>— describes a company’s revenues and expenses and computes net income or loss over a period of time.</a:t>
            </a:r>
          </a:p>
          <a:p>
            <a:pPr marL="403200" indent="-403200" eaLnBrk="1" hangingPunct="1">
              <a:spcBef>
                <a:spcPts val="500"/>
              </a:spcBef>
              <a:buFont typeface="Calibri" pitchFamily="-107" charset="0"/>
              <a:buAutoNum type="arabicPeriod"/>
              <a:defRPr/>
            </a:pPr>
            <a:r>
              <a:rPr lang="en-US" sz="2400" b="1" dirty="0">
                <a:solidFill>
                  <a:srgbClr val="000000"/>
                </a:solidFill>
                <a:latin typeface="Calibri" pitchFamily="-107" charset="0"/>
              </a:rPr>
              <a:t>Statement of owner’s equity</a:t>
            </a:r>
            <a:r>
              <a:rPr lang="en-US" sz="2400" dirty="0">
                <a:solidFill>
                  <a:srgbClr val="000000"/>
                </a:solidFill>
                <a:latin typeface="Calibri" pitchFamily="-107" charset="0"/>
              </a:rPr>
              <a:t>— explains changes in equity from owner investments and net income (or loss) and from any withdrawals over a period of time.</a:t>
            </a:r>
          </a:p>
          <a:p>
            <a:pPr marL="403200" indent="-403200" eaLnBrk="1" hangingPunct="1">
              <a:spcBef>
                <a:spcPts val="500"/>
              </a:spcBef>
              <a:buFont typeface="Calibri" pitchFamily="-107" charset="0"/>
              <a:buAutoNum type="arabicPeriod"/>
              <a:defRPr/>
            </a:pPr>
            <a:r>
              <a:rPr lang="en-US" sz="2400" b="1" dirty="0">
                <a:solidFill>
                  <a:srgbClr val="000000"/>
                </a:solidFill>
                <a:latin typeface="Calibri" pitchFamily="-107" charset="0"/>
              </a:rPr>
              <a:t>Balance sheet </a:t>
            </a:r>
            <a:r>
              <a:rPr lang="en-US" sz="2400" dirty="0">
                <a:solidFill>
                  <a:srgbClr val="000000"/>
                </a:solidFill>
                <a:latin typeface="Calibri" pitchFamily="-107" charset="0"/>
              </a:rPr>
              <a:t>— describes a company’s financial position (types and amounts of assets, liabilities, and equity) at a point in time.</a:t>
            </a:r>
          </a:p>
          <a:p>
            <a:pPr marL="403200" indent="-403200" eaLnBrk="1" hangingPunct="1">
              <a:spcBef>
                <a:spcPts val="500"/>
              </a:spcBef>
              <a:buFont typeface="Calibri" pitchFamily="-107" charset="0"/>
              <a:buAutoNum type="arabicPeriod"/>
              <a:defRPr/>
            </a:pPr>
            <a:r>
              <a:rPr lang="en-US" sz="2400" b="1" dirty="0">
                <a:solidFill>
                  <a:srgbClr val="000000"/>
                </a:solidFill>
                <a:latin typeface="Calibri" pitchFamily="-107" charset="0"/>
              </a:rPr>
              <a:t>Statement of cash flows </a:t>
            </a:r>
            <a:r>
              <a:rPr lang="en-US" sz="2400" dirty="0">
                <a:solidFill>
                  <a:srgbClr val="000000"/>
                </a:solidFill>
                <a:latin typeface="Calibri" pitchFamily="-107" charset="0"/>
              </a:rPr>
              <a:t>— identifies cash inflows (receipts) and cash outflows (payments) over a period of time.</a:t>
            </a:r>
          </a:p>
        </p:txBody>
      </p:sp>
      <p:sp>
        <p:nvSpPr>
          <p:cNvPr id="9" name="Content Placeholder 8"/>
          <p:cNvSpPr>
            <a:spLocks noGrp="1"/>
          </p:cNvSpPr>
          <p:nvPr>
            <p:ph idx="14"/>
          </p:nvPr>
        </p:nvSpPr>
        <p:spPr>
          <a:xfrm>
            <a:off x="457200" y="6516779"/>
            <a:ext cx="6096000" cy="265021"/>
          </a:xfrm>
        </p:spPr>
        <p:txBody>
          <a:bodyPr/>
          <a:lstStyle/>
          <a:p>
            <a:pPr marL="0" indent="0" fontAlgn="auto">
              <a:spcBef>
                <a:spcPts val="0"/>
              </a:spcBef>
              <a:spcAft>
                <a:spcPts val="0"/>
              </a:spcAft>
              <a:buNone/>
              <a:defRPr/>
            </a:pPr>
            <a:r>
              <a:rPr lang="en-US" altLang="en-US" sz="1100" b="1" kern="0" dirty="0">
                <a:solidFill>
                  <a:prstClr val="black"/>
                </a:solidFill>
              </a:rPr>
              <a:t>Learning Objective P2: </a:t>
            </a:r>
            <a:r>
              <a:rPr lang="en-US" altLang="en-US" sz="1100" dirty="0">
                <a:solidFill>
                  <a:prstClr val="black"/>
                </a:solidFill>
              </a:rPr>
              <a:t>Identify and prepare basic financial statements and explain how they interrelate.</a:t>
            </a:r>
            <a:endParaRPr lang="en-US" sz="1100" b="1" kern="0" dirty="0">
              <a:solidFill>
                <a:prstClr val="black"/>
              </a:solidFill>
            </a:endParaRPr>
          </a:p>
        </p:txBody>
      </p:sp>
      <p:sp>
        <p:nvSpPr>
          <p:cNvPr id="4" name="Slide Number Placeholder 3"/>
          <p:cNvSpPr>
            <a:spLocks noGrp="1"/>
          </p:cNvSpPr>
          <p:nvPr>
            <p:ph type="sldNum" sz="quarter" idx="12"/>
          </p:nvPr>
        </p:nvSpPr>
        <p:spPr/>
        <p:txBody>
          <a:bodyPr/>
          <a:lstStyle/>
          <a:p>
            <a:pPr>
              <a:defRPr/>
            </a:pPr>
            <a:fld id="{7A12E07D-6177-4BA4-8EF4-EE0B0B1559AA}" type="slidenum">
              <a:rPr lang="en-US" smtClean="0"/>
              <a:pPr>
                <a:defRPr/>
              </a:pPr>
              <a:t>37</a:t>
            </a:fld>
            <a:endParaRPr lang="en-US" dirty="0"/>
          </a:p>
        </p:txBody>
      </p:sp>
    </p:spTree>
    <p:extLst>
      <p:ext uri="{BB962C8B-B14F-4D97-AF65-F5344CB8AC3E}">
        <p14:creationId xmlns:p14="http://schemas.microsoft.com/office/powerpoint/2010/main" val="5918683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400" name="AutoShape 8"/>
          <p:cNvSpPr>
            <a:spLocks/>
          </p:cNvSpPr>
          <p:nvPr/>
        </p:nvSpPr>
        <p:spPr bwMode="auto">
          <a:xfrm rot="5400000">
            <a:off x="4243388" y="-1612900"/>
            <a:ext cx="609600" cy="7086600"/>
          </a:xfrm>
          <a:prstGeom prst="leftBrace">
            <a:avLst>
              <a:gd name="adj1" fmla="val 96875"/>
              <a:gd name="adj2" fmla="val 50000"/>
            </a:avLst>
          </a:prstGeom>
          <a:noFill/>
          <a:ln w="38100">
            <a:solidFill>
              <a:srgbClr val="FF3300"/>
            </a:solidFill>
            <a:round/>
            <a:headEnd/>
            <a:tailEnd/>
          </a:ln>
          <a:effectLst>
            <a:outerShdw dist="35921" dir="2700000" algn="ctr" rotWithShape="0">
              <a:schemeClr val="tx1"/>
            </a:outerShdw>
          </a:effectLst>
        </p:spPr>
        <p:txBody>
          <a:bodyPr wrap="none" anchor="ctr"/>
          <a:lstStyle/>
          <a:p>
            <a:pPr fontAlgn="auto">
              <a:spcBef>
                <a:spcPts val="0"/>
              </a:spcBef>
              <a:spcAft>
                <a:spcPts val="0"/>
              </a:spcAft>
              <a:defRPr/>
            </a:pPr>
            <a:endParaRPr lang="en-US" dirty="0"/>
          </a:p>
        </p:txBody>
      </p:sp>
      <p:sp>
        <p:nvSpPr>
          <p:cNvPr id="19458" name="Rectangle 4"/>
          <p:cNvSpPr>
            <a:spLocks noGrp="1" noChangeArrowheads="1"/>
          </p:cNvSpPr>
          <p:nvPr>
            <p:ph type="title"/>
          </p:nvPr>
        </p:nvSpPr>
        <p:spPr>
          <a:xfrm>
            <a:off x="457200" y="0"/>
            <a:ext cx="8382000" cy="906463"/>
          </a:xfrm>
        </p:spPr>
        <p:txBody>
          <a:bodyPr/>
          <a:lstStyle/>
          <a:p>
            <a:pPr fontAlgn="auto">
              <a:spcAft>
                <a:spcPts val="0"/>
              </a:spcAft>
              <a:defRPr/>
            </a:pPr>
            <a:r>
              <a:rPr lang="en-US" dirty="0"/>
              <a:t>Balance Sheet</a:t>
            </a:r>
          </a:p>
        </p:txBody>
      </p:sp>
      <p:sp>
        <p:nvSpPr>
          <p:cNvPr id="59397" name="Text Box 5"/>
          <p:cNvSpPr txBox="1">
            <a:spLocks noChangeArrowheads="1"/>
          </p:cNvSpPr>
          <p:nvPr/>
        </p:nvSpPr>
        <p:spPr bwMode="auto">
          <a:xfrm>
            <a:off x="990600" y="2232025"/>
            <a:ext cx="3429000" cy="4278313"/>
          </a:xfrm>
          <a:prstGeom prst="rect">
            <a:avLst/>
          </a:prstGeom>
          <a:solidFill>
            <a:schemeClr val="tx2"/>
          </a:solidFill>
          <a:ln w="9525">
            <a:solidFill>
              <a:schemeClr val="tx1"/>
            </a:solidFill>
            <a:miter lim="800000"/>
            <a:headEnd/>
            <a:tailEnd/>
          </a:ln>
          <a:effectLst>
            <a:outerShdw dist="35921" dir="2700000" algn="ctr" rotWithShape="0">
              <a:schemeClr val="tx1"/>
            </a:outerShdw>
          </a:effectLst>
        </p:spPr>
        <p:txBody>
          <a:bodyPr>
            <a:spAutoFit/>
          </a:bodyPr>
          <a:lstStyle/>
          <a:p>
            <a:pPr fontAlgn="auto">
              <a:spcBef>
                <a:spcPct val="50000"/>
              </a:spcBef>
              <a:spcAft>
                <a:spcPts val="0"/>
              </a:spcAft>
              <a:defRPr/>
            </a:pPr>
            <a:r>
              <a:rPr lang="en-US" sz="2200" b="1" u="sng" dirty="0">
                <a:solidFill>
                  <a:schemeClr val="accent2">
                    <a:lumMod val="40000"/>
                    <a:lumOff val="60000"/>
                  </a:schemeClr>
                </a:solidFill>
                <a:effectLst>
                  <a:outerShdw blurRad="38100" dist="38100" dir="2700000" algn="tl">
                    <a:srgbClr val="000000"/>
                  </a:outerShdw>
                </a:effectLst>
              </a:rPr>
              <a:t>Assets</a:t>
            </a:r>
            <a:br>
              <a:rPr lang="en-US" u="sng" dirty="0">
                <a:solidFill>
                  <a:schemeClr val="folHlink"/>
                </a:solidFill>
                <a:effectLst>
                  <a:outerShdw blurRad="38100" dist="38100" dir="2700000" algn="tl">
                    <a:srgbClr val="000000"/>
                  </a:outerShdw>
                </a:effectLst>
              </a:rPr>
            </a:br>
            <a:r>
              <a:rPr lang="en-US" sz="2100" dirty="0">
                <a:solidFill>
                  <a:schemeClr val="bg1"/>
                </a:solidFill>
                <a:effectLst>
                  <a:outerShdw blurRad="38100" dist="38100" dir="2700000" algn="tl">
                    <a:srgbClr val="000000"/>
                  </a:outerShdw>
                </a:effectLst>
              </a:rPr>
              <a:t>Cash</a:t>
            </a:r>
            <a:br>
              <a:rPr lang="en-US" sz="2100" dirty="0">
                <a:solidFill>
                  <a:schemeClr val="bg1"/>
                </a:solidFill>
                <a:effectLst>
                  <a:outerShdw blurRad="38100" dist="38100" dir="2700000" algn="tl">
                    <a:srgbClr val="000000"/>
                  </a:outerShdw>
                </a:effectLst>
              </a:rPr>
            </a:br>
            <a:r>
              <a:rPr lang="en-US" sz="2100" dirty="0">
                <a:solidFill>
                  <a:schemeClr val="bg1"/>
                </a:solidFill>
                <a:effectLst>
                  <a:outerShdw blurRad="38100" dist="38100" dir="2700000" algn="tl">
                    <a:srgbClr val="000000"/>
                  </a:outerShdw>
                </a:effectLst>
              </a:rPr>
              <a:t>Short-Term Investment</a:t>
            </a:r>
            <a:br>
              <a:rPr lang="en-US" sz="2100" dirty="0">
                <a:solidFill>
                  <a:schemeClr val="bg1"/>
                </a:solidFill>
                <a:effectLst>
                  <a:outerShdw blurRad="38100" dist="38100" dir="2700000" algn="tl">
                    <a:srgbClr val="000000"/>
                  </a:outerShdw>
                </a:effectLst>
              </a:rPr>
            </a:br>
            <a:r>
              <a:rPr lang="en-US" sz="2100" dirty="0">
                <a:solidFill>
                  <a:schemeClr val="bg1"/>
                </a:solidFill>
                <a:effectLst>
                  <a:outerShdw blurRad="38100" dist="38100" dir="2700000" algn="tl">
                    <a:srgbClr val="000000"/>
                  </a:outerShdw>
                </a:effectLst>
              </a:rPr>
              <a:t>Accounts Receivable</a:t>
            </a:r>
            <a:br>
              <a:rPr lang="en-US" sz="2100" dirty="0">
                <a:solidFill>
                  <a:schemeClr val="bg1"/>
                </a:solidFill>
                <a:effectLst>
                  <a:outerShdw blurRad="38100" dist="38100" dir="2700000" algn="tl">
                    <a:srgbClr val="000000"/>
                  </a:outerShdw>
                </a:effectLst>
              </a:rPr>
            </a:br>
            <a:r>
              <a:rPr lang="en-US" sz="2100" dirty="0">
                <a:solidFill>
                  <a:schemeClr val="bg1"/>
                </a:solidFill>
                <a:effectLst>
                  <a:outerShdw blurRad="38100" dist="38100" dir="2700000" algn="tl">
                    <a:srgbClr val="000000"/>
                  </a:outerShdw>
                </a:effectLst>
              </a:rPr>
              <a:t>Notes Receivable</a:t>
            </a:r>
            <a:br>
              <a:rPr lang="en-US" sz="2100" dirty="0">
                <a:solidFill>
                  <a:schemeClr val="bg1"/>
                </a:solidFill>
                <a:effectLst>
                  <a:outerShdw blurRad="38100" dist="38100" dir="2700000" algn="tl">
                    <a:srgbClr val="000000"/>
                  </a:outerShdw>
                </a:effectLst>
              </a:rPr>
            </a:br>
            <a:r>
              <a:rPr lang="en-US" sz="2100" dirty="0">
                <a:solidFill>
                  <a:schemeClr val="bg1"/>
                </a:solidFill>
                <a:effectLst>
                  <a:outerShdw blurRad="38100" dist="38100" dir="2700000" algn="tl">
                    <a:srgbClr val="000000"/>
                  </a:outerShdw>
                </a:effectLst>
              </a:rPr>
              <a:t>Inventory (to be sold)</a:t>
            </a:r>
            <a:br>
              <a:rPr lang="en-US" sz="2100" dirty="0">
                <a:solidFill>
                  <a:schemeClr val="bg1"/>
                </a:solidFill>
                <a:effectLst>
                  <a:outerShdw blurRad="38100" dist="38100" dir="2700000" algn="tl">
                    <a:srgbClr val="000000"/>
                  </a:outerShdw>
                </a:effectLst>
              </a:rPr>
            </a:br>
            <a:r>
              <a:rPr lang="en-US" sz="2100" dirty="0">
                <a:solidFill>
                  <a:schemeClr val="bg1"/>
                </a:solidFill>
                <a:effectLst>
                  <a:outerShdw blurRad="38100" dist="38100" dir="2700000" algn="tl">
                    <a:srgbClr val="000000"/>
                  </a:outerShdw>
                </a:effectLst>
              </a:rPr>
              <a:t>Supplies</a:t>
            </a:r>
            <a:br>
              <a:rPr lang="en-US" sz="2100" dirty="0">
                <a:solidFill>
                  <a:schemeClr val="bg1"/>
                </a:solidFill>
                <a:effectLst>
                  <a:outerShdw blurRad="38100" dist="38100" dir="2700000" algn="tl">
                    <a:srgbClr val="000000"/>
                  </a:outerShdw>
                </a:effectLst>
              </a:rPr>
            </a:br>
            <a:r>
              <a:rPr lang="en-US" sz="2100" dirty="0">
                <a:solidFill>
                  <a:schemeClr val="bg1"/>
                </a:solidFill>
                <a:effectLst>
                  <a:outerShdw blurRad="38100" dist="38100" dir="2700000" algn="tl">
                    <a:srgbClr val="000000"/>
                  </a:outerShdw>
                </a:effectLst>
              </a:rPr>
              <a:t>Prepaid Expenses</a:t>
            </a:r>
            <a:br>
              <a:rPr lang="en-US" sz="2100" dirty="0">
                <a:solidFill>
                  <a:schemeClr val="bg1"/>
                </a:solidFill>
                <a:effectLst>
                  <a:outerShdw blurRad="38100" dist="38100" dir="2700000" algn="tl">
                    <a:srgbClr val="000000"/>
                  </a:outerShdw>
                </a:effectLst>
              </a:rPr>
            </a:br>
            <a:r>
              <a:rPr lang="en-US" sz="2100" dirty="0">
                <a:solidFill>
                  <a:schemeClr val="bg1"/>
                </a:solidFill>
                <a:effectLst>
                  <a:outerShdw blurRad="38100" dist="38100" dir="2700000" algn="tl">
                    <a:srgbClr val="000000"/>
                  </a:outerShdw>
                </a:effectLst>
              </a:rPr>
              <a:t>Long-Term Investments</a:t>
            </a:r>
            <a:br>
              <a:rPr lang="en-US" sz="2100" dirty="0">
                <a:solidFill>
                  <a:schemeClr val="bg1"/>
                </a:solidFill>
                <a:effectLst>
                  <a:outerShdw blurRad="38100" dist="38100" dir="2700000" algn="tl">
                    <a:srgbClr val="000000"/>
                  </a:outerShdw>
                </a:effectLst>
              </a:rPr>
            </a:br>
            <a:r>
              <a:rPr lang="en-US" sz="2100" dirty="0">
                <a:solidFill>
                  <a:schemeClr val="bg1"/>
                </a:solidFill>
                <a:effectLst>
                  <a:outerShdw blurRad="38100" dist="38100" dir="2700000" algn="tl">
                    <a:srgbClr val="000000"/>
                  </a:outerShdw>
                </a:effectLst>
              </a:rPr>
              <a:t>Equipment</a:t>
            </a:r>
            <a:br>
              <a:rPr lang="en-US" sz="2100" dirty="0">
                <a:solidFill>
                  <a:schemeClr val="bg1"/>
                </a:solidFill>
                <a:effectLst>
                  <a:outerShdw blurRad="38100" dist="38100" dir="2700000" algn="tl">
                    <a:srgbClr val="000000"/>
                  </a:outerShdw>
                </a:effectLst>
              </a:rPr>
            </a:br>
            <a:r>
              <a:rPr lang="en-US" sz="2100" dirty="0">
                <a:solidFill>
                  <a:schemeClr val="bg1"/>
                </a:solidFill>
                <a:effectLst>
                  <a:outerShdw blurRad="38100" dist="38100" dir="2700000" algn="tl">
                    <a:srgbClr val="000000"/>
                  </a:outerShdw>
                </a:effectLst>
              </a:rPr>
              <a:t>Buildings</a:t>
            </a:r>
            <a:br>
              <a:rPr lang="en-US" sz="2100" dirty="0">
                <a:solidFill>
                  <a:schemeClr val="bg1"/>
                </a:solidFill>
                <a:effectLst>
                  <a:outerShdw blurRad="38100" dist="38100" dir="2700000" algn="tl">
                    <a:srgbClr val="000000"/>
                  </a:outerShdw>
                </a:effectLst>
              </a:rPr>
            </a:br>
            <a:r>
              <a:rPr lang="en-US" sz="2100" dirty="0">
                <a:solidFill>
                  <a:schemeClr val="bg1"/>
                </a:solidFill>
                <a:effectLst>
                  <a:outerShdw blurRad="38100" dist="38100" dir="2700000" algn="tl">
                    <a:srgbClr val="000000"/>
                  </a:outerShdw>
                </a:effectLst>
              </a:rPr>
              <a:t>Land</a:t>
            </a:r>
            <a:br>
              <a:rPr lang="en-US" sz="2100" dirty="0">
                <a:solidFill>
                  <a:schemeClr val="bg1"/>
                </a:solidFill>
                <a:effectLst>
                  <a:outerShdw blurRad="38100" dist="38100" dir="2700000" algn="tl">
                    <a:srgbClr val="000000"/>
                  </a:outerShdw>
                </a:effectLst>
              </a:rPr>
            </a:br>
            <a:r>
              <a:rPr lang="en-US" sz="2100" dirty="0">
                <a:solidFill>
                  <a:schemeClr val="bg1"/>
                </a:solidFill>
                <a:effectLst>
                  <a:outerShdw blurRad="38100" dist="38100" dir="2700000" algn="tl">
                    <a:srgbClr val="000000"/>
                  </a:outerShdw>
                </a:effectLst>
              </a:rPr>
              <a:t>Intangibles</a:t>
            </a:r>
          </a:p>
        </p:txBody>
      </p:sp>
      <p:sp>
        <p:nvSpPr>
          <p:cNvPr id="59398" name="Text Box 6"/>
          <p:cNvSpPr txBox="1">
            <a:spLocks noChangeArrowheads="1"/>
          </p:cNvSpPr>
          <p:nvPr/>
        </p:nvSpPr>
        <p:spPr bwMode="auto">
          <a:xfrm>
            <a:off x="4648200" y="2232025"/>
            <a:ext cx="3494088" cy="2370138"/>
          </a:xfrm>
          <a:prstGeom prst="rect">
            <a:avLst/>
          </a:prstGeom>
          <a:solidFill>
            <a:schemeClr val="tx2"/>
          </a:solidFill>
          <a:ln w="9525">
            <a:solidFill>
              <a:schemeClr val="tx1"/>
            </a:solidFill>
            <a:miter lim="800000"/>
            <a:headEnd/>
            <a:tailEnd/>
          </a:ln>
          <a:effectLst>
            <a:outerShdw dist="35921" dir="2700000" algn="ctr" rotWithShape="0">
              <a:schemeClr val="tx1"/>
            </a:outerShdw>
          </a:effectLst>
        </p:spPr>
        <p:txBody>
          <a:bodyPr>
            <a:spAutoFit/>
          </a:bodyPr>
          <a:lstStyle/>
          <a:p>
            <a:pPr fontAlgn="auto">
              <a:spcBef>
                <a:spcPct val="50000"/>
              </a:spcBef>
              <a:spcAft>
                <a:spcPts val="0"/>
              </a:spcAft>
              <a:defRPr/>
            </a:pPr>
            <a:r>
              <a:rPr lang="en-US" sz="2200" b="1" u="sng" dirty="0">
                <a:solidFill>
                  <a:schemeClr val="accent2">
                    <a:lumMod val="40000"/>
                    <a:lumOff val="60000"/>
                  </a:schemeClr>
                </a:solidFill>
                <a:effectLst>
                  <a:outerShdw blurRad="38100" dist="38100" dir="2700000" algn="tl">
                    <a:srgbClr val="000000"/>
                  </a:outerShdw>
                </a:effectLst>
              </a:rPr>
              <a:t>Liabilities</a:t>
            </a:r>
            <a:br>
              <a:rPr lang="en-US" u="sng" dirty="0">
                <a:solidFill>
                  <a:schemeClr val="folHlink"/>
                </a:solidFill>
                <a:effectLst>
                  <a:outerShdw blurRad="38100" dist="38100" dir="2700000" algn="tl">
                    <a:srgbClr val="000000"/>
                  </a:outerShdw>
                </a:effectLst>
              </a:rPr>
            </a:br>
            <a:r>
              <a:rPr lang="en-US" sz="2100" dirty="0">
                <a:solidFill>
                  <a:schemeClr val="bg1"/>
                </a:solidFill>
                <a:effectLst>
                  <a:outerShdw blurRad="38100" dist="38100" dir="2700000" algn="tl">
                    <a:srgbClr val="000000"/>
                  </a:outerShdw>
                </a:effectLst>
              </a:rPr>
              <a:t>Accounts Payable</a:t>
            </a:r>
            <a:br>
              <a:rPr lang="en-US" sz="2100" dirty="0">
                <a:solidFill>
                  <a:schemeClr val="bg1"/>
                </a:solidFill>
                <a:effectLst>
                  <a:outerShdw blurRad="38100" dist="38100" dir="2700000" algn="tl">
                    <a:srgbClr val="000000"/>
                  </a:outerShdw>
                </a:effectLst>
              </a:rPr>
            </a:br>
            <a:r>
              <a:rPr lang="en-US" sz="2100" dirty="0">
                <a:solidFill>
                  <a:schemeClr val="bg1"/>
                </a:solidFill>
                <a:effectLst>
                  <a:outerShdw blurRad="38100" dist="38100" dir="2700000" algn="tl">
                    <a:srgbClr val="000000"/>
                  </a:outerShdw>
                </a:effectLst>
              </a:rPr>
              <a:t>Accrued Expenses</a:t>
            </a:r>
            <a:br>
              <a:rPr lang="en-US" sz="2100" dirty="0">
                <a:solidFill>
                  <a:schemeClr val="bg1"/>
                </a:solidFill>
                <a:effectLst>
                  <a:outerShdw blurRad="38100" dist="38100" dir="2700000" algn="tl">
                    <a:srgbClr val="000000"/>
                  </a:outerShdw>
                </a:effectLst>
              </a:rPr>
            </a:br>
            <a:r>
              <a:rPr lang="en-US" sz="2100" dirty="0">
                <a:solidFill>
                  <a:schemeClr val="bg1"/>
                </a:solidFill>
                <a:effectLst>
                  <a:outerShdw blurRad="38100" dist="38100" dir="2700000" algn="tl">
                    <a:srgbClr val="000000"/>
                  </a:outerShdw>
                </a:effectLst>
              </a:rPr>
              <a:t>Notes Payable</a:t>
            </a:r>
            <a:br>
              <a:rPr lang="en-US" sz="2100" dirty="0">
                <a:solidFill>
                  <a:schemeClr val="bg1"/>
                </a:solidFill>
                <a:effectLst>
                  <a:outerShdw blurRad="38100" dist="38100" dir="2700000" algn="tl">
                    <a:srgbClr val="000000"/>
                  </a:outerShdw>
                </a:effectLst>
              </a:rPr>
            </a:br>
            <a:r>
              <a:rPr lang="en-US" sz="2100" dirty="0">
                <a:solidFill>
                  <a:schemeClr val="bg1"/>
                </a:solidFill>
                <a:effectLst>
                  <a:outerShdw blurRad="38100" dist="38100" dir="2700000" algn="tl">
                    <a:srgbClr val="000000"/>
                  </a:outerShdw>
                </a:effectLst>
              </a:rPr>
              <a:t>Taxes Payable</a:t>
            </a:r>
            <a:br>
              <a:rPr lang="en-US" sz="2100" dirty="0">
                <a:solidFill>
                  <a:schemeClr val="bg1"/>
                </a:solidFill>
                <a:effectLst>
                  <a:outerShdw blurRad="38100" dist="38100" dir="2700000" algn="tl">
                    <a:srgbClr val="000000"/>
                  </a:outerShdw>
                </a:effectLst>
              </a:rPr>
            </a:br>
            <a:r>
              <a:rPr lang="en-US" sz="2100" dirty="0">
                <a:solidFill>
                  <a:schemeClr val="bg1"/>
                </a:solidFill>
                <a:effectLst>
                  <a:outerShdw blurRad="38100" dist="38100" dir="2700000" algn="tl">
                    <a:srgbClr val="000000"/>
                  </a:outerShdw>
                </a:effectLst>
              </a:rPr>
              <a:t>Unearned Revenue </a:t>
            </a:r>
            <a:br>
              <a:rPr lang="en-US" sz="2100" dirty="0">
                <a:solidFill>
                  <a:schemeClr val="bg1"/>
                </a:solidFill>
                <a:effectLst>
                  <a:outerShdw blurRad="38100" dist="38100" dir="2700000" algn="tl">
                    <a:srgbClr val="000000"/>
                  </a:outerShdw>
                </a:effectLst>
              </a:rPr>
            </a:br>
            <a:r>
              <a:rPr lang="en-US" sz="2100" dirty="0">
                <a:solidFill>
                  <a:schemeClr val="bg1"/>
                </a:solidFill>
                <a:effectLst>
                  <a:outerShdw blurRad="38100" dist="38100" dir="2700000" algn="tl">
                    <a:srgbClr val="000000"/>
                  </a:outerShdw>
                </a:effectLst>
              </a:rPr>
              <a:t>Bonds Payable</a:t>
            </a:r>
          </a:p>
        </p:txBody>
      </p:sp>
      <p:sp>
        <p:nvSpPr>
          <p:cNvPr id="59399" name="Text Box 7"/>
          <p:cNvSpPr txBox="1">
            <a:spLocks noChangeArrowheads="1"/>
          </p:cNvSpPr>
          <p:nvPr/>
        </p:nvSpPr>
        <p:spPr bwMode="auto">
          <a:xfrm>
            <a:off x="4659313" y="4951413"/>
            <a:ext cx="3494087" cy="1077912"/>
          </a:xfrm>
          <a:prstGeom prst="rect">
            <a:avLst/>
          </a:prstGeom>
          <a:solidFill>
            <a:schemeClr val="tx2"/>
          </a:solidFill>
          <a:ln w="9525">
            <a:solidFill>
              <a:schemeClr val="tx1"/>
            </a:solidFill>
            <a:miter lim="800000"/>
            <a:headEnd/>
            <a:tailEnd/>
          </a:ln>
          <a:effectLst>
            <a:outerShdw dist="35921" dir="2700000" algn="ctr" rotWithShape="0">
              <a:schemeClr val="tx1"/>
            </a:outerShdw>
          </a:effectLst>
        </p:spPr>
        <p:txBody>
          <a:bodyPr>
            <a:spAutoFit/>
          </a:bodyPr>
          <a:lstStyle/>
          <a:p>
            <a:pPr fontAlgn="auto">
              <a:spcBef>
                <a:spcPct val="50000"/>
              </a:spcBef>
              <a:spcAft>
                <a:spcPts val="0"/>
              </a:spcAft>
              <a:defRPr/>
            </a:pPr>
            <a:r>
              <a:rPr lang="en-US" sz="2200" b="1" u="sng" dirty="0">
                <a:solidFill>
                  <a:schemeClr val="accent2">
                    <a:lumMod val="40000"/>
                    <a:lumOff val="60000"/>
                  </a:schemeClr>
                </a:solidFill>
                <a:effectLst>
                  <a:outerShdw blurRad="38100" dist="38100" dir="2700000" algn="tl">
                    <a:srgbClr val="000000"/>
                  </a:outerShdw>
                </a:effectLst>
              </a:rPr>
              <a:t>Stockholders’ Equity</a:t>
            </a:r>
            <a:br>
              <a:rPr lang="en-US" u="sng" dirty="0">
                <a:solidFill>
                  <a:schemeClr val="folHlink"/>
                </a:solidFill>
                <a:effectLst>
                  <a:outerShdw blurRad="38100" dist="38100" dir="2700000" algn="tl">
                    <a:srgbClr val="000000"/>
                  </a:outerShdw>
                </a:effectLst>
              </a:rPr>
            </a:br>
            <a:r>
              <a:rPr lang="en-US" sz="2100" dirty="0">
                <a:solidFill>
                  <a:schemeClr val="bg1"/>
                </a:solidFill>
                <a:effectLst>
                  <a:outerShdw blurRad="38100" dist="38100" dir="2700000" algn="tl">
                    <a:srgbClr val="000000"/>
                  </a:outerShdw>
                </a:effectLst>
              </a:rPr>
              <a:t>Common Stock</a:t>
            </a:r>
            <a:br>
              <a:rPr lang="en-US" sz="2100" dirty="0">
                <a:solidFill>
                  <a:schemeClr val="bg1"/>
                </a:solidFill>
                <a:effectLst>
                  <a:outerShdw blurRad="38100" dist="38100" dir="2700000" algn="tl">
                    <a:srgbClr val="000000"/>
                  </a:outerShdw>
                </a:effectLst>
              </a:rPr>
            </a:br>
            <a:r>
              <a:rPr lang="en-US" sz="2100" dirty="0">
                <a:solidFill>
                  <a:schemeClr val="bg1"/>
                </a:solidFill>
                <a:effectLst>
                  <a:outerShdw blurRad="38100" dist="38100" dir="2700000" algn="tl">
                    <a:srgbClr val="000000"/>
                  </a:outerShdw>
                </a:effectLst>
              </a:rPr>
              <a:t>Retained Earnings</a:t>
            </a:r>
          </a:p>
        </p:txBody>
      </p:sp>
      <p:sp>
        <p:nvSpPr>
          <p:cNvPr id="19463" name="Text Box 9"/>
          <p:cNvSpPr txBox="1">
            <a:spLocks noChangeArrowheads="1"/>
          </p:cNvSpPr>
          <p:nvPr/>
        </p:nvSpPr>
        <p:spPr bwMode="auto">
          <a:xfrm>
            <a:off x="2244725" y="1182688"/>
            <a:ext cx="4648200" cy="461962"/>
          </a:xfrm>
          <a:prstGeom prst="rect">
            <a:avLst/>
          </a:prstGeom>
          <a:solidFill>
            <a:schemeClr val="accent2">
              <a:lumMod val="20000"/>
              <a:lumOff val="80000"/>
            </a:schemeClr>
          </a:solidFill>
          <a:ln w="9525">
            <a:solidFill>
              <a:schemeClr val="accent5"/>
            </a:solidFill>
            <a:miter lim="800000"/>
            <a:headEnd/>
            <a:tailEnd/>
          </a:ln>
        </p:spPr>
        <p:txBody>
          <a:bodyPr>
            <a:spAutoFit/>
          </a:bodyPr>
          <a:lstStyle/>
          <a:p>
            <a:pPr algn="ctr" fontAlgn="auto">
              <a:spcBef>
                <a:spcPct val="50000"/>
              </a:spcBef>
              <a:spcAft>
                <a:spcPts val="0"/>
              </a:spcAft>
              <a:defRPr/>
            </a:pPr>
            <a:r>
              <a:rPr lang="en-US" sz="2400" b="1" dirty="0">
                <a:latin typeface="+mn-lt"/>
              </a:rPr>
              <a:t>Elements of the Balance Sheet</a:t>
            </a:r>
          </a:p>
        </p:txBody>
      </p:sp>
    </p:spTree>
  </p:cSld>
  <p:clrMapOvr>
    <a:masterClrMapping/>
  </p:clrMapOvr>
  <p:transition>
    <p:strips dir="rd"/>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Title 1"/>
          <p:cNvSpPr>
            <a:spLocks noGrp="1"/>
          </p:cNvSpPr>
          <p:nvPr>
            <p:ph type="title"/>
          </p:nvPr>
        </p:nvSpPr>
        <p:spPr/>
        <p:txBody>
          <a:bodyPr>
            <a:normAutofit fontScale="90000"/>
          </a:bodyPr>
          <a:lstStyle/>
          <a:p>
            <a:pPr fontAlgn="auto">
              <a:spcAft>
                <a:spcPts val="0"/>
              </a:spcAft>
              <a:defRPr/>
            </a:pPr>
            <a:r>
              <a:rPr lang="en-US" dirty="0"/>
              <a:t>Statement of </a:t>
            </a:r>
            <a:br>
              <a:rPr lang="en-US" dirty="0"/>
            </a:br>
            <a:r>
              <a:rPr lang="en-US" dirty="0"/>
              <a:t>Stockholders’ equity</a:t>
            </a:r>
          </a:p>
        </p:txBody>
      </p:sp>
      <p:pic>
        <p:nvPicPr>
          <p:cNvPr id="42001" name="Picture 17" descr="C:\Documents and Settings\Cindy\Local Settings\Temporary Internet Files\Content.IE5\REM5USRH\MPj04072050000[1].jpg"/>
          <p:cNvPicPr>
            <a:picLocks noChangeAspect="1" noChangeArrowheads="1"/>
          </p:cNvPicPr>
          <p:nvPr/>
        </p:nvPicPr>
        <p:blipFill>
          <a:blip r:embed="rId3"/>
          <a:srcRect/>
          <a:stretch>
            <a:fillRect/>
          </a:stretch>
        </p:blipFill>
        <p:spPr bwMode="auto">
          <a:xfrm>
            <a:off x="963613" y="4378325"/>
            <a:ext cx="2236787" cy="1793875"/>
          </a:xfrm>
          <a:prstGeom prst="rect">
            <a:avLst/>
          </a:prstGeom>
          <a:noFill/>
          <a:ln>
            <a:solidFill>
              <a:schemeClr val="accent4">
                <a:lumMod val="50000"/>
              </a:schemeClr>
            </a:solidFill>
          </a:ln>
        </p:spPr>
      </p:pic>
      <p:sp>
        <p:nvSpPr>
          <p:cNvPr id="9" name="Text Box 3"/>
          <p:cNvSpPr txBox="1">
            <a:spLocks noChangeArrowheads="1"/>
          </p:cNvSpPr>
          <p:nvPr/>
        </p:nvSpPr>
        <p:spPr bwMode="auto">
          <a:xfrm>
            <a:off x="1219200" y="3163888"/>
            <a:ext cx="2916238" cy="431800"/>
          </a:xfrm>
          <a:prstGeom prst="rect">
            <a:avLst/>
          </a:prstGeom>
          <a:solidFill>
            <a:schemeClr val="tx2"/>
          </a:solidFill>
          <a:ln w="9525">
            <a:solidFill>
              <a:schemeClr val="tx1"/>
            </a:solidFill>
            <a:miter lim="800000"/>
            <a:headEnd/>
            <a:tailEnd/>
          </a:ln>
          <a:effectLst>
            <a:outerShdw dist="35921" dir="2700000" algn="ctr" rotWithShape="0">
              <a:schemeClr val="tx1"/>
            </a:outerShdw>
          </a:effectLst>
        </p:spPr>
        <p:txBody>
          <a:bodyPr>
            <a:spAutoFit/>
          </a:bodyPr>
          <a:lstStyle/>
          <a:p>
            <a:pPr algn="ctr" fontAlgn="auto">
              <a:spcBef>
                <a:spcPct val="50000"/>
              </a:spcBef>
              <a:spcAft>
                <a:spcPts val="0"/>
              </a:spcAft>
              <a:defRPr/>
            </a:pPr>
            <a:r>
              <a:rPr lang="en-US" sz="2200" b="1" dirty="0">
                <a:solidFill>
                  <a:schemeClr val="accent2">
                    <a:lumMod val="40000"/>
                    <a:lumOff val="60000"/>
                  </a:schemeClr>
                </a:solidFill>
                <a:effectLst>
                  <a:outerShdw blurRad="38100" dist="38100" dir="2700000" algn="tl">
                    <a:srgbClr val="000000"/>
                  </a:outerShdw>
                </a:effectLst>
              </a:rPr>
              <a:t>Common Stock</a:t>
            </a:r>
            <a:endParaRPr lang="en-US" sz="2100" dirty="0">
              <a:solidFill>
                <a:schemeClr val="bg1"/>
              </a:solidFill>
              <a:effectLst>
                <a:outerShdw blurRad="38100" dist="38100" dir="2700000" algn="tl">
                  <a:srgbClr val="000000"/>
                </a:outerShdw>
              </a:effectLst>
            </a:endParaRPr>
          </a:p>
        </p:txBody>
      </p:sp>
      <p:sp>
        <p:nvSpPr>
          <p:cNvPr id="10" name="Text Box 4"/>
          <p:cNvSpPr txBox="1">
            <a:spLocks noChangeArrowheads="1"/>
          </p:cNvSpPr>
          <p:nvPr/>
        </p:nvSpPr>
        <p:spPr bwMode="auto">
          <a:xfrm>
            <a:off x="4876800" y="3163888"/>
            <a:ext cx="2971800" cy="431800"/>
          </a:xfrm>
          <a:prstGeom prst="rect">
            <a:avLst/>
          </a:prstGeom>
          <a:solidFill>
            <a:schemeClr val="tx2"/>
          </a:solidFill>
          <a:ln w="9525">
            <a:solidFill>
              <a:schemeClr val="tx1"/>
            </a:solidFill>
            <a:miter lim="800000"/>
            <a:headEnd/>
            <a:tailEnd/>
          </a:ln>
          <a:effectLst>
            <a:outerShdw dist="35921" dir="2700000" algn="ctr" rotWithShape="0">
              <a:schemeClr val="tx1"/>
            </a:outerShdw>
          </a:effectLst>
        </p:spPr>
        <p:txBody>
          <a:bodyPr>
            <a:spAutoFit/>
          </a:bodyPr>
          <a:lstStyle/>
          <a:p>
            <a:pPr algn="ctr" fontAlgn="auto">
              <a:spcBef>
                <a:spcPct val="50000"/>
              </a:spcBef>
              <a:spcAft>
                <a:spcPts val="0"/>
              </a:spcAft>
              <a:defRPr/>
            </a:pPr>
            <a:r>
              <a:rPr lang="en-US" sz="2200" b="1" dirty="0">
                <a:solidFill>
                  <a:schemeClr val="accent2">
                    <a:lumMod val="40000"/>
                    <a:lumOff val="60000"/>
                  </a:schemeClr>
                </a:solidFill>
                <a:effectLst>
                  <a:outerShdw blurRad="38100" dist="38100" dir="2700000" algn="tl">
                    <a:srgbClr val="000000"/>
                  </a:outerShdw>
                </a:effectLst>
              </a:rPr>
              <a:t>Retained Earnings</a:t>
            </a:r>
            <a:endParaRPr lang="en-US" sz="2100" dirty="0">
              <a:solidFill>
                <a:schemeClr val="bg1"/>
              </a:solidFill>
              <a:effectLst>
                <a:outerShdw blurRad="38100" dist="38100" dir="2700000" algn="tl">
                  <a:srgbClr val="000000"/>
                </a:outerShdw>
              </a:effectLst>
            </a:endParaRPr>
          </a:p>
        </p:txBody>
      </p:sp>
      <p:sp>
        <p:nvSpPr>
          <p:cNvPr id="11" name="AutoShape 6"/>
          <p:cNvSpPr>
            <a:spLocks/>
          </p:cNvSpPr>
          <p:nvPr/>
        </p:nvSpPr>
        <p:spPr bwMode="auto">
          <a:xfrm rot="5400000">
            <a:off x="4229100" y="-479425"/>
            <a:ext cx="609600" cy="6629400"/>
          </a:xfrm>
          <a:prstGeom prst="leftBrace">
            <a:avLst>
              <a:gd name="adj1" fmla="val 90625"/>
              <a:gd name="adj2" fmla="val 50000"/>
            </a:avLst>
          </a:prstGeom>
          <a:noFill/>
          <a:ln w="38100">
            <a:solidFill>
              <a:srgbClr val="FF3300"/>
            </a:solidFill>
            <a:round/>
            <a:headEnd/>
            <a:tailEnd/>
          </a:ln>
          <a:effectLst>
            <a:outerShdw dist="35921" dir="2700000" algn="ctr" rotWithShape="0">
              <a:schemeClr val="tx1"/>
            </a:outerShdw>
          </a:effectLst>
        </p:spPr>
        <p:txBody>
          <a:bodyPr wrap="none" anchor="ctr"/>
          <a:lstStyle/>
          <a:p>
            <a:pPr fontAlgn="auto">
              <a:spcBef>
                <a:spcPts val="0"/>
              </a:spcBef>
              <a:spcAft>
                <a:spcPts val="0"/>
              </a:spcAft>
              <a:defRPr/>
            </a:pPr>
            <a:endParaRPr lang="en-US" dirty="0"/>
          </a:p>
        </p:txBody>
      </p:sp>
      <p:sp>
        <p:nvSpPr>
          <p:cNvPr id="12" name="Text Box 7"/>
          <p:cNvSpPr txBox="1">
            <a:spLocks noChangeArrowheads="1"/>
          </p:cNvSpPr>
          <p:nvPr/>
        </p:nvSpPr>
        <p:spPr bwMode="auto">
          <a:xfrm>
            <a:off x="2514600" y="1676400"/>
            <a:ext cx="4114800" cy="830263"/>
          </a:xfrm>
          <a:prstGeom prst="rect">
            <a:avLst/>
          </a:prstGeom>
          <a:solidFill>
            <a:schemeClr val="accent2">
              <a:lumMod val="20000"/>
              <a:lumOff val="80000"/>
            </a:schemeClr>
          </a:solidFill>
          <a:ln w="9525">
            <a:solidFill>
              <a:schemeClr val="accent5"/>
            </a:solidFill>
            <a:miter lim="800000"/>
            <a:headEnd/>
            <a:tailEnd/>
          </a:ln>
        </p:spPr>
        <p:txBody>
          <a:bodyPr>
            <a:spAutoFit/>
          </a:bodyPr>
          <a:lstStyle/>
          <a:p>
            <a:pPr algn="ctr" fontAlgn="auto">
              <a:spcBef>
                <a:spcPct val="50000"/>
              </a:spcBef>
              <a:spcAft>
                <a:spcPts val="0"/>
              </a:spcAft>
              <a:defRPr/>
            </a:pPr>
            <a:r>
              <a:rPr lang="en-US" sz="2400" b="1" dirty="0">
                <a:latin typeface="+mn-lt"/>
              </a:rPr>
              <a:t>Elements of the Statement of Stockholders’ Equity</a:t>
            </a:r>
          </a:p>
        </p:txBody>
      </p:sp>
      <p:sp>
        <p:nvSpPr>
          <p:cNvPr id="13" name="TextBox 12"/>
          <p:cNvSpPr txBox="1"/>
          <p:nvPr/>
        </p:nvSpPr>
        <p:spPr>
          <a:xfrm>
            <a:off x="4648200" y="4206875"/>
            <a:ext cx="3429000" cy="1431925"/>
          </a:xfrm>
          <a:prstGeom prst="rect">
            <a:avLst/>
          </a:prstGeom>
          <a:solidFill>
            <a:schemeClr val="bg2">
              <a:lumMod val="40000"/>
              <a:lumOff val="60000"/>
            </a:schemeClr>
          </a:solidFill>
          <a:ln>
            <a:solidFill>
              <a:schemeClr val="tx2"/>
            </a:solidFill>
          </a:ln>
        </p:spPr>
        <p:txBody>
          <a:bodyPr>
            <a:spAutoFit/>
          </a:bodyPr>
          <a:lstStyle/>
          <a:p>
            <a:pPr fontAlgn="auto">
              <a:spcBef>
                <a:spcPts val="600"/>
              </a:spcBef>
              <a:spcAft>
                <a:spcPts val="0"/>
              </a:spcAft>
              <a:defRPr/>
            </a:pPr>
            <a:r>
              <a:rPr lang="en-US" b="1" dirty="0">
                <a:solidFill>
                  <a:schemeClr val="tx2"/>
                </a:solidFill>
                <a:effectLst>
                  <a:outerShdw blurRad="38100" dist="38100" dir="2700000" algn="tl">
                    <a:srgbClr val="000000">
                      <a:alpha val="43137"/>
                    </a:srgbClr>
                  </a:outerShdw>
                </a:effectLst>
                <a:latin typeface="+mn-lt"/>
              </a:rPr>
              <a:t>Beginning Retained Earnings</a:t>
            </a:r>
          </a:p>
          <a:p>
            <a:pPr fontAlgn="auto">
              <a:spcBef>
                <a:spcPts val="600"/>
              </a:spcBef>
              <a:spcAft>
                <a:spcPts val="0"/>
              </a:spcAft>
              <a:defRPr/>
            </a:pPr>
            <a:r>
              <a:rPr lang="en-US" b="1" dirty="0">
                <a:solidFill>
                  <a:schemeClr val="tx2"/>
                </a:solidFill>
                <a:effectLst>
                  <a:outerShdw blurRad="38100" dist="38100" dir="2700000" algn="tl">
                    <a:srgbClr val="000000">
                      <a:alpha val="43137"/>
                    </a:srgbClr>
                  </a:outerShdw>
                </a:effectLst>
                <a:latin typeface="+mn-lt"/>
              </a:rPr>
              <a:t>+Net Income</a:t>
            </a:r>
          </a:p>
          <a:p>
            <a:pPr fontAlgn="auto">
              <a:spcBef>
                <a:spcPts val="600"/>
              </a:spcBef>
              <a:spcAft>
                <a:spcPts val="0"/>
              </a:spcAft>
              <a:defRPr/>
            </a:pPr>
            <a:r>
              <a:rPr lang="en-US" b="1" u="sng" dirty="0">
                <a:solidFill>
                  <a:schemeClr val="tx2"/>
                </a:solidFill>
                <a:effectLst>
                  <a:outerShdw blurRad="38100" dist="38100" dir="2700000" algn="tl">
                    <a:srgbClr val="000000">
                      <a:alpha val="43137"/>
                    </a:srgbClr>
                  </a:outerShdw>
                </a:effectLst>
                <a:latin typeface="+mn-lt"/>
              </a:rPr>
              <a:t>-Dividends</a:t>
            </a:r>
          </a:p>
          <a:p>
            <a:pPr fontAlgn="auto">
              <a:spcBef>
                <a:spcPts val="600"/>
              </a:spcBef>
              <a:spcAft>
                <a:spcPts val="0"/>
              </a:spcAft>
              <a:defRPr/>
            </a:pPr>
            <a:r>
              <a:rPr lang="en-US" b="1" dirty="0">
                <a:solidFill>
                  <a:schemeClr val="tx2"/>
                </a:solidFill>
                <a:effectLst>
                  <a:outerShdw blurRad="38100" dist="38100" dir="2700000" algn="tl">
                    <a:srgbClr val="000000">
                      <a:alpha val="43137"/>
                    </a:srgbClr>
                  </a:outerShdw>
                </a:effectLst>
                <a:latin typeface="+mn-lt"/>
              </a:rPr>
              <a:t>Ending Retained Earnings</a:t>
            </a:r>
          </a:p>
        </p:txBody>
      </p:sp>
    </p:spTree>
  </p:cSld>
  <p:clrMapOvr>
    <a:masterClrMapping/>
  </p:clrMapOvr>
  <p:transition spd="med">
    <p:pull dir="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afterEffect">
                                  <p:stCondLst>
                                    <p:cond delay="0"/>
                                  </p:stCondLst>
                                  <p:childTnLst>
                                    <p:set>
                                      <p:cBhvr>
                                        <p:cTn id="6" dur="1" fill="hold">
                                          <p:stCondLst>
                                            <p:cond delay="0"/>
                                          </p:stCondLst>
                                        </p:cTn>
                                        <p:tgtEl>
                                          <p:spTgt spid="42001"/>
                                        </p:tgtEl>
                                        <p:attrNameLst>
                                          <p:attrName>style.visibility</p:attrName>
                                        </p:attrNameLst>
                                      </p:cBhvr>
                                      <p:to>
                                        <p:strVal val="visible"/>
                                      </p:to>
                                    </p:set>
                                    <p:animEffect transition="in" filter="dissolve">
                                      <p:cBhvr>
                                        <p:cTn id="7" dur="500"/>
                                        <p:tgtEl>
                                          <p:spTgt spid="4200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 Box 3"/>
          <p:cNvSpPr txBox="1">
            <a:spLocks noChangeArrowheads="1"/>
          </p:cNvSpPr>
          <p:nvPr/>
        </p:nvSpPr>
        <p:spPr bwMode="auto">
          <a:xfrm>
            <a:off x="1219200" y="3159125"/>
            <a:ext cx="6629400" cy="1108075"/>
          </a:xfrm>
          <a:prstGeom prst="rect">
            <a:avLst/>
          </a:prstGeom>
          <a:solidFill>
            <a:schemeClr val="tx2"/>
          </a:solidFill>
          <a:ln w="9525">
            <a:solidFill>
              <a:schemeClr val="tx1"/>
            </a:solidFill>
            <a:miter lim="800000"/>
            <a:headEnd/>
            <a:tailEnd/>
          </a:ln>
          <a:effectLst>
            <a:outerShdw dist="35921" dir="2700000" algn="ctr" rotWithShape="0">
              <a:schemeClr val="tx1"/>
            </a:outerShdw>
          </a:effectLst>
        </p:spPr>
        <p:txBody>
          <a:bodyPr>
            <a:spAutoFit/>
          </a:bodyPr>
          <a:lstStyle/>
          <a:p>
            <a:pPr fontAlgn="auto">
              <a:spcBef>
                <a:spcPts val="0"/>
              </a:spcBef>
              <a:spcAft>
                <a:spcPts val="0"/>
              </a:spcAft>
              <a:defRPr/>
            </a:pPr>
            <a:r>
              <a:rPr lang="en-US" sz="2200" dirty="0">
                <a:solidFill>
                  <a:schemeClr val="accent2">
                    <a:lumMod val="40000"/>
                    <a:lumOff val="60000"/>
                  </a:schemeClr>
                </a:solidFill>
                <a:latin typeface="+mn-lt"/>
              </a:rPr>
              <a:t>Cash Flows from Operating Activities </a:t>
            </a:r>
          </a:p>
          <a:p>
            <a:pPr fontAlgn="auto">
              <a:spcBef>
                <a:spcPts val="0"/>
              </a:spcBef>
              <a:spcAft>
                <a:spcPts val="0"/>
              </a:spcAft>
              <a:defRPr/>
            </a:pPr>
            <a:r>
              <a:rPr lang="en-US" sz="2200" dirty="0">
                <a:solidFill>
                  <a:schemeClr val="accent2">
                    <a:lumMod val="40000"/>
                    <a:lumOff val="60000"/>
                  </a:schemeClr>
                </a:solidFill>
                <a:latin typeface="+mn-lt"/>
              </a:rPr>
              <a:t>Cash Flows from Investing Activities </a:t>
            </a:r>
          </a:p>
          <a:p>
            <a:pPr fontAlgn="auto">
              <a:spcBef>
                <a:spcPts val="0"/>
              </a:spcBef>
              <a:spcAft>
                <a:spcPts val="0"/>
              </a:spcAft>
              <a:defRPr/>
            </a:pPr>
            <a:r>
              <a:rPr lang="en-US" sz="2200" dirty="0">
                <a:solidFill>
                  <a:schemeClr val="accent2">
                    <a:lumMod val="40000"/>
                    <a:lumOff val="60000"/>
                  </a:schemeClr>
                </a:solidFill>
                <a:latin typeface="+mn-lt"/>
              </a:rPr>
              <a:t>Cash Flows from Financing Activities </a:t>
            </a:r>
          </a:p>
        </p:txBody>
      </p:sp>
      <p:sp>
        <p:nvSpPr>
          <p:cNvPr id="21507" name="Title 1"/>
          <p:cNvSpPr>
            <a:spLocks noGrp="1"/>
          </p:cNvSpPr>
          <p:nvPr>
            <p:ph type="title"/>
          </p:nvPr>
        </p:nvSpPr>
        <p:spPr/>
        <p:txBody>
          <a:bodyPr/>
          <a:lstStyle/>
          <a:p>
            <a:pPr fontAlgn="auto">
              <a:spcAft>
                <a:spcPts val="0"/>
              </a:spcAft>
              <a:defRPr/>
            </a:pPr>
            <a:r>
              <a:rPr lang="en-US" dirty="0"/>
              <a:t>Statement of cash flows</a:t>
            </a:r>
          </a:p>
        </p:txBody>
      </p:sp>
      <p:sp>
        <p:nvSpPr>
          <p:cNvPr id="11" name="AutoShape 6"/>
          <p:cNvSpPr>
            <a:spLocks/>
          </p:cNvSpPr>
          <p:nvPr/>
        </p:nvSpPr>
        <p:spPr bwMode="auto">
          <a:xfrm rot="5400000">
            <a:off x="4229100" y="-484187"/>
            <a:ext cx="609600" cy="6629400"/>
          </a:xfrm>
          <a:prstGeom prst="leftBrace">
            <a:avLst>
              <a:gd name="adj1" fmla="val 90625"/>
              <a:gd name="adj2" fmla="val 50000"/>
            </a:avLst>
          </a:prstGeom>
          <a:noFill/>
          <a:ln w="38100">
            <a:solidFill>
              <a:srgbClr val="FF3300"/>
            </a:solidFill>
            <a:round/>
            <a:headEnd/>
            <a:tailEnd/>
          </a:ln>
          <a:effectLst>
            <a:outerShdw dist="35921" dir="2700000" algn="ctr" rotWithShape="0">
              <a:schemeClr val="tx1"/>
            </a:outerShdw>
          </a:effectLst>
        </p:spPr>
        <p:txBody>
          <a:bodyPr wrap="none" anchor="ctr"/>
          <a:lstStyle/>
          <a:p>
            <a:pPr fontAlgn="auto">
              <a:spcBef>
                <a:spcPts val="0"/>
              </a:spcBef>
              <a:spcAft>
                <a:spcPts val="0"/>
              </a:spcAft>
              <a:defRPr/>
            </a:pPr>
            <a:endParaRPr lang="en-US" dirty="0"/>
          </a:p>
        </p:txBody>
      </p:sp>
      <p:sp>
        <p:nvSpPr>
          <p:cNvPr id="12" name="Text Box 7"/>
          <p:cNvSpPr txBox="1">
            <a:spLocks noChangeArrowheads="1"/>
          </p:cNvSpPr>
          <p:nvPr/>
        </p:nvSpPr>
        <p:spPr bwMode="auto">
          <a:xfrm>
            <a:off x="2514600" y="1676400"/>
            <a:ext cx="4114800" cy="830263"/>
          </a:xfrm>
          <a:prstGeom prst="rect">
            <a:avLst/>
          </a:prstGeom>
          <a:solidFill>
            <a:schemeClr val="accent2">
              <a:lumMod val="20000"/>
              <a:lumOff val="80000"/>
            </a:schemeClr>
          </a:solidFill>
          <a:ln w="9525">
            <a:solidFill>
              <a:schemeClr val="accent5"/>
            </a:solidFill>
            <a:miter lim="800000"/>
            <a:headEnd/>
            <a:tailEnd/>
          </a:ln>
        </p:spPr>
        <p:txBody>
          <a:bodyPr>
            <a:spAutoFit/>
          </a:bodyPr>
          <a:lstStyle/>
          <a:p>
            <a:pPr algn="ctr" fontAlgn="auto">
              <a:spcBef>
                <a:spcPct val="50000"/>
              </a:spcBef>
              <a:spcAft>
                <a:spcPts val="0"/>
              </a:spcAft>
              <a:defRPr/>
            </a:pPr>
            <a:r>
              <a:rPr lang="en-US" sz="2400" b="1" dirty="0">
                <a:latin typeface="+mn-lt"/>
              </a:rPr>
              <a:t>Elements of the Statement of Cash Flows</a:t>
            </a:r>
          </a:p>
        </p:txBody>
      </p:sp>
      <p:sp>
        <p:nvSpPr>
          <p:cNvPr id="14" name="Rectangle 13"/>
          <p:cNvSpPr/>
          <p:nvPr/>
        </p:nvSpPr>
        <p:spPr>
          <a:xfrm>
            <a:off x="2743200" y="5029200"/>
            <a:ext cx="5257800" cy="1384300"/>
          </a:xfrm>
          <a:prstGeom prst="rect">
            <a:avLst/>
          </a:prstGeom>
        </p:spPr>
        <p:txBody>
          <a:bodyPr>
            <a:spAutoFit/>
          </a:bodyPr>
          <a:lstStyle/>
          <a:p>
            <a:pPr fontAlgn="auto">
              <a:spcBef>
                <a:spcPts val="0"/>
              </a:spcBef>
              <a:spcAft>
                <a:spcPts val="0"/>
              </a:spcAft>
              <a:defRPr/>
            </a:pPr>
            <a:endParaRPr lang="en-US" dirty="0">
              <a:latin typeface="+mn-lt"/>
            </a:endParaRPr>
          </a:p>
          <a:p>
            <a:pPr fontAlgn="auto">
              <a:spcBef>
                <a:spcPts val="0"/>
              </a:spcBef>
              <a:spcAft>
                <a:spcPts val="0"/>
              </a:spcAft>
              <a:defRPr/>
            </a:pPr>
            <a:r>
              <a:rPr lang="en-US" sz="2200" dirty="0">
                <a:solidFill>
                  <a:schemeClr val="accent4">
                    <a:lumMod val="50000"/>
                  </a:schemeClr>
                </a:solidFill>
                <a:latin typeface="+mn-lt"/>
              </a:rPr>
              <a:t>Note that each of the three cash flow sources can be positive (net cash inflow) or negative (net cash outflow).</a:t>
            </a:r>
          </a:p>
        </p:txBody>
      </p:sp>
      <p:sp>
        <p:nvSpPr>
          <p:cNvPr id="16" name="Rectangle 15"/>
          <p:cNvSpPr/>
          <p:nvPr/>
        </p:nvSpPr>
        <p:spPr>
          <a:xfrm>
            <a:off x="1618715" y="5097959"/>
            <a:ext cx="514885" cy="769441"/>
          </a:xfrm>
          <a:prstGeom prst="rect">
            <a:avLst/>
          </a:prstGeom>
          <a:noFill/>
        </p:spPr>
        <p:txBody>
          <a:bodyPr wrap="none">
            <a:spAutoFit/>
            <a:scene3d>
              <a:camera prst="orthographicFront"/>
              <a:lightRig rig="flat" dir="t">
                <a:rot lat="0" lon="0" rev="18900000"/>
              </a:lightRig>
            </a:scene3d>
            <a:sp3d extrusionH="31750" contourW="6350" prstMaterial="powder">
              <a:bevelT w="19050" h="19050" prst="angle"/>
              <a:contourClr>
                <a:schemeClr val="accent3">
                  <a:tint val="100000"/>
                  <a:shade val="100000"/>
                  <a:satMod val="100000"/>
                  <a:hueMod val="100000"/>
                </a:schemeClr>
              </a:contourClr>
            </a:sp3d>
          </a:bodyPr>
          <a:lstStyle/>
          <a:p>
            <a:pPr algn="ctr" fontAlgn="auto">
              <a:spcBef>
                <a:spcPts val="0"/>
              </a:spcBef>
              <a:spcAft>
                <a:spcPts val="0"/>
              </a:spcAft>
              <a:defRPr/>
            </a:pPr>
            <a:r>
              <a:rPr lang="en-US" sz="4400" b="1" dirty="0">
                <a:ln/>
                <a:solidFill>
                  <a:schemeClr val="accent3"/>
                </a:solidFill>
                <a:latin typeface="+mn-lt"/>
              </a:rPr>
              <a:t>+</a:t>
            </a:r>
          </a:p>
        </p:txBody>
      </p:sp>
      <p:sp>
        <p:nvSpPr>
          <p:cNvPr id="19" name="Rectangle 18"/>
          <p:cNvSpPr/>
          <p:nvPr/>
        </p:nvSpPr>
        <p:spPr>
          <a:xfrm>
            <a:off x="2099102" y="5257800"/>
            <a:ext cx="415498" cy="923330"/>
          </a:xfrm>
          <a:prstGeom prst="rect">
            <a:avLst/>
          </a:prstGeom>
          <a:noFill/>
        </p:spPr>
        <p:txBody>
          <a:bodyPr>
            <a:spAutoFit/>
          </a:bodyPr>
          <a:lstStyle/>
          <a:p>
            <a:pPr algn="ctr" fontAlgn="auto">
              <a:spcBef>
                <a:spcPts val="0"/>
              </a:spcBef>
              <a:spcAft>
                <a:spcPts val="0"/>
              </a:spcAft>
              <a:defRPr/>
            </a:pPr>
            <a:r>
              <a:rPr lang="en-US" sz="5400" b="1" dirty="0">
                <a:ln w="17780" cmpd="sng">
                  <a:solidFill>
                    <a:schemeClr val="accent1">
                      <a:tint val="3000"/>
                    </a:schemeClr>
                  </a:solidFill>
                  <a:prstDash val="solid"/>
                  <a:miter lim="800000"/>
                </a:ln>
                <a:gradFill>
                  <a:gsLst>
                    <a:gs pos="10000">
                      <a:schemeClr val="accent1">
                        <a:tint val="63000"/>
                        <a:sat val="105000"/>
                      </a:schemeClr>
                    </a:gs>
                    <a:gs pos="90000">
                      <a:schemeClr val="accent1">
                        <a:shade val="50000"/>
                        <a:satMod val="100000"/>
                      </a:schemeClr>
                    </a:gs>
                  </a:gsLst>
                  <a:lin ang="5400000"/>
                </a:gradFill>
                <a:effectLst>
                  <a:outerShdw blurRad="55000" dist="50800" dir="5400000" algn="tl">
                    <a:srgbClr val="000000">
                      <a:alpha val="33000"/>
                    </a:srgbClr>
                  </a:outerShdw>
                </a:effectLst>
                <a:latin typeface="+mn-lt"/>
              </a:rPr>
              <a:t>-</a:t>
            </a:r>
          </a:p>
        </p:txBody>
      </p:sp>
      <p:sp>
        <p:nvSpPr>
          <p:cNvPr id="20" name="Rounded Rectangle 19"/>
          <p:cNvSpPr/>
          <p:nvPr/>
        </p:nvSpPr>
        <p:spPr>
          <a:xfrm>
            <a:off x="1371600" y="5181600"/>
            <a:ext cx="6705600" cy="1447800"/>
          </a:xfrm>
          <a:prstGeom prst="round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35849" name="TextBox 12"/>
          <p:cNvSpPr txBox="1">
            <a:spLocks noChangeArrowheads="1"/>
          </p:cNvSpPr>
          <p:nvPr/>
        </p:nvSpPr>
        <p:spPr bwMode="auto">
          <a:xfrm>
            <a:off x="1905000" y="5221288"/>
            <a:ext cx="304800" cy="830262"/>
          </a:xfrm>
          <a:prstGeom prst="rect">
            <a:avLst/>
          </a:prstGeom>
          <a:noFill/>
          <a:ln w="9525">
            <a:noFill/>
            <a:miter lim="800000"/>
            <a:headEnd/>
            <a:tailEnd/>
          </a:ln>
        </p:spPr>
        <p:txBody>
          <a:bodyPr>
            <a:spAutoFit/>
          </a:bodyPr>
          <a:lstStyle/>
          <a:p>
            <a:r>
              <a:rPr lang="en-US" sz="4800"/>
              <a:t>/</a:t>
            </a:r>
          </a:p>
        </p:txBody>
      </p:sp>
    </p:spTree>
  </p:cSld>
  <p:clrMapOvr>
    <a:masterClrMapping/>
  </p:clrMapOvr>
  <p:transition spd="med">
    <p:pull dir="rd"/>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Exhibit 1.6</a:t>
            </a:r>
            <a:br>
              <a:rPr lang="en-IN" dirty="0"/>
            </a:br>
            <a:r>
              <a:rPr lang="en-US" sz="2400" dirty="0"/>
              <a:t>Relationships Among Le-Nature’s Statements</a:t>
            </a:r>
            <a:endParaRPr lang="en-IN" sz="2400" dirty="0"/>
          </a:p>
        </p:txBody>
      </p:sp>
      <p:pic>
        <p:nvPicPr>
          <p:cNvPr id="5" name="Picture 2" descr="The relationship among statements is shown with arrows pointing to where various reports are interrelated."/>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33980" y="1645025"/>
            <a:ext cx="8035224" cy="4523624"/>
          </a:xfrm>
          <a:prstGeom prst="rect">
            <a:avLst/>
          </a:prstGeom>
        </p:spPr>
      </p:pic>
      <p:sp>
        <p:nvSpPr>
          <p:cNvPr id="6" name="Text Placeholder 3"/>
          <p:cNvSpPr>
            <a:spLocks noGrp="1"/>
          </p:cNvSpPr>
          <p:nvPr>
            <p:ph type="body" sz="quarter" idx="10"/>
          </p:nvPr>
        </p:nvSpPr>
        <p:spPr>
          <a:xfrm>
            <a:off x="3063240" y="6527800"/>
            <a:ext cx="3017520" cy="228600"/>
          </a:xfrm>
        </p:spPr>
        <p:txBody>
          <a:bodyPr>
            <a:normAutofit lnSpcReduction="10000"/>
          </a:bodyPr>
          <a:lstStyle/>
          <a:p>
            <a:r>
              <a:rPr lang="en-US" dirty="0">
                <a:hlinkClick r:id="" action="ppaction://noaction"/>
              </a:rPr>
              <a:t>Access the text alternative for these images</a:t>
            </a:r>
          </a:p>
        </p:txBody>
      </p:sp>
    </p:spTree>
    <p:extLst>
      <p:ext uri="{BB962C8B-B14F-4D97-AF65-F5344CB8AC3E}">
        <p14:creationId xmlns:p14="http://schemas.microsoft.com/office/powerpoint/2010/main" val="151622041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27417</TotalTime>
  <Words>5220</Words>
  <Application>Microsoft Office PowerPoint</Application>
  <PresentationFormat>On-screen Show (4:3)</PresentationFormat>
  <Paragraphs>358</Paragraphs>
  <Slides>41</Slides>
  <Notes>37</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41</vt:i4>
      </vt:variant>
    </vt:vector>
  </HeadingPairs>
  <TitlesOfParts>
    <vt:vector size="51" baseType="lpstr">
      <vt:lpstr>MS PGothic</vt:lpstr>
      <vt:lpstr>MS PGothic</vt:lpstr>
      <vt:lpstr>Arial</vt:lpstr>
      <vt:lpstr>Calibri</vt:lpstr>
      <vt:lpstr>NimbusRomDOT</vt:lpstr>
      <vt:lpstr>Proxima Nova</vt:lpstr>
      <vt:lpstr>Proxima Nova Cond</vt:lpstr>
      <vt:lpstr>Times New Roman</vt:lpstr>
      <vt:lpstr>Wingdings</vt:lpstr>
      <vt:lpstr>Office Theme</vt:lpstr>
      <vt:lpstr>  Accounting for Managers  (PART ONE) </vt:lpstr>
      <vt:lpstr>Importance of Accounting</vt:lpstr>
      <vt:lpstr> The Accounting System</vt:lpstr>
      <vt:lpstr>Financial Statements</vt:lpstr>
      <vt:lpstr>The Income Statement Equation</vt:lpstr>
      <vt:lpstr>How Are Operating Activities Recognized and Measured? </vt:lpstr>
      <vt:lpstr>PowerPoint Presentation</vt:lpstr>
      <vt:lpstr>Expense Recognition Principle</vt:lpstr>
      <vt:lpstr>PowerPoint Presentation</vt:lpstr>
      <vt:lpstr>The Balance Sheet Equation (Accounting Equation)</vt:lpstr>
      <vt:lpstr>Asset Accounts</vt:lpstr>
      <vt:lpstr>Liability Accounts</vt:lpstr>
      <vt:lpstr>Equity Accounts</vt:lpstr>
      <vt:lpstr>Business Transaction and Accounting</vt:lpstr>
      <vt:lpstr>Learning Objective </vt:lpstr>
      <vt:lpstr>Transaction 1: Investment by Owner</vt:lpstr>
      <vt:lpstr>Accounting Equation 1</vt:lpstr>
      <vt:lpstr>Transaction 2: Purchase Supplies for Cash</vt:lpstr>
      <vt:lpstr>Accounting Equation 2</vt:lpstr>
      <vt:lpstr>Transaction 3: Purchase Equipment for Cash</vt:lpstr>
      <vt:lpstr>Accounting Equation 3</vt:lpstr>
      <vt:lpstr>Transaction 4: Purchase Supplies on Credit</vt:lpstr>
      <vt:lpstr>Accounting Equation 4</vt:lpstr>
      <vt:lpstr>Transaction Analysis: Revenues, Expenses and Withdrawals</vt:lpstr>
      <vt:lpstr>Transaction 5: Provide Services for Cash</vt:lpstr>
      <vt:lpstr>Accounting Equation 5</vt:lpstr>
      <vt:lpstr>Transaction 6 and 7: Payment of Expenses in Cash</vt:lpstr>
      <vt:lpstr>Accounting Equation 6 and 7</vt:lpstr>
      <vt:lpstr>Accounting Equation 8</vt:lpstr>
      <vt:lpstr>Transaction 9: Receipt of Cash from Accounts Receivable</vt:lpstr>
      <vt:lpstr>Accounting Equation 9</vt:lpstr>
      <vt:lpstr>Transaction 10: Payment of Accounts Payable</vt:lpstr>
      <vt:lpstr>Accounting Equation 10</vt:lpstr>
      <vt:lpstr>Transaction 11: Withdrawal of Cash by Owner</vt:lpstr>
      <vt:lpstr>Accounting Equation 11</vt:lpstr>
      <vt:lpstr>Summary of Transactions</vt:lpstr>
      <vt:lpstr>Financial Statements</vt:lpstr>
      <vt:lpstr>Balance Sheet</vt:lpstr>
      <vt:lpstr>Statement of  Stockholders’ equity</vt:lpstr>
      <vt:lpstr>Statement of cash flows</vt:lpstr>
      <vt:lpstr>Exhibit 1.6 Relationships Among Le-Nature’s Statements</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5</dc:title>
  <dc:creator>Naveen Raj</dc:creator>
  <cp:lastModifiedBy>Maha Ramadan</cp:lastModifiedBy>
  <cp:revision>2124</cp:revision>
  <cp:lastPrinted>2014-12-05T18:29:08Z</cp:lastPrinted>
  <dcterms:created xsi:type="dcterms:W3CDTF">2014-09-04T06:25:15Z</dcterms:created>
  <dcterms:modified xsi:type="dcterms:W3CDTF">2026-02-07T12:14:19Z</dcterms:modified>
</cp:coreProperties>
</file>